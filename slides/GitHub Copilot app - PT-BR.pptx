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3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909" r:id="rId4"/>
    <p:sldMasterId id="2147483660" r:id="rId5"/>
    <p:sldMasterId id="2147483891" r:id="rId6"/>
    <p:sldMasterId id="2147484080" r:id="rId7"/>
  </p:sldMasterIdLst>
  <p:notesMasterIdLst>
    <p:notesMasterId r:id="rId25"/>
  </p:notesMasterIdLst>
  <p:sldIdLst>
    <p:sldId id="2147483630" r:id="rId8"/>
    <p:sldId id="760" r:id="rId9"/>
    <p:sldId id="455" r:id="rId10"/>
    <p:sldId id="2147483632" r:id="rId11"/>
    <p:sldId id="682" r:id="rId12"/>
    <p:sldId id="572" r:id="rId13"/>
    <p:sldId id="534" r:id="rId14"/>
    <p:sldId id="573" r:id="rId15"/>
    <p:sldId id="2147483626" r:id="rId16"/>
    <p:sldId id="2147483625" r:id="rId17"/>
    <p:sldId id="2147483627" r:id="rId18"/>
    <p:sldId id="2147483628" r:id="rId19"/>
    <p:sldId id="2147483629" r:id="rId20"/>
    <p:sldId id="2147483624" r:id="rId21"/>
    <p:sldId id="2147483634" r:id="rId22"/>
    <p:sldId id="2147483646" r:id="rId23"/>
    <p:sldId id="2147483647" r:id="rId24"/>
  </p:sldIdLst>
  <p:sldSz cx="12188825" cy="6858000"/>
  <p:notesSz cx="6858000" cy="9144000"/>
  <p:embeddedFontLst>
    <p:embeddedFont>
      <p:font typeface="Consolas" panose="020B0609020204030204" pitchFamily="49" charset="0"/>
      <p:regular r:id="rId26"/>
      <p:bold r:id="rId27"/>
      <p:italic r:id="rId28"/>
      <p:boldItalic r:id="rId29"/>
    </p:embeddedFont>
    <p:embeddedFont>
      <p:font typeface="Mona Sans" panose="020B0604020202020204" charset="0"/>
      <p:regular r:id="rId30"/>
      <p:bold r:id="rId31"/>
      <p:italic r:id="rId32"/>
      <p:boldItalic r:id="rId33"/>
    </p:embeddedFont>
    <p:embeddedFont>
      <p:font typeface="Mona Sans Display" panose="020B0604020202020204" charset="0"/>
      <p:regular r:id="rId34"/>
      <p:bold r:id="rId35"/>
      <p:italic r:id="rId36"/>
    </p:embeddedFont>
    <p:embeddedFont>
      <p:font typeface="Mona Sans Display Medium" panose="020B0604020202020204" charset="0"/>
      <p:regular r:id="rId37"/>
      <p:italic r:id="rId38"/>
    </p:embeddedFont>
    <p:embeddedFont>
      <p:font typeface="Mona Sans Mono" panose="020B0604020202020204" charset="0"/>
      <p:regular r:id="rId39"/>
      <p:bold r:id="rId40"/>
    </p:embeddedFont>
    <p:embeddedFont>
      <p:font typeface="Mona-Sans" panose="020B0604020202020204" charset="0"/>
      <p:regular r:id="rId41"/>
      <p:bold r:id="rId42"/>
      <p:italic r:id="rId43"/>
      <p:boldItalic r:id="rId44"/>
    </p:embeddedFont>
    <p:embeddedFont>
      <p:font typeface="Mona-Sans Regular" panose="020B0604020202020204" charset="0"/>
      <p:regular r:id="rId45"/>
      <p:bold r:id="rId46"/>
      <p:italic r:id="rId47"/>
      <p:boldItalic r:id="rId48"/>
    </p:embeddedFont>
    <p:embeddedFont>
      <p:font typeface="Segoe Sans Display Semibold" pitchFamily="2" charset="0"/>
      <p:bold r:id="rId49"/>
    </p:embeddedFont>
    <p:embeddedFont>
      <p:font typeface="Segoe UI" panose="020B0502040204020203" pitchFamily="34" charset="0"/>
      <p:regular r:id="rId50"/>
      <p:bold r:id="rId51"/>
      <p:italic r:id="rId52"/>
      <p:boldItalic r:id="rId53"/>
    </p:embeddedFont>
    <p:embeddedFont>
      <p:font typeface="Segoe UI Semibold" panose="020B0702040204020203" pitchFamily="34" charset="0"/>
      <p:bold r:id="rId54"/>
      <p:boldItalic r:id="rId55"/>
    </p:embeddedFont>
  </p:embeddedFontLst>
  <p:defaultTextStyle>
    <a:defPPr>
      <a:defRPr lang="en-US"/>
    </a:defPPr>
    <a:lvl1pPr marL="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04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08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12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16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20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24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928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632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theme_dark mode" id="{2535B1A6-A8C7-CA45-8E70-09E67CC9FDB5}">
          <p14:sldIdLst>
            <p14:sldId id="2147483630"/>
            <p14:sldId id="760"/>
            <p14:sldId id="455"/>
            <p14:sldId id="2147483632"/>
            <p14:sldId id="682"/>
            <p14:sldId id="572"/>
            <p14:sldId id="534"/>
            <p14:sldId id="573"/>
            <p14:sldId id="2147483626"/>
            <p14:sldId id="2147483625"/>
            <p14:sldId id="2147483627"/>
            <p14:sldId id="2147483628"/>
            <p14:sldId id="2147483629"/>
            <p14:sldId id="2147483624"/>
            <p14:sldId id="2147483634"/>
            <p14:sldId id="2147483646"/>
            <p14:sldId id="21474836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4056" userDrawn="1">
          <p15:clr>
            <a:srgbClr val="A4A3A4"/>
          </p15:clr>
        </p15:guide>
        <p15:guide id="3" orient="horz" pos="264" userDrawn="1">
          <p15:clr>
            <a:srgbClr val="A4A3A4"/>
          </p15:clr>
        </p15:guide>
        <p15:guide id="4" pos="3839" userDrawn="1">
          <p15:clr>
            <a:srgbClr val="A4A3A4"/>
          </p15:clr>
        </p15:guide>
        <p15:guide id="5" pos="7439" userDrawn="1">
          <p15:clr>
            <a:srgbClr val="A4A3A4"/>
          </p15:clr>
        </p15:guide>
        <p15:guide id="6" pos="239" userDrawn="1">
          <p15:clr>
            <a:srgbClr val="A4A3A4"/>
          </p15:clr>
        </p15:guide>
        <p15:guide id="7" orient="horz" pos="576" userDrawn="1">
          <p15:clr>
            <a:srgbClr val="A4A3A4"/>
          </p15:clr>
        </p15:guide>
        <p15:guide id="8" pos="7151" userDrawn="1">
          <p15:clr>
            <a:srgbClr val="A4A3A4"/>
          </p15:clr>
        </p15:guide>
        <p15:guide id="9" pos="527" userDrawn="1">
          <p15:clr>
            <a:srgbClr val="A4A3A4"/>
          </p15:clr>
        </p15:guide>
        <p15:guide id="10" pos="535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5F7B2E-B0F4-F68A-C364-70EBCBA3D2F9}" name="Anh-Thu Pham" initials="ATP" userId="S::anhthupham@microsoft.com::0072d2d2-5d38-43d4-9a7d-3bf7881db8f7" providerId="AD"/>
  <p188:author id="{65A2482F-F186-D55E-9143-D56B4ACECE96}" name="Katie Savage" initials="KS" userId="S::katiesavage@microsoft.com::e196d8e6-f7d3-4a7d-b526-c2af9dfd5cff" providerId="AD"/>
  <p188:author id="{711FE232-B6D9-4791-6EA7-6FCB6918AE46}" name="Jun Pak" initials="JP" userId="S::pakjun@microsoft.com::a9508902-cd0d-432b-8279-3d07f0255eca" providerId="AD"/>
  <p188:author id="{11568B4E-C081-7B01-6D15-ABE30D323AA5}" name="Mario Rodriguez" initials="MR" userId="S::mariorod@microsoft.com::1b12d3ff-8f76-431a-a105-147af5887f9b" providerId="AD"/>
  <p188:author id="{DCCCF766-77AA-6400-81BE-FCFF5E3E7734}" name="Franky Arvelo" initials="FA" userId="S::frankyarvelo@microsoft.com::3a2fb277-7f0c-4d81-a649-1d1192255521" providerId="AD"/>
  <p188:author id="{F22ABBEE-EBDE-563D-B03E-DF0884221B9D}" name="JJ Nguyen" initials="JN" userId="S::jjnguyen@microsoft.com::2f19f9e4-6ef9-454e-ac8e-e85dd9f9856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5EEC83"/>
    <a:srgbClr val="121613"/>
    <a:srgbClr val="051610"/>
    <a:srgbClr val="5A615C"/>
    <a:srgbClr val="26115F"/>
    <a:srgbClr val="160048"/>
    <a:srgbClr val="121612"/>
    <a:srgbClr val="030616"/>
    <a:srgbClr val="B87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78B7D8-5CEC-D3EF-6289-DAC66CBD60D8}" v="3" dt="2026-07-30T16:50:12.1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66" y="90"/>
      </p:cViewPr>
      <p:guideLst>
        <p:guide orient="horz" pos="2160"/>
        <p:guide orient="horz" pos="4056"/>
        <p:guide orient="horz" pos="264"/>
        <p:guide pos="3839"/>
        <p:guide pos="7439"/>
        <p:guide pos="239"/>
        <p:guide orient="horz" pos="576"/>
        <p:guide pos="7151"/>
        <p:guide pos="527"/>
        <p:guide pos="535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14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font" Target="fonts/font22.fntdata"/><Relationship Id="rId50" Type="http://schemas.openxmlformats.org/officeDocument/2006/relationships/font" Target="fonts/font25.fntdata"/><Relationship Id="rId55" Type="http://schemas.openxmlformats.org/officeDocument/2006/relationships/font" Target="fonts/font30.fntdata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font" Target="fonts/font4.fntdata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font" Target="fonts/font20.fntdata"/><Relationship Id="rId53" Type="http://schemas.openxmlformats.org/officeDocument/2006/relationships/font" Target="fonts/font28.fntdata"/><Relationship Id="rId58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61" Type="http://schemas.microsoft.com/office/2015/10/relationships/revisionInfo" Target="revisionInfo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48" Type="http://schemas.openxmlformats.org/officeDocument/2006/relationships/font" Target="fonts/font23.fntdata"/><Relationship Id="rId56" Type="http://schemas.openxmlformats.org/officeDocument/2006/relationships/presProps" Target="presProps.xml"/><Relationship Id="rId8" Type="http://schemas.openxmlformats.org/officeDocument/2006/relationships/slide" Target="slides/slide1.xml"/><Relationship Id="rId51" Type="http://schemas.openxmlformats.org/officeDocument/2006/relationships/font" Target="fonts/font26.fntdata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font" Target="fonts/font21.fntdata"/><Relationship Id="rId59" Type="http://schemas.openxmlformats.org/officeDocument/2006/relationships/tableStyles" Target="tableStyles.xml"/><Relationship Id="rId20" Type="http://schemas.openxmlformats.org/officeDocument/2006/relationships/slide" Target="slides/slide13.xml"/><Relationship Id="rId41" Type="http://schemas.openxmlformats.org/officeDocument/2006/relationships/font" Target="fonts/font16.fntdata"/><Relationship Id="rId54" Type="http://schemas.openxmlformats.org/officeDocument/2006/relationships/font" Target="fonts/font29.fntdata"/><Relationship Id="rId62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49" Type="http://schemas.openxmlformats.org/officeDocument/2006/relationships/font" Target="fonts/font24.fntdata"/><Relationship Id="rId57" Type="http://schemas.openxmlformats.org/officeDocument/2006/relationships/viewProps" Target="viewProps.xml"/><Relationship Id="rId10" Type="http://schemas.openxmlformats.org/officeDocument/2006/relationships/slide" Target="slides/slide3.xml"/><Relationship Id="rId31" Type="http://schemas.openxmlformats.org/officeDocument/2006/relationships/font" Target="fonts/font6.fntdata"/><Relationship Id="rId44" Type="http://schemas.openxmlformats.org/officeDocument/2006/relationships/font" Target="fonts/font19.fntdata"/><Relationship Id="rId52" Type="http://schemas.openxmlformats.org/officeDocument/2006/relationships/font" Target="fonts/font27.fntdata"/><Relationship Id="rId6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amiah Dooley" userId="S::jerdooley@microsoft.com::2fcf397e-6ad5-4812-a4f5-e242d248653f" providerId="AD" clId="Web-{98A64618-F19E-07C2-A169-5A556F764409}"/>
    <pc:docChg chg="sldOrd">
      <pc:chgData name="Jeramiah Dooley" userId="S::jerdooley@microsoft.com::2fcf397e-6ad5-4812-a4f5-e242d248653f" providerId="AD" clId="Web-{98A64618-F19E-07C2-A169-5A556F764409}" dt="2026-07-08T09:10:51.297" v="0"/>
      <pc:docMkLst>
        <pc:docMk/>
      </pc:docMkLst>
      <pc:sldChg chg="ord">
        <pc:chgData name="Jeramiah Dooley" userId="S::jerdooley@microsoft.com::2fcf397e-6ad5-4812-a4f5-e242d248653f" providerId="AD" clId="Web-{98A64618-F19E-07C2-A169-5A556F764409}" dt="2026-07-08T09:10:51.297" v="0"/>
        <pc:sldMkLst>
          <pc:docMk/>
          <pc:sldMk cId="1223499806" sldId="2147483628"/>
        </pc:sldMkLst>
      </pc:sldChg>
    </pc:docChg>
  </pc:docChgLst>
  <pc:docChgLst>
    <pc:chgData name="James Montemagno" userId="e0435849-a140-4c07-8047-7cefab9356ed" providerId="ADAL" clId="{5B166073-A736-4BC5-96F4-40BE832802FD}"/>
    <pc:docChg chg="custSel addSld modSld modSection">
      <pc:chgData name="James Montemagno" userId="e0435849-a140-4c07-8047-7cefab9356ed" providerId="ADAL" clId="{5B166073-A736-4BC5-96F4-40BE832802FD}" dt="2026-07-09T22:38:19.702" v="85" actId="20577"/>
      <pc:docMkLst>
        <pc:docMk/>
      </pc:docMkLst>
      <pc:sldChg chg="modSp mod">
        <pc:chgData name="James Montemagno" userId="e0435849-a140-4c07-8047-7cefab9356ed" providerId="ADAL" clId="{5B166073-A736-4BC5-96F4-40BE832802FD}" dt="2026-07-09T22:38:19.702" v="85" actId="20577"/>
        <pc:sldMkLst>
          <pc:docMk/>
          <pc:sldMk cId="2910346001" sldId="573"/>
        </pc:sldMkLst>
        <pc:spChg chg="mod">
          <ac:chgData name="James Montemagno" userId="e0435849-a140-4c07-8047-7cefab9356ed" providerId="ADAL" clId="{5B166073-A736-4BC5-96F4-40BE832802FD}" dt="2026-07-09T22:38:19.702" v="85" actId="20577"/>
          <ac:spMkLst>
            <pc:docMk/>
            <pc:sldMk cId="2910346001" sldId="573"/>
            <ac:spMk id="3" creationId="{E53FB6D9-C2A7-698E-C94A-C53B460E0D30}"/>
          </ac:spMkLst>
        </pc:spChg>
      </pc:sldChg>
      <pc:sldChg chg="mod modShow">
        <pc:chgData name="James Montemagno" userId="e0435849-a140-4c07-8047-7cefab9356ed" providerId="ADAL" clId="{5B166073-A736-4BC5-96F4-40BE832802FD}" dt="2026-07-09T20:13:32.604" v="68" actId="729"/>
        <pc:sldMkLst>
          <pc:docMk/>
          <pc:sldMk cId="2786439670" sldId="2147483624"/>
        </pc:sldMkLst>
      </pc:sldChg>
      <pc:sldChg chg="modSp add mod">
        <pc:chgData name="James Montemagno" userId="e0435849-a140-4c07-8047-7cefab9356ed" providerId="ADAL" clId="{5B166073-A736-4BC5-96F4-40BE832802FD}" dt="2026-07-09T19:31:24.288" v="18" actId="20577"/>
        <pc:sldMkLst>
          <pc:docMk/>
          <pc:sldMk cId="1475058814" sldId="2147483634"/>
        </pc:sldMkLst>
        <pc:spChg chg="mod">
          <ac:chgData name="James Montemagno" userId="e0435849-a140-4c07-8047-7cefab9356ed" providerId="ADAL" clId="{5B166073-A736-4BC5-96F4-40BE832802FD}" dt="2026-07-09T19:31:24.288" v="18" actId="20577"/>
          <ac:spMkLst>
            <pc:docMk/>
            <pc:sldMk cId="1475058814" sldId="2147483634"/>
            <ac:spMk id="4" creationId="{B135D3FE-273B-B1BA-7052-B27EE44B4776}"/>
          </ac:spMkLst>
        </pc:spChg>
      </pc:sldChg>
    </pc:docChg>
  </pc:docChgLst>
  <pc:docChgLst>
    <pc:chgData name="Katie Savage" userId="S::katiesavage@microsoft.com::e196d8e6-f7d3-4a7d-b526-c2af9dfd5cff" providerId="AD" clId="Web-{04917A8B-2976-62A5-6B4A-0E934CDF768B}"/>
    <pc:docChg chg="mod addSld modSld modMainMaster modSection">
      <pc:chgData name="Katie Savage" userId="S::katiesavage@microsoft.com::e196d8e6-f7d3-4a7d-b526-c2af9dfd5cff" providerId="AD" clId="Web-{04917A8B-2976-62A5-6B4A-0E934CDF768B}" dt="2026-07-24T18:49:09.210" v="4"/>
      <pc:docMkLst>
        <pc:docMk/>
      </pc:docMkLst>
      <pc:sldChg chg="add modNotes">
        <pc:chgData name="Katie Savage" userId="S::katiesavage@microsoft.com::e196d8e6-f7d3-4a7d-b526-c2af9dfd5cff" providerId="AD" clId="Web-{04917A8B-2976-62A5-6B4A-0E934CDF768B}" dt="2026-07-24T18:49:09.210" v="4"/>
        <pc:sldMkLst>
          <pc:docMk/>
          <pc:sldMk cId="434140020" sldId="2147483646"/>
        </pc:sldMkLst>
      </pc:sldChg>
      <pc:sldMasterChg chg="delSp addSldLayout">
        <pc:chgData name="Katie Savage" userId="S::katiesavage@microsoft.com::e196d8e6-f7d3-4a7d-b526-c2af9dfd5cff" providerId="AD" clId="Web-{04917A8B-2976-62A5-6B4A-0E934CDF768B}" dt="2026-07-24T18:48:36.349" v="2"/>
        <pc:sldMasterMkLst>
          <pc:docMk/>
          <pc:sldMasterMk cId="1257559441" sldId="2147483660"/>
        </pc:sldMasterMkLst>
        <pc:sldLayoutChg chg="add">
          <pc:chgData name="Katie Savage" userId="S::katiesavage@microsoft.com::e196d8e6-f7d3-4a7d-b526-c2af9dfd5cff" providerId="AD" clId="Web-{04917A8B-2976-62A5-6B4A-0E934CDF768B}" dt="2026-07-24T18:48:36.349" v="2"/>
          <pc:sldLayoutMkLst>
            <pc:docMk/>
            <pc:sldMasterMk cId="1257559441" sldId="2147483660"/>
            <pc:sldLayoutMk cId="4184084147" sldId="2147483983"/>
          </pc:sldLayoutMkLst>
        </pc:sldLayoutChg>
      </pc:sldMasterChg>
      <pc:sldMasterChg chg="delSp">
        <pc:chgData name="Katie Savage" userId="S::katiesavage@microsoft.com::e196d8e6-f7d3-4a7d-b526-c2af9dfd5cff" providerId="AD" clId="Web-{04917A8B-2976-62A5-6B4A-0E934CDF768B}" dt="2026-07-24T18:48:19.848" v="0" actId="33475"/>
        <pc:sldMasterMkLst>
          <pc:docMk/>
          <pc:sldMasterMk cId="1222171675" sldId="2147483891"/>
        </pc:sldMasterMkLst>
      </pc:sldMasterChg>
      <pc:sldMasterChg chg="delSp">
        <pc:chgData name="Katie Savage" userId="S::katiesavage@microsoft.com::e196d8e6-f7d3-4a7d-b526-c2af9dfd5cff" providerId="AD" clId="Web-{04917A8B-2976-62A5-6B4A-0E934CDF768B}" dt="2026-07-24T18:48:19.848" v="0" actId="33475"/>
        <pc:sldMasterMkLst>
          <pc:docMk/>
          <pc:sldMasterMk cId="585309000" sldId="2147483909"/>
        </pc:sldMasterMkLst>
      </pc:sldMasterChg>
    </pc:docChg>
  </pc:docChgLst>
  <pc:docChgLst>
    <pc:chgData name="Katie Savage" userId="S::katiesavage@microsoft.com::e196d8e6-f7d3-4a7d-b526-c2af9dfd5cff" providerId="AD" clId="Web-{BB0F635D-FD39-0F50-A0B4-FE5E96029533}"/>
    <pc:docChg chg="addSld delSld modSld sldOrd addSection modSection">
      <pc:chgData name="Katie Savage" userId="S::katiesavage@microsoft.com::e196d8e6-f7d3-4a7d-b526-c2af9dfd5cff" providerId="AD" clId="Web-{BB0F635D-FD39-0F50-A0B4-FE5E96029533}" dt="2026-07-06T22:40:16.483" v="100" actId="20577"/>
      <pc:docMkLst>
        <pc:docMk/>
      </pc:docMkLst>
      <pc:sldChg chg="ord modNotes">
        <pc:chgData name="Katie Savage" userId="S::katiesavage@microsoft.com::e196d8e6-f7d3-4a7d-b526-c2af9dfd5cff" providerId="AD" clId="Web-{BB0F635D-FD39-0F50-A0B4-FE5E96029533}" dt="2026-07-06T22:24:24.942" v="40"/>
        <pc:sldMkLst>
          <pc:docMk/>
          <pc:sldMk cId="3579423601" sldId="455"/>
        </pc:sldMkLst>
      </pc:sldChg>
      <pc:sldChg chg="ord modNotes">
        <pc:chgData name="Katie Savage" userId="S::katiesavage@microsoft.com::e196d8e6-f7d3-4a7d-b526-c2af9dfd5cff" providerId="AD" clId="Web-{BB0F635D-FD39-0F50-A0B4-FE5E96029533}" dt="2026-07-06T22:23:55.050" v="27"/>
        <pc:sldMkLst>
          <pc:docMk/>
          <pc:sldMk cId="1033287503" sldId="534"/>
        </pc:sldMkLst>
      </pc:sldChg>
      <pc:sldChg chg="delSp modSp add">
        <pc:chgData name="Katie Savage" userId="S::katiesavage@microsoft.com::e196d8e6-f7d3-4a7d-b526-c2af9dfd5cff" providerId="AD" clId="Web-{BB0F635D-FD39-0F50-A0B4-FE5E96029533}" dt="2026-07-06T22:40:16.483" v="100" actId="20577"/>
        <pc:sldMkLst>
          <pc:docMk/>
          <pc:sldMk cId="3892565164" sldId="572"/>
        </pc:sldMkLst>
        <pc:spChg chg="mod">
          <ac:chgData name="Katie Savage" userId="S::katiesavage@microsoft.com::e196d8e6-f7d3-4a7d-b526-c2af9dfd5cff" providerId="AD" clId="Web-{BB0F635D-FD39-0F50-A0B4-FE5E96029533}" dt="2026-07-06T22:39:13.716" v="81" actId="20577"/>
          <ac:spMkLst>
            <pc:docMk/>
            <pc:sldMk cId="3892565164" sldId="572"/>
            <ac:spMk id="44" creationId="{56552BDA-67C3-1E0F-81CF-52883E4F3757}"/>
          </ac:spMkLst>
        </pc:spChg>
        <pc:spChg chg="mod">
          <ac:chgData name="Katie Savage" userId="S::katiesavage@microsoft.com::e196d8e6-f7d3-4a7d-b526-c2af9dfd5cff" providerId="AD" clId="Web-{BB0F635D-FD39-0F50-A0B4-FE5E96029533}" dt="2026-07-06T22:39:59.561" v="94" actId="14100"/>
          <ac:spMkLst>
            <pc:docMk/>
            <pc:sldMk cId="3892565164" sldId="572"/>
            <ac:spMk id="45" creationId="{7308B704-9399-77B2-A9C5-5E8FC84BF1EE}"/>
          </ac:spMkLst>
        </pc:spChg>
        <pc:spChg chg="mod">
          <ac:chgData name="Katie Savage" userId="S::katiesavage@microsoft.com::e196d8e6-f7d3-4a7d-b526-c2af9dfd5cff" providerId="AD" clId="Web-{BB0F635D-FD39-0F50-A0B4-FE5E96029533}" dt="2026-07-06T22:40:16.483" v="100" actId="20577"/>
          <ac:spMkLst>
            <pc:docMk/>
            <pc:sldMk cId="3892565164" sldId="572"/>
            <ac:spMk id="46" creationId="{A7701757-E5E8-E631-2DC6-5C5EDA00C851}"/>
          </ac:spMkLst>
        </pc:spChg>
        <pc:spChg chg="mod">
          <ac:chgData name="Katie Savage" userId="S::katiesavage@microsoft.com::e196d8e6-f7d3-4a7d-b526-c2af9dfd5cff" providerId="AD" clId="Web-{BB0F635D-FD39-0F50-A0B4-FE5E96029533}" dt="2026-07-06T22:39:45.670" v="90" actId="14100"/>
          <ac:spMkLst>
            <pc:docMk/>
            <pc:sldMk cId="3892565164" sldId="572"/>
            <ac:spMk id="47" creationId="{A4ACBC29-F27C-F556-E028-F10E744DBDA5}"/>
          </ac:spMkLst>
        </pc:spChg>
        <pc:spChg chg="mod">
          <ac:chgData name="Katie Savage" userId="S::katiesavage@microsoft.com::e196d8e6-f7d3-4a7d-b526-c2af9dfd5cff" providerId="AD" clId="Web-{BB0F635D-FD39-0F50-A0B4-FE5E96029533}" dt="2026-07-06T22:39:27.248" v="83" actId="20577"/>
          <ac:spMkLst>
            <pc:docMk/>
            <pc:sldMk cId="3892565164" sldId="572"/>
            <ac:spMk id="110" creationId="{758EB650-A6D2-FD3D-C803-03DD69BC56F3}"/>
          </ac:spMkLst>
        </pc:spChg>
        <pc:spChg chg="mod">
          <ac:chgData name="Katie Savage" userId="S::katiesavage@microsoft.com::e196d8e6-f7d3-4a7d-b526-c2af9dfd5cff" providerId="AD" clId="Web-{BB0F635D-FD39-0F50-A0B4-FE5E96029533}" dt="2026-07-06T22:40:10.952" v="99" actId="14100"/>
          <ac:spMkLst>
            <pc:docMk/>
            <pc:sldMk cId="3892565164" sldId="572"/>
            <ac:spMk id="111" creationId="{2EBF335B-8B1D-0BCE-B51E-D0416B7721DB}"/>
          </ac:spMkLst>
        </pc:spChg>
      </pc:sldChg>
      <pc:sldChg chg="addSp delSp modSp new mod ord modClrScheme chgLayout">
        <pc:chgData name="Katie Savage" userId="S::katiesavage@microsoft.com::e196d8e6-f7d3-4a7d-b526-c2af9dfd5cff" providerId="AD" clId="Web-{BB0F635D-FD39-0F50-A0B4-FE5E96029533}" dt="2026-07-06T22:36:58.228" v="79"/>
        <pc:sldMkLst>
          <pc:docMk/>
          <pc:sldMk cId="2910346001" sldId="573"/>
        </pc:sldMkLst>
        <pc:spChg chg="add mod ord">
          <ac:chgData name="Katie Savage" userId="S::katiesavage@microsoft.com::e196d8e6-f7d3-4a7d-b526-c2af9dfd5cff" providerId="AD" clId="Web-{BB0F635D-FD39-0F50-A0B4-FE5E96029533}" dt="2026-07-06T22:25:48.803" v="41"/>
          <ac:spMkLst>
            <pc:docMk/>
            <pc:sldMk cId="2910346001" sldId="573"/>
            <ac:spMk id="3" creationId="{E53FB6D9-C2A7-698E-C94A-C53B460E0D30}"/>
          </ac:spMkLst>
        </pc:spChg>
        <pc:spChg chg="add mod ord">
          <ac:chgData name="Katie Savage" userId="S::katiesavage@microsoft.com::e196d8e6-f7d3-4a7d-b526-c2af9dfd5cff" providerId="AD" clId="Web-{BB0F635D-FD39-0F50-A0B4-FE5E96029533}" dt="2026-07-06T22:26:48.367" v="78" actId="20577"/>
          <ac:spMkLst>
            <pc:docMk/>
            <pc:sldMk cId="2910346001" sldId="573"/>
            <ac:spMk id="4" creationId="{96607450-B0AD-564D-CD64-A86CBFE0B6B3}"/>
          </ac:spMkLst>
        </pc:spChg>
        <pc:picChg chg="add mod">
          <ac:chgData name="Katie Savage" userId="S::katiesavage@microsoft.com::e196d8e6-f7d3-4a7d-b526-c2af9dfd5cff" providerId="AD" clId="Web-{BB0F635D-FD39-0F50-A0B4-FE5E96029533}" dt="2026-07-06T22:26:36.633" v="51" actId="1076"/>
          <ac:picMkLst>
            <pc:docMk/>
            <pc:sldMk cId="2910346001" sldId="573"/>
            <ac:picMk id="6" creationId="{B769D211-00C1-1DBC-B319-A1EF832B809E}"/>
          </ac:picMkLst>
        </pc:picChg>
      </pc:sldChg>
      <pc:sldMasterChg chg="addSldLayout">
        <pc:chgData name="Katie Savage" userId="S::katiesavage@microsoft.com::e196d8e6-f7d3-4a7d-b526-c2af9dfd5cff" providerId="AD" clId="Web-{BB0F635D-FD39-0F50-A0B4-FE5E96029533}" dt="2026-07-06T22:12:47.407" v="15"/>
        <pc:sldMasterMkLst>
          <pc:docMk/>
          <pc:sldMasterMk cId="585309000" sldId="2147483909"/>
        </pc:sldMasterMkLst>
        <pc:sldLayoutChg chg="add">
          <pc:chgData name="Katie Savage" userId="S::katiesavage@microsoft.com::e196d8e6-f7d3-4a7d-b526-c2af9dfd5cff" providerId="AD" clId="Web-{BB0F635D-FD39-0F50-A0B4-FE5E96029533}" dt="2026-07-06T22:12:47.407" v="15"/>
          <pc:sldLayoutMkLst>
            <pc:docMk/>
            <pc:sldMasterMk cId="585309000" sldId="2147483909"/>
            <pc:sldLayoutMk cId="213032256" sldId="2147483913"/>
          </pc:sldLayoutMkLst>
        </pc:sldLayoutChg>
      </pc:sldMasterChg>
    </pc:docChg>
  </pc:docChgLst>
  <pc:docChgLst>
    <pc:chgData name="Katie Savage" userId="S::katiesavage@microsoft.com::e196d8e6-f7d3-4a7d-b526-c2af9dfd5cff" providerId="AD" clId="Web-{1493B8E7-49BB-4505-1847-D02ECE55A27A}"/>
    <pc:docChg chg="modSld">
      <pc:chgData name="Katie Savage" userId="S::katiesavage@microsoft.com::e196d8e6-f7d3-4a7d-b526-c2af9dfd5cff" providerId="AD" clId="Web-{1493B8E7-49BB-4505-1847-D02ECE55A27A}" dt="2026-07-09T17:41:00.122" v="30"/>
      <pc:docMkLst>
        <pc:docMk/>
      </pc:docMkLst>
      <pc:sldChg chg="modNotes">
        <pc:chgData name="Katie Savage" userId="S::katiesavage@microsoft.com::e196d8e6-f7d3-4a7d-b526-c2af9dfd5cff" providerId="AD" clId="Web-{1493B8E7-49BB-4505-1847-D02ECE55A27A}" dt="2026-07-09T17:41:00.122" v="30"/>
        <pc:sldMkLst>
          <pc:docMk/>
          <pc:sldMk cId="2910346001" sldId="573"/>
        </pc:sldMkLst>
      </pc:sldChg>
    </pc:docChg>
  </pc:docChgLst>
  <pc:docChgLst>
    <pc:chgData name="Katie Savage" userId="S::katiesavage@microsoft.com::e196d8e6-f7d3-4a7d-b526-c2af9dfd5cff" providerId="AD" clId="Web-{3478B7D8-5CEC-D3EF-6289-DAC66CBD60D8}"/>
    <pc:docChg chg="modSld">
      <pc:chgData name="Katie Savage" userId="S::katiesavage@microsoft.com::e196d8e6-f7d3-4a7d-b526-c2af9dfd5cff" providerId="AD" clId="Web-{3478B7D8-5CEC-D3EF-6289-DAC66CBD60D8}" dt="2026-07-30T16:50:12.107" v="112" actId="20577"/>
      <pc:docMkLst>
        <pc:docMk/>
      </pc:docMkLst>
      <pc:sldChg chg="modNotes">
        <pc:chgData name="Katie Savage" userId="S::katiesavage@microsoft.com::e196d8e6-f7d3-4a7d-b526-c2af9dfd5cff" providerId="AD" clId="Web-{3478B7D8-5CEC-D3EF-6289-DAC66CBD60D8}" dt="2026-07-30T16:12:20.037" v="7"/>
        <pc:sldMkLst>
          <pc:docMk/>
          <pc:sldMk cId="3579423601" sldId="455"/>
        </pc:sldMkLst>
      </pc:sldChg>
      <pc:sldChg chg="modNotes">
        <pc:chgData name="Katie Savage" userId="S::katiesavage@microsoft.com::e196d8e6-f7d3-4a7d-b526-c2af9dfd5cff" providerId="AD" clId="Web-{3478B7D8-5CEC-D3EF-6289-DAC66CBD60D8}" dt="2026-07-30T16:13:46.085" v="35"/>
        <pc:sldMkLst>
          <pc:docMk/>
          <pc:sldMk cId="1033287503" sldId="534"/>
        </pc:sldMkLst>
      </pc:sldChg>
      <pc:sldChg chg="modNotes">
        <pc:chgData name="Katie Savage" userId="S::katiesavage@microsoft.com::e196d8e6-f7d3-4a7d-b526-c2af9dfd5cff" providerId="AD" clId="Web-{3478B7D8-5CEC-D3EF-6289-DAC66CBD60D8}" dt="2026-07-30T16:13:30.210" v="33"/>
        <pc:sldMkLst>
          <pc:docMk/>
          <pc:sldMk cId="3892565164" sldId="572"/>
        </pc:sldMkLst>
      </pc:sldChg>
      <pc:sldChg chg="modNotes">
        <pc:chgData name="Katie Savage" userId="S::katiesavage@microsoft.com::e196d8e6-f7d3-4a7d-b526-c2af9dfd5cff" providerId="AD" clId="Web-{3478B7D8-5CEC-D3EF-6289-DAC66CBD60D8}" dt="2026-07-30T16:14:12.335" v="37"/>
        <pc:sldMkLst>
          <pc:docMk/>
          <pc:sldMk cId="2910346001" sldId="573"/>
        </pc:sldMkLst>
      </pc:sldChg>
      <pc:sldChg chg="modNotes">
        <pc:chgData name="Katie Savage" userId="S::katiesavage@microsoft.com::e196d8e6-f7d3-4a7d-b526-c2af9dfd5cff" providerId="AD" clId="Web-{3478B7D8-5CEC-D3EF-6289-DAC66CBD60D8}" dt="2026-07-30T16:13:22.788" v="31"/>
        <pc:sldMkLst>
          <pc:docMk/>
          <pc:sldMk cId="3474706117" sldId="682"/>
        </pc:sldMkLst>
      </pc:sldChg>
      <pc:sldChg chg="modNotes">
        <pc:chgData name="Katie Savage" userId="S::katiesavage@microsoft.com::e196d8e6-f7d3-4a7d-b526-c2af9dfd5cff" providerId="AD" clId="Web-{3478B7D8-5CEC-D3EF-6289-DAC66CBD60D8}" dt="2026-07-30T16:15:00.148" v="111"/>
        <pc:sldMkLst>
          <pc:docMk/>
          <pc:sldMk cId="2786439670" sldId="2147483624"/>
        </pc:sldMkLst>
      </pc:sldChg>
      <pc:sldChg chg="modNotes">
        <pc:chgData name="Katie Savage" userId="S::katiesavage@microsoft.com::e196d8e6-f7d3-4a7d-b526-c2af9dfd5cff" providerId="AD" clId="Web-{3478B7D8-5CEC-D3EF-6289-DAC66CBD60D8}" dt="2026-07-30T16:12:31.209" v="11"/>
        <pc:sldMkLst>
          <pc:docMk/>
          <pc:sldMk cId="977514533" sldId="2147483632"/>
        </pc:sldMkLst>
      </pc:sldChg>
      <pc:sldChg chg="modSp">
        <pc:chgData name="Katie Savage" userId="S::katiesavage@microsoft.com::e196d8e6-f7d3-4a7d-b526-c2af9dfd5cff" providerId="AD" clId="Web-{3478B7D8-5CEC-D3EF-6289-DAC66CBD60D8}" dt="2026-07-30T16:50:12.107" v="112" actId="20577"/>
        <pc:sldMkLst>
          <pc:docMk/>
          <pc:sldMk cId="1475058814" sldId="2147483634"/>
        </pc:sldMkLst>
        <pc:spChg chg="mod">
          <ac:chgData name="Katie Savage" userId="S::katiesavage@microsoft.com::e196d8e6-f7d3-4a7d-b526-c2af9dfd5cff" providerId="AD" clId="Web-{3478B7D8-5CEC-D3EF-6289-DAC66CBD60D8}" dt="2026-07-30T16:50:12.107" v="112" actId="20577"/>
          <ac:spMkLst>
            <pc:docMk/>
            <pc:sldMk cId="1475058814" sldId="2147483634"/>
            <ac:spMk id="4" creationId="{B135D3FE-273B-B1BA-7052-B27EE44B4776}"/>
          </ac:spMkLst>
        </pc:spChg>
      </pc:sldChg>
    </pc:docChg>
  </pc:docChgLst>
  <pc:docChgLst>
    <pc:chgData name="Katie Savage" userId="e196d8e6-f7d3-4a7d-b526-c2af9dfd5cff" providerId="ADAL" clId="{5CC37D6D-9765-4F2E-9C31-F10CEE096240}"/>
    <pc:docChg chg="custSel addSld delSld modSld sldOrd modMainMaster delSection modSection">
      <pc:chgData name="Katie Savage" userId="e196d8e6-f7d3-4a7d-b526-c2af9dfd5cff" providerId="ADAL" clId="{5CC37D6D-9765-4F2E-9C31-F10CEE096240}" dt="2026-07-07T16:53:01.828" v="394" actId="47"/>
      <pc:docMkLst>
        <pc:docMk/>
      </pc:docMkLst>
      <pc:sldChg chg="ord">
        <pc:chgData name="Katie Savage" userId="e196d8e6-f7d3-4a7d-b526-c2af9dfd5cff" providerId="ADAL" clId="{5CC37D6D-9765-4F2E-9C31-F10CEE096240}" dt="2026-07-07T16:50:19.257" v="393"/>
        <pc:sldMkLst>
          <pc:docMk/>
          <pc:sldMk cId="3579423601" sldId="455"/>
        </pc:sldMkLst>
      </pc:sldChg>
      <pc:sldChg chg="modNotesTx">
        <pc:chgData name="Katie Savage" userId="e196d8e6-f7d3-4a7d-b526-c2af9dfd5cff" providerId="ADAL" clId="{5CC37D6D-9765-4F2E-9C31-F10CEE096240}" dt="2026-07-07T16:39:06.164" v="380" actId="20577"/>
        <pc:sldMkLst>
          <pc:docMk/>
          <pc:sldMk cId="1033287503" sldId="534"/>
        </pc:sldMkLst>
      </pc:sldChg>
      <pc:sldChg chg="ord modNotesTx">
        <pc:chgData name="Katie Savage" userId="e196d8e6-f7d3-4a7d-b526-c2af9dfd5cff" providerId="ADAL" clId="{5CC37D6D-9765-4F2E-9C31-F10CEE096240}" dt="2026-07-07T16:38:49.060" v="379" actId="20577"/>
        <pc:sldMkLst>
          <pc:docMk/>
          <pc:sldMk cId="3892565164" sldId="572"/>
        </pc:sldMkLst>
      </pc:sldChg>
      <pc:sldChg chg="addSp modSp mod">
        <pc:chgData name="Katie Savage" userId="e196d8e6-f7d3-4a7d-b526-c2af9dfd5cff" providerId="ADAL" clId="{5CC37D6D-9765-4F2E-9C31-F10CEE096240}" dt="2026-07-07T16:48:23.815" v="387" actId="14100"/>
        <pc:sldMkLst>
          <pc:docMk/>
          <pc:sldMk cId="2910346001" sldId="573"/>
        </pc:sldMkLst>
      </pc:sldChg>
      <pc:sldChg chg="ord modNotesTx">
        <pc:chgData name="Katie Savage" userId="e196d8e6-f7d3-4a7d-b526-c2af9dfd5cff" providerId="ADAL" clId="{5CC37D6D-9765-4F2E-9C31-F10CEE096240}" dt="2026-07-07T16:37:43.222" v="293" actId="20577"/>
        <pc:sldMkLst>
          <pc:docMk/>
          <pc:sldMk cId="3474706117" sldId="682"/>
        </pc:sldMkLst>
      </pc:sldChg>
      <pc:sldChg chg="modSp mod ord modNotesTx">
        <pc:chgData name="Katie Savage" userId="e196d8e6-f7d3-4a7d-b526-c2af9dfd5cff" providerId="ADAL" clId="{5CC37D6D-9765-4F2E-9C31-F10CEE096240}" dt="2026-07-07T16:36:51.428" v="286" actId="20577"/>
        <pc:sldMkLst>
          <pc:docMk/>
          <pc:sldMk cId="3238074180" sldId="760"/>
        </pc:sldMkLst>
        <pc:grpChg chg="mod">
          <ac:chgData name="Katie Savage" userId="e196d8e6-f7d3-4a7d-b526-c2af9dfd5cff" providerId="ADAL" clId="{5CC37D6D-9765-4F2E-9C31-F10CEE096240}" dt="2026-07-07T16:34:45.901" v="169" actId="1037"/>
          <ac:grpSpMkLst>
            <pc:docMk/>
            <pc:sldMk cId="3238074180" sldId="760"/>
            <ac:grpSpMk id="221" creationId="{C5598788-EBCF-66C7-615E-254D03DC0DEA}"/>
          </ac:grpSpMkLst>
        </pc:grpChg>
      </pc:sldChg>
      <pc:sldChg chg="addSp delSp modSp mod modClrScheme chgLayout">
        <pc:chgData name="Katie Savage" userId="e196d8e6-f7d3-4a7d-b526-c2af9dfd5cff" providerId="ADAL" clId="{5CC37D6D-9765-4F2E-9C31-F10CEE096240}" dt="2026-07-07T16:27:29.942" v="31" actId="20577"/>
        <pc:sldMkLst>
          <pc:docMk/>
          <pc:sldMk cId="4114671531" sldId="2147483625"/>
        </pc:sldMkLst>
        <pc:spChg chg="mod ord">
          <ac:chgData name="Katie Savage" userId="e196d8e6-f7d3-4a7d-b526-c2af9dfd5cff" providerId="ADAL" clId="{5CC37D6D-9765-4F2E-9C31-F10CEE096240}" dt="2026-07-07T16:27:29.942" v="31" actId="20577"/>
          <ac:spMkLst>
            <pc:docMk/>
            <pc:sldMk cId="4114671531" sldId="2147483625"/>
            <ac:spMk id="3" creationId="{F50B175B-8D5C-2C6F-CF33-7D819F83890D}"/>
          </ac:spMkLst>
        </pc:spChg>
        <pc:spChg chg="mod ord">
          <ac:chgData name="Katie Savage" userId="e196d8e6-f7d3-4a7d-b526-c2af9dfd5cff" providerId="ADAL" clId="{5CC37D6D-9765-4F2E-9C31-F10CEE096240}" dt="2026-07-07T16:25:01.985" v="4" actId="700"/>
          <ac:spMkLst>
            <pc:docMk/>
            <pc:sldMk cId="4114671531" sldId="2147483625"/>
            <ac:spMk id="5" creationId="{630A3F75-5025-A204-F553-8732DBAD3DFD}"/>
          </ac:spMkLst>
        </pc:spChg>
        <pc:picChg chg="mod">
          <ac:chgData name="Katie Savage" userId="e196d8e6-f7d3-4a7d-b526-c2af9dfd5cff" providerId="ADAL" clId="{5CC37D6D-9765-4F2E-9C31-F10CEE096240}" dt="2026-07-07T16:25:25.964" v="6" actId="1076"/>
          <ac:picMkLst>
            <pc:docMk/>
            <pc:sldMk cId="4114671531" sldId="2147483625"/>
            <ac:picMk id="7" creationId="{6A27CDC6-A84C-0B01-6B4B-D9D5AF985712}"/>
          </ac:picMkLst>
        </pc:picChg>
      </pc:sldChg>
      <pc:sldChg chg="addSp delSp modSp add mod ord delAnim modAnim">
        <pc:chgData name="Katie Savage" userId="e196d8e6-f7d3-4a7d-b526-c2af9dfd5cff" providerId="ADAL" clId="{5CC37D6D-9765-4F2E-9C31-F10CEE096240}" dt="2026-07-07T16:28:41.541" v="47" actId="1076"/>
        <pc:sldMkLst>
          <pc:docMk/>
          <pc:sldMk cId="3719133245" sldId="2147483626"/>
        </pc:sldMkLst>
        <pc:spChg chg="mod">
          <ac:chgData name="Katie Savage" userId="e196d8e6-f7d3-4a7d-b526-c2af9dfd5cff" providerId="ADAL" clId="{5CC37D6D-9765-4F2E-9C31-F10CEE096240}" dt="2026-07-07T16:27:23.999" v="29" actId="20577"/>
          <ac:spMkLst>
            <pc:docMk/>
            <pc:sldMk cId="3719133245" sldId="2147483626"/>
            <ac:spMk id="3" creationId="{F50B175B-8D5C-2C6F-CF33-7D819F83890D}"/>
          </ac:spMkLst>
        </pc:spChg>
        <pc:spChg chg="mod">
          <ac:chgData name="Katie Savage" userId="e196d8e6-f7d3-4a7d-b526-c2af9dfd5cff" providerId="ADAL" clId="{5CC37D6D-9765-4F2E-9C31-F10CEE096240}" dt="2026-07-07T16:27:40.515" v="34" actId="20577"/>
          <ac:spMkLst>
            <pc:docMk/>
            <pc:sldMk cId="3719133245" sldId="2147483626"/>
            <ac:spMk id="5" creationId="{630A3F75-5025-A204-F553-8732DBAD3DFD}"/>
          </ac:spMkLst>
        </pc:spChg>
        <pc:picChg chg="add mod">
          <ac:chgData name="Katie Savage" userId="e196d8e6-f7d3-4a7d-b526-c2af9dfd5cff" providerId="ADAL" clId="{5CC37D6D-9765-4F2E-9C31-F10CEE096240}" dt="2026-07-07T16:28:41.541" v="47" actId="1076"/>
          <ac:picMkLst>
            <pc:docMk/>
            <pc:sldMk cId="3719133245" sldId="2147483626"/>
            <ac:picMk id="2" creationId="{FC0ECE4D-6CD8-E48B-F761-529489FD387E}"/>
          </ac:picMkLst>
        </pc:picChg>
      </pc:sldChg>
      <pc:sldChg chg="addSp delSp modSp add mod delAnim modAnim">
        <pc:chgData name="Katie Savage" userId="e196d8e6-f7d3-4a7d-b526-c2af9dfd5cff" providerId="ADAL" clId="{5CC37D6D-9765-4F2E-9C31-F10CEE096240}" dt="2026-07-07T16:31:34.763" v="98" actId="1076"/>
        <pc:sldMkLst>
          <pc:docMk/>
          <pc:sldMk cId="3730184720" sldId="2147483627"/>
        </pc:sldMkLst>
        <pc:spChg chg="mod">
          <ac:chgData name="Katie Savage" userId="e196d8e6-f7d3-4a7d-b526-c2af9dfd5cff" providerId="ADAL" clId="{5CC37D6D-9765-4F2E-9C31-F10CEE096240}" dt="2026-07-07T16:28:59.826" v="62" actId="20577"/>
          <ac:spMkLst>
            <pc:docMk/>
            <pc:sldMk cId="3730184720" sldId="2147483627"/>
            <ac:spMk id="3" creationId="{F50B175B-8D5C-2C6F-CF33-7D819F83890D}"/>
          </ac:spMkLst>
        </pc:spChg>
        <pc:spChg chg="mod">
          <ac:chgData name="Katie Savage" userId="e196d8e6-f7d3-4a7d-b526-c2af9dfd5cff" providerId="ADAL" clId="{5CC37D6D-9765-4F2E-9C31-F10CEE096240}" dt="2026-07-07T16:29:06.982" v="65" actId="20577"/>
          <ac:spMkLst>
            <pc:docMk/>
            <pc:sldMk cId="3730184720" sldId="2147483627"/>
            <ac:spMk id="5" creationId="{630A3F75-5025-A204-F553-8732DBAD3DFD}"/>
          </ac:spMkLst>
        </pc:spChg>
        <pc:picChg chg="add mod">
          <ac:chgData name="Katie Savage" userId="e196d8e6-f7d3-4a7d-b526-c2af9dfd5cff" providerId="ADAL" clId="{5CC37D6D-9765-4F2E-9C31-F10CEE096240}" dt="2026-07-07T16:31:34.763" v="98" actId="1076"/>
          <ac:picMkLst>
            <pc:docMk/>
            <pc:sldMk cId="3730184720" sldId="2147483627"/>
            <ac:picMk id="4" creationId="{749D72C3-347A-36F6-68E1-D9B53F1D5F7B}"/>
          </ac:picMkLst>
        </pc:picChg>
      </pc:sldChg>
      <pc:sldChg chg="modSp add mod">
        <pc:chgData name="Katie Savage" userId="e196d8e6-f7d3-4a7d-b526-c2af9dfd5cff" providerId="ADAL" clId="{5CC37D6D-9765-4F2E-9C31-F10CEE096240}" dt="2026-07-07T16:33:07.081" v="132" actId="20577"/>
        <pc:sldMkLst>
          <pc:docMk/>
          <pc:sldMk cId="1223499806" sldId="2147483628"/>
        </pc:sldMkLst>
        <pc:spChg chg="mod">
          <ac:chgData name="Katie Savage" userId="e196d8e6-f7d3-4a7d-b526-c2af9dfd5cff" providerId="ADAL" clId="{5CC37D6D-9765-4F2E-9C31-F10CEE096240}" dt="2026-07-07T16:30:41.212" v="89" actId="20577"/>
          <ac:spMkLst>
            <pc:docMk/>
            <pc:sldMk cId="1223499806" sldId="2147483628"/>
            <ac:spMk id="3" creationId="{F50B175B-8D5C-2C6F-CF33-7D819F83890D}"/>
          </ac:spMkLst>
        </pc:spChg>
        <pc:spChg chg="mod">
          <ac:chgData name="Katie Savage" userId="e196d8e6-f7d3-4a7d-b526-c2af9dfd5cff" providerId="ADAL" clId="{5CC37D6D-9765-4F2E-9C31-F10CEE096240}" dt="2026-07-07T16:33:07.081" v="132" actId="20577"/>
          <ac:spMkLst>
            <pc:docMk/>
            <pc:sldMk cId="1223499806" sldId="2147483628"/>
            <ac:spMk id="5" creationId="{630A3F75-5025-A204-F553-8732DBAD3DFD}"/>
          </ac:spMkLst>
        </pc:spChg>
      </pc:sldChg>
      <pc:sldChg chg="addSp delSp modSp add mod delAnim">
        <pc:chgData name="Katie Savage" userId="e196d8e6-f7d3-4a7d-b526-c2af9dfd5cff" providerId="ADAL" clId="{5CC37D6D-9765-4F2E-9C31-F10CEE096240}" dt="2026-07-07T16:32:43.411" v="130" actId="20577"/>
        <pc:sldMkLst>
          <pc:docMk/>
          <pc:sldMk cId="1607896683" sldId="2147483629"/>
        </pc:sldMkLst>
        <pc:spChg chg="mod">
          <ac:chgData name="Katie Savage" userId="e196d8e6-f7d3-4a7d-b526-c2af9dfd5cff" providerId="ADAL" clId="{5CC37D6D-9765-4F2E-9C31-F10CEE096240}" dt="2026-07-07T16:32:34.252" v="127" actId="20577"/>
          <ac:spMkLst>
            <pc:docMk/>
            <pc:sldMk cId="1607896683" sldId="2147483629"/>
            <ac:spMk id="3" creationId="{F50B175B-8D5C-2C6F-CF33-7D819F83890D}"/>
          </ac:spMkLst>
        </pc:spChg>
        <pc:spChg chg="mod">
          <ac:chgData name="Katie Savage" userId="e196d8e6-f7d3-4a7d-b526-c2af9dfd5cff" providerId="ADAL" clId="{5CC37D6D-9765-4F2E-9C31-F10CEE096240}" dt="2026-07-07T16:32:43.411" v="130" actId="20577"/>
          <ac:spMkLst>
            <pc:docMk/>
            <pc:sldMk cId="1607896683" sldId="2147483629"/>
            <ac:spMk id="5" creationId="{630A3F75-5025-A204-F553-8732DBAD3DFD}"/>
          </ac:spMkLst>
        </pc:spChg>
      </pc:sldChg>
      <pc:sldMasterChg chg="addSldLayout modSldLayout">
        <pc:chgData name="Katie Savage" userId="e196d8e6-f7d3-4a7d-b526-c2af9dfd5cff" providerId="ADAL" clId="{5CC37D6D-9765-4F2E-9C31-F10CEE096240}" dt="2026-07-07T16:24:39.527" v="3" actId="478"/>
        <pc:sldMasterMkLst>
          <pc:docMk/>
          <pc:sldMasterMk cId="1257559441" sldId="2147483660"/>
        </pc:sldMasterMkLst>
        <pc:sldLayoutChg chg="delSp add mod modTransition">
          <pc:chgData name="Katie Savage" userId="e196d8e6-f7d3-4a7d-b526-c2af9dfd5cff" providerId="ADAL" clId="{5CC37D6D-9765-4F2E-9C31-F10CEE096240}" dt="2026-07-07T16:24:39.527" v="3" actId="478"/>
          <pc:sldLayoutMkLst>
            <pc:docMk/>
            <pc:sldMasterMk cId="1257559441" sldId="2147483660"/>
            <pc:sldLayoutMk cId="4265469888" sldId="2147483982"/>
          </pc:sldLayoutMkLst>
        </pc:sldLayoutChg>
      </pc:sldMasterChg>
    </pc:docChg>
  </pc:docChgLst>
  <pc:docChgLst>
    <pc:chgData name="Katie Savage" userId="S::katiesavage@microsoft.com::e196d8e6-f7d3-4a7d-b526-c2af9dfd5cff" providerId="AD" clId="Web-{786F7295-500C-0D04-D8EA-B1F5164D4287}"/>
    <pc:docChg chg="modSld">
      <pc:chgData name="Katie Savage" userId="S::katiesavage@microsoft.com::e196d8e6-f7d3-4a7d-b526-c2af9dfd5cff" providerId="AD" clId="Web-{786F7295-500C-0D04-D8EA-B1F5164D4287}" dt="2026-07-08T15:55:24.567" v="3" actId="20577"/>
      <pc:docMkLst>
        <pc:docMk/>
      </pc:docMkLst>
      <pc:sldChg chg="modSp">
        <pc:chgData name="Katie Savage" userId="S::katiesavage@microsoft.com::e196d8e6-f7d3-4a7d-b526-c2af9dfd5cff" providerId="AD" clId="Web-{786F7295-500C-0D04-D8EA-B1F5164D4287}" dt="2026-07-08T15:55:00.926" v="1" actId="20577"/>
        <pc:sldMkLst>
          <pc:docMk/>
          <pc:sldMk cId="4114671531" sldId="2147483625"/>
        </pc:sldMkLst>
        <pc:spChg chg="mod">
          <ac:chgData name="Katie Savage" userId="S::katiesavage@microsoft.com::e196d8e6-f7d3-4a7d-b526-c2af9dfd5cff" providerId="AD" clId="Web-{786F7295-500C-0D04-D8EA-B1F5164D4287}" dt="2026-07-08T15:55:00.926" v="1" actId="20577"/>
          <ac:spMkLst>
            <pc:docMk/>
            <pc:sldMk cId="4114671531" sldId="2147483625"/>
            <ac:spMk id="3" creationId="{F50B175B-8D5C-2C6F-CF33-7D819F83890D}"/>
          </ac:spMkLst>
        </pc:spChg>
      </pc:sldChg>
      <pc:sldChg chg="modSp">
        <pc:chgData name="Katie Savage" userId="S::katiesavage@microsoft.com::e196d8e6-f7d3-4a7d-b526-c2af9dfd5cff" providerId="AD" clId="Web-{786F7295-500C-0D04-D8EA-B1F5164D4287}" dt="2026-07-08T15:54:52.536" v="0" actId="20577"/>
        <pc:sldMkLst>
          <pc:docMk/>
          <pc:sldMk cId="3719133245" sldId="2147483626"/>
        </pc:sldMkLst>
        <pc:spChg chg="mod">
          <ac:chgData name="Katie Savage" userId="S::katiesavage@microsoft.com::e196d8e6-f7d3-4a7d-b526-c2af9dfd5cff" providerId="AD" clId="Web-{786F7295-500C-0D04-D8EA-B1F5164D4287}" dt="2026-07-08T15:54:52.536" v="0" actId="20577"/>
          <ac:spMkLst>
            <pc:docMk/>
            <pc:sldMk cId="3719133245" sldId="2147483626"/>
            <ac:spMk id="3" creationId="{F50B175B-8D5C-2C6F-CF33-7D819F83890D}"/>
          </ac:spMkLst>
        </pc:spChg>
      </pc:sldChg>
      <pc:sldChg chg="modSp">
        <pc:chgData name="Katie Savage" userId="S::katiesavage@microsoft.com::e196d8e6-f7d3-4a7d-b526-c2af9dfd5cff" providerId="AD" clId="Web-{786F7295-500C-0D04-D8EA-B1F5164D4287}" dt="2026-07-08T15:55:07.395" v="2" actId="20577"/>
        <pc:sldMkLst>
          <pc:docMk/>
          <pc:sldMk cId="3730184720" sldId="2147483627"/>
        </pc:sldMkLst>
        <pc:spChg chg="mod">
          <ac:chgData name="Katie Savage" userId="S::katiesavage@microsoft.com::e196d8e6-f7d3-4a7d-b526-c2af9dfd5cff" providerId="AD" clId="Web-{786F7295-500C-0D04-D8EA-B1F5164D4287}" dt="2026-07-08T15:55:07.395" v="2" actId="20577"/>
          <ac:spMkLst>
            <pc:docMk/>
            <pc:sldMk cId="3730184720" sldId="2147483627"/>
            <ac:spMk id="3" creationId="{F50B175B-8D5C-2C6F-CF33-7D819F83890D}"/>
          </ac:spMkLst>
        </pc:spChg>
      </pc:sldChg>
      <pc:sldChg chg="modSp">
        <pc:chgData name="Katie Savage" userId="S::katiesavage@microsoft.com::e196d8e6-f7d3-4a7d-b526-c2af9dfd5cff" providerId="AD" clId="Web-{786F7295-500C-0D04-D8EA-B1F5164D4287}" dt="2026-07-08T15:55:24.567" v="3" actId="20577"/>
        <pc:sldMkLst>
          <pc:docMk/>
          <pc:sldMk cId="1607896683" sldId="2147483629"/>
        </pc:sldMkLst>
        <pc:spChg chg="mod">
          <ac:chgData name="Katie Savage" userId="S::katiesavage@microsoft.com::e196d8e6-f7d3-4a7d-b526-c2af9dfd5cff" providerId="AD" clId="Web-{786F7295-500C-0D04-D8EA-B1F5164D4287}" dt="2026-07-08T15:55:24.567" v="3" actId="20577"/>
          <ac:spMkLst>
            <pc:docMk/>
            <pc:sldMk cId="1607896683" sldId="2147483629"/>
            <ac:spMk id="3" creationId="{F50B175B-8D5C-2C6F-CF33-7D819F83890D}"/>
          </ac:spMkLst>
        </pc:spChg>
      </pc:sldChg>
    </pc:docChg>
  </pc:docChgLst>
  <pc:docChgLst>
    <pc:chgData name="Katie Savage" userId="S::katiesavage@microsoft.com::e196d8e6-f7d3-4a7d-b526-c2af9dfd5cff" providerId="AD" clId="Web-{5D0240E2-C1B4-FD61-5CD4-476651174471}"/>
    <pc:docChg chg="addSld delSld modSld modSection">
      <pc:chgData name="Katie Savage" userId="S::katiesavage@microsoft.com::e196d8e6-f7d3-4a7d-b526-c2af9dfd5cff" providerId="AD" clId="Web-{5D0240E2-C1B4-FD61-5CD4-476651174471}" dt="2026-07-07T16:21:52.485" v="38"/>
      <pc:docMkLst>
        <pc:docMk/>
      </pc:docMkLst>
      <pc:sldChg chg="addSp delSp modSp new addAnim">
        <pc:chgData name="Katie Savage" userId="S::katiesavage@microsoft.com::e196d8e6-f7d3-4a7d-b526-c2af9dfd5cff" providerId="AD" clId="Web-{5D0240E2-C1B4-FD61-5CD4-476651174471}" dt="2026-07-07T16:21:36.829" v="37"/>
        <pc:sldMkLst>
          <pc:docMk/>
          <pc:sldMk cId="4114671531" sldId="2147483625"/>
        </pc:sldMkLst>
        <pc:spChg chg="mod">
          <ac:chgData name="Katie Savage" userId="S::katiesavage@microsoft.com::e196d8e6-f7d3-4a7d-b526-c2af9dfd5cff" providerId="AD" clId="Web-{5D0240E2-C1B4-FD61-5CD4-476651174471}" dt="2026-07-07T16:20:29.578" v="32" actId="20577"/>
          <ac:spMkLst>
            <pc:docMk/>
            <pc:sldMk cId="4114671531" sldId="2147483625"/>
            <ac:spMk id="3" creationId="{F50B175B-8D5C-2C6F-CF33-7D819F83890D}"/>
          </ac:spMkLst>
        </pc:spChg>
        <pc:spChg chg="mod">
          <ac:chgData name="Katie Savage" userId="S::katiesavage@microsoft.com::e196d8e6-f7d3-4a7d-b526-c2af9dfd5cff" providerId="AD" clId="Web-{5D0240E2-C1B4-FD61-5CD4-476651174471}" dt="2026-07-07T16:21:11.516" v="33" actId="20577"/>
          <ac:spMkLst>
            <pc:docMk/>
            <pc:sldMk cId="4114671531" sldId="2147483625"/>
            <ac:spMk id="5" creationId="{630A3F75-5025-A204-F553-8732DBAD3DFD}"/>
          </ac:spMkLst>
        </pc:spChg>
        <pc:picChg chg="add mod">
          <ac:chgData name="Katie Savage" userId="S::katiesavage@microsoft.com::e196d8e6-f7d3-4a7d-b526-c2af9dfd5cff" providerId="AD" clId="Web-{5D0240E2-C1B4-FD61-5CD4-476651174471}" dt="2026-07-07T16:21:28.704" v="36" actId="1076"/>
          <ac:picMkLst>
            <pc:docMk/>
            <pc:sldMk cId="4114671531" sldId="2147483625"/>
            <ac:picMk id="7" creationId="{6A27CDC6-A84C-0B01-6B4B-D9D5AF985712}"/>
          </ac:picMkLst>
        </pc:picChg>
      </pc:sldChg>
    </pc:docChg>
  </pc:docChgLst>
  <pc:docChgLst>
    <pc:chgData name="Ayan Gupta" userId="S::ayangupta@microsoft.com::f37d95e9-049f-48f4-ab6e-3e06134b1d6e" providerId="AD" clId="Web-{BAC41C6B-4C02-3D07-5767-74C8B5E30757}"/>
    <pc:docChg chg="modSld">
      <pc:chgData name="Ayan Gupta" userId="S::ayangupta@microsoft.com::f37d95e9-049f-48f4-ab6e-3e06134b1d6e" providerId="AD" clId="Web-{BAC41C6B-4C02-3D07-5767-74C8B5E30757}" dt="2026-07-13T18:37:18.408" v="152"/>
      <pc:docMkLst>
        <pc:docMk/>
      </pc:docMkLst>
      <pc:sldChg chg="modNotes">
        <pc:chgData name="Ayan Gupta" userId="S::ayangupta@microsoft.com::f37d95e9-049f-48f4-ab6e-3e06134b1d6e" providerId="AD" clId="Web-{BAC41C6B-4C02-3D07-5767-74C8B5E30757}" dt="2026-07-13T17:45:52.464" v="7"/>
        <pc:sldMkLst>
          <pc:docMk/>
          <pc:sldMk cId="3579423601" sldId="455"/>
        </pc:sldMkLst>
      </pc:sldChg>
      <pc:sldChg chg="modNotes">
        <pc:chgData name="Ayan Gupta" userId="S::ayangupta@microsoft.com::f37d95e9-049f-48f4-ab6e-3e06134b1d6e" providerId="AD" clId="Web-{BAC41C6B-4C02-3D07-5767-74C8B5E30757}" dt="2026-07-13T17:47:01.076" v="14"/>
        <pc:sldMkLst>
          <pc:docMk/>
          <pc:sldMk cId="1033287503" sldId="534"/>
        </pc:sldMkLst>
      </pc:sldChg>
      <pc:sldChg chg="modNotes">
        <pc:chgData name="Ayan Gupta" userId="S::ayangupta@microsoft.com::f37d95e9-049f-48f4-ab6e-3e06134b1d6e" providerId="AD" clId="Web-{BAC41C6B-4C02-3D07-5767-74C8B5E30757}" dt="2026-07-13T17:47:06.249" v="18"/>
        <pc:sldMkLst>
          <pc:docMk/>
          <pc:sldMk cId="2910346001" sldId="573"/>
        </pc:sldMkLst>
      </pc:sldChg>
      <pc:sldChg chg="modNotes">
        <pc:chgData name="Ayan Gupta" userId="S::ayangupta@microsoft.com::f37d95e9-049f-48f4-ab6e-3e06134b1d6e" providerId="AD" clId="Web-{BAC41C6B-4C02-3D07-5767-74C8B5E30757}" dt="2026-07-13T18:37:18.408" v="152"/>
        <pc:sldMkLst>
          <pc:docMk/>
          <pc:sldMk cId="3238074180" sldId="760"/>
        </pc:sldMkLst>
      </pc:sldChg>
    </pc:docChg>
  </pc:docChgLst>
  <pc:docChgLst>
    <pc:chgData name="James Montemagno" userId="e0435849-a140-4c07-8047-7cefab9356ed" providerId="ADAL" clId="{DED6727F-CEAE-4D53-83F6-83BF9295322D}"/>
    <pc:docChg chg="undo custSel addSld delSld modSld sldOrd delMainMaster modSection">
      <pc:chgData name="James Montemagno" userId="e0435849-a140-4c07-8047-7cefab9356ed" providerId="ADAL" clId="{DED6727F-CEAE-4D53-83F6-83BF9295322D}" dt="2026-07-08T15:46:23.716" v="470" actId="1076"/>
      <pc:docMkLst>
        <pc:docMk/>
      </pc:docMkLst>
      <pc:sldChg chg="ord">
        <pc:chgData name="James Montemagno" userId="e0435849-a140-4c07-8047-7cefab9356ed" providerId="ADAL" clId="{DED6727F-CEAE-4D53-83F6-83BF9295322D}" dt="2026-07-06T23:07:00.229" v="130"/>
        <pc:sldMkLst>
          <pc:docMk/>
          <pc:sldMk cId="3579423601" sldId="455"/>
        </pc:sldMkLst>
      </pc:sldChg>
      <pc:sldChg chg="addSp modSp mod modAnim">
        <pc:chgData name="James Montemagno" userId="e0435849-a140-4c07-8047-7cefab9356ed" providerId="ADAL" clId="{DED6727F-CEAE-4D53-83F6-83BF9295322D}" dt="2026-07-06T23:07:43.272" v="135" actId="1076"/>
        <pc:sldMkLst>
          <pc:docMk/>
          <pc:sldMk cId="1033287503" sldId="534"/>
        </pc:sldMkLst>
        <pc:spChg chg="mod">
          <ac:chgData name="James Montemagno" userId="e0435849-a140-4c07-8047-7cefab9356ed" providerId="ADAL" clId="{DED6727F-CEAE-4D53-83F6-83BF9295322D}" dt="2026-07-06T23:07:35.378" v="133" actId="1076"/>
          <ac:spMkLst>
            <pc:docMk/>
            <pc:sldMk cId="1033287503" sldId="534"/>
            <ac:spMk id="3" creationId="{AF727F98-AE7D-704B-5162-083E62359163}"/>
          </ac:spMkLst>
        </pc:spChg>
        <pc:spChg chg="add mod">
          <ac:chgData name="James Montemagno" userId="e0435849-a140-4c07-8047-7cefab9356ed" providerId="ADAL" clId="{DED6727F-CEAE-4D53-83F6-83BF9295322D}" dt="2026-07-06T23:07:35.378" v="133" actId="1076"/>
          <ac:spMkLst>
            <pc:docMk/>
            <pc:sldMk cId="1033287503" sldId="534"/>
            <ac:spMk id="4" creationId="{B2567E19-78B9-3A5D-270B-CE2A6E68967A}"/>
          </ac:spMkLst>
        </pc:spChg>
        <pc:spChg chg="mod">
          <ac:chgData name="James Montemagno" userId="e0435849-a140-4c07-8047-7cefab9356ed" providerId="ADAL" clId="{DED6727F-CEAE-4D53-83F6-83BF9295322D}" dt="2026-07-06T23:07:35.378" v="133" actId="1076"/>
          <ac:spMkLst>
            <pc:docMk/>
            <pc:sldMk cId="1033287503" sldId="534"/>
            <ac:spMk id="5" creationId="{A3C41461-C7DB-B603-233A-6E0DEDE72337}"/>
          </ac:spMkLst>
        </pc:spChg>
        <pc:spChg chg="mod">
          <ac:chgData name="James Montemagno" userId="e0435849-a140-4c07-8047-7cefab9356ed" providerId="ADAL" clId="{DED6727F-CEAE-4D53-83F6-83BF9295322D}" dt="2026-07-06T23:07:38.948" v="134" actId="1076"/>
          <ac:spMkLst>
            <pc:docMk/>
            <pc:sldMk cId="1033287503" sldId="534"/>
            <ac:spMk id="6" creationId="{19145C61-BBCF-A922-9473-C8D8A75B984B}"/>
          </ac:spMkLst>
        </pc:spChg>
        <pc:spChg chg="mod">
          <ac:chgData name="James Montemagno" userId="e0435849-a140-4c07-8047-7cefab9356ed" providerId="ADAL" clId="{DED6727F-CEAE-4D53-83F6-83BF9295322D}" dt="2026-07-06T23:07:30.561" v="132"/>
          <ac:spMkLst>
            <pc:docMk/>
            <pc:sldMk cId="1033287503" sldId="534"/>
            <ac:spMk id="11" creationId="{6A1F9C5A-E5A3-E719-BE70-0F7D976B9662}"/>
          </ac:spMkLst>
        </pc:spChg>
        <pc:spChg chg="mod">
          <ac:chgData name="James Montemagno" userId="e0435849-a140-4c07-8047-7cefab9356ed" providerId="ADAL" clId="{DED6727F-CEAE-4D53-83F6-83BF9295322D}" dt="2026-07-06T23:07:30.561" v="132"/>
          <ac:spMkLst>
            <pc:docMk/>
            <pc:sldMk cId="1033287503" sldId="534"/>
            <ac:spMk id="15" creationId="{534B7213-9A24-3FD7-6E01-2F12FE13DC8B}"/>
          </ac:spMkLst>
        </pc:spChg>
        <pc:spChg chg="mod">
          <ac:chgData name="James Montemagno" userId="e0435849-a140-4c07-8047-7cefab9356ed" providerId="ADAL" clId="{DED6727F-CEAE-4D53-83F6-83BF9295322D}" dt="2026-07-06T23:07:30.561" v="132"/>
          <ac:spMkLst>
            <pc:docMk/>
            <pc:sldMk cId="1033287503" sldId="534"/>
            <ac:spMk id="18" creationId="{89C11FF4-F00F-15D4-8BF8-5103044AED77}"/>
          </ac:spMkLst>
        </pc:spChg>
        <pc:spChg chg="mod">
          <ac:chgData name="James Montemagno" userId="e0435849-a140-4c07-8047-7cefab9356ed" providerId="ADAL" clId="{DED6727F-CEAE-4D53-83F6-83BF9295322D}" dt="2026-07-06T23:07:30.561" v="132"/>
          <ac:spMkLst>
            <pc:docMk/>
            <pc:sldMk cId="1033287503" sldId="534"/>
            <ac:spMk id="22" creationId="{57A23A79-CAE1-FF94-EB8F-0864A891B369}"/>
          </ac:spMkLst>
        </pc:spChg>
        <pc:spChg chg="mod">
          <ac:chgData name="James Montemagno" userId="e0435849-a140-4c07-8047-7cefab9356ed" providerId="ADAL" clId="{DED6727F-CEAE-4D53-83F6-83BF9295322D}" dt="2026-07-06T23:07:30.561" v="132"/>
          <ac:spMkLst>
            <pc:docMk/>
            <pc:sldMk cId="1033287503" sldId="534"/>
            <ac:spMk id="25" creationId="{6EC12E60-3A67-F910-21A8-DFC433F22DC2}"/>
          </ac:spMkLst>
        </pc:spChg>
        <pc:spChg chg="mod">
          <ac:chgData name="James Montemagno" userId="e0435849-a140-4c07-8047-7cefab9356ed" providerId="ADAL" clId="{DED6727F-CEAE-4D53-83F6-83BF9295322D}" dt="2026-07-06T23:07:30.561" v="132"/>
          <ac:spMkLst>
            <pc:docMk/>
            <pc:sldMk cId="1033287503" sldId="534"/>
            <ac:spMk id="28" creationId="{310397D8-0189-C3A6-458D-BC9F5A24DE18}"/>
          </ac:spMkLst>
        </pc:spChg>
        <pc:spChg chg="mod">
          <ac:chgData name="James Montemagno" userId="e0435849-a140-4c07-8047-7cefab9356ed" providerId="ADAL" clId="{DED6727F-CEAE-4D53-83F6-83BF9295322D}" dt="2026-07-06T23:07:30.561" v="132"/>
          <ac:spMkLst>
            <pc:docMk/>
            <pc:sldMk cId="1033287503" sldId="534"/>
            <ac:spMk id="31" creationId="{7B6C755E-EA81-E862-7373-EA9C0A721828}"/>
          </ac:spMkLst>
        </pc:spChg>
        <pc:spChg chg="mod">
          <ac:chgData name="James Montemagno" userId="e0435849-a140-4c07-8047-7cefab9356ed" providerId="ADAL" clId="{DED6727F-CEAE-4D53-83F6-83BF9295322D}" dt="2026-07-06T23:07:30.561" v="132"/>
          <ac:spMkLst>
            <pc:docMk/>
            <pc:sldMk cId="1033287503" sldId="534"/>
            <ac:spMk id="32" creationId="{F5245B11-430A-6E7D-ABA7-A5396CC1A09B}"/>
          </ac:spMkLst>
        </pc:spChg>
        <pc:spChg chg="mod">
          <ac:chgData name="James Montemagno" userId="e0435849-a140-4c07-8047-7cefab9356ed" providerId="ADAL" clId="{DED6727F-CEAE-4D53-83F6-83BF9295322D}" dt="2026-07-06T23:07:30.561" v="132"/>
          <ac:spMkLst>
            <pc:docMk/>
            <pc:sldMk cId="1033287503" sldId="534"/>
            <ac:spMk id="45" creationId="{15F58E19-532C-E89D-AE69-62AD591EC2F7}"/>
          </ac:spMkLst>
        </pc:spChg>
        <pc:grpChg chg="mod">
          <ac:chgData name="James Montemagno" userId="e0435849-a140-4c07-8047-7cefab9356ed" providerId="ADAL" clId="{DED6727F-CEAE-4D53-83F6-83BF9295322D}" dt="2026-07-06T23:07:35.378" v="133" actId="1076"/>
          <ac:grpSpMkLst>
            <pc:docMk/>
            <pc:sldMk cId="1033287503" sldId="534"/>
            <ac:grpSpMk id="7" creationId="{94417588-1859-F62E-3101-F5A62F43E838}"/>
          </ac:grpSpMkLst>
        </pc:grpChg>
        <pc:grpChg chg="mod">
          <ac:chgData name="James Montemagno" userId="e0435849-a140-4c07-8047-7cefab9356ed" providerId="ADAL" clId="{DED6727F-CEAE-4D53-83F6-83BF9295322D}" dt="2026-07-06T23:07:35.378" v="133" actId="1076"/>
          <ac:grpSpMkLst>
            <pc:docMk/>
            <pc:sldMk cId="1033287503" sldId="534"/>
            <ac:grpSpMk id="13" creationId="{8174207B-8565-B315-CFE5-F1AB579E199F}"/>
          </ac:grpSpMkLst>
        </pc:grpChg>
        <pc:grpChg chg="mod">
          <ac:chgData name="James Montemagno" userId="e0435849-a140-4c07-8047-7cefab9356ed" providerId="ADAL" clId="{DED6727F-CEAE-4D53-83F6-83BF9295322D}" dt="2026-07-06T23:07:35.378" v="133" actId="1076"/>
          <ac:grpSpMkLst>
            <pc:docMk/>
            <pc:sldMk cId="1033287503" sldId="534"/>
            <ac:grpSpMk id="20" creationId="{EC06BA73-D58C-6DE5-E6D8-56F7379F7A9C}"/>
          </ac:grpSpMkLst>
        </pc:grpChg>
        <pc:grpChg chg="mod">
          <ac:chgData name="James Montemagno" userId="e0435849-a140-4c07-8047-7cefab9356ed" providerId="ADAL" clId="{DED6727F-CEAE-4D53-83F6-83BF9295322D}" dt="2026-07-06T23:07:35.378" v="133" actId="1076"/>
          <ac:grpSpMkLst>
            <pc:docMk/>
            <pc:sldMk cId="1033287503" sldId="534"/>
            <ac:grpSpMk id="26" creationId="{1F4AB2FC-B275-4F27-DA3F-6CF3F3B86DB2}"/>
          </ac:grpSpMkLst>
        </pc:grpChg>
        <pc:grpChg chg="mod">
          <ac:chgData name="James Montemagno" userId="e0435849-a140-4c07-8047-7cefab9356ed" providerId="ADAL" clId="{DED6727F-CEAE-4D53-83F6-83BF9295322D}" dt="2026-07-06T23:07:35.378" v="133" actId="1076"/>
          <ac:grpSpMkLst>
            <pc:docMk/>
            <pc:sldMk cId="1033287503" sldId="534"/>
            <ac:grpSpMk id="33" creationId="{E89B6D67-94EB-C3BD-FD34-51C1BC261449}"/>
          </ac:grpSpMkLst>
        </pc:grpChg>
        <pc:grpChg chg="mod">
          <ac:chgData name="James Montemagno" userId="e0435849-a140-4c07-8047-7cefab9356ed" providerId="ADAL" clId="{DED6727F-CEAE-4D53-83F6-83BF9295322D}" dt="2026-07-06T23:07:35.378" v="133" actId="1076"/>
          <ac:grpSpMkLst>
            <pc:docMk/>
            <pc:sldMk cId="1033287503" sldId="534"/>
            <ac:grpSpMk id="40" creationId="{F7AB3748-1994-5E2B-FB0E-448073E57641}"/>
          </ac:grpSpMkLst>
        </pc:grpChg>
        <pc:picChg chg="mod">
          <ac:chgData name="James Montemagno" userId="e0435849-a140-4c07-8047-7cefab9356ed" providerId="ADAL" clId="{DED6727F-CEAE-4D53-83F6-83BF9295322D}" dt="2026-07-06T23:07:43.272" v="135" actId="1076"/>
          <ac:picMkLst>
            <pc:docMk/>
            <pc:sldMk cId="1033287503" sldId="534"/>
            <ac:picMk id="2" creationId="{F68EE709-8070-0337-33F8-409002C1E4D3}"/>
          </ac:picMkLst>
        </pc:picChg>
      </pc:sldChg>
      <pc:sldChg chg="modSp mod ord">
        <pc:chgData name="James Montemagno" userId="e0435849-a140-4c07-8047-7cefab9356ed" providerId="ADAL" clId="{DED6727F-CEAE-4D53-83F6-83BF9295322D}" dt="2026-07-08T15:38:01.943" v="428" actId="113"/>
        <pc:sldMkLst>
          <pc:docMk/>
          <pc:sldMk cId="3892565164" sldId="572"/>
        </pc:sldMkLst>
        <pc:spChg chg="mod">
          <ac:chgData name="James Montemagno" userId="e0435849-a140-4c07-8047-7cefab9356ed" providerId="ADAL" clId="{DED6727F-CEAE-4D53-83F6-83BF9295322D}" dt="2026-07-08T15:38:01.943" v="428" actId="113"/>
          <ac:spMkLst>
            <pc:docMk/>
            <pc:sldMk cId="3892565164" sldId="572"/>
            <ac:spMk id="6" creationId="{8BB41AFA-2B9F-012C-2C32-91945243E00C}"/>
          </ac:spMkLst>
        </pc:spChg>
        <pc:spChg chg="mod">
          <ac:chgData name="James Montemagno" userId="e0435849-a140-4c07-8047-7cefab9356ed" providerId="ADAL" clId="{DED6727F-CEAE-4D53-83F6-83BF9295322D}" dt="2026-07-08T15:38:01.943" v="428" actId="113"/>
          <ac:spMkLst>
            <pc:docMk/>
            <pc:sldMk cId="3892565164" sldId="572"/>
            <ac:spMk id="13" creationId="{F56BEFAA-3181-041F-EA92-2B2A8411A649}"/>
          </ac:spMkLst>
        </pc:spChg>
        <pc:spChg chg="mod">
          <ac:chgData name="James Montemagno" userId="e0435849-a140-4c07-8047-7cefab9356ed" providerId="ADAL" clId="{DED6727F-CEAE-4D53-83F6-83BF9295322D}" dt="2026-07-08T15:38:01.943" v="428" actId="113"/>
          <ac:spMkLst>
            <pc:docMk/>
            <pc:sldMk cId="3892565164" sldId="572"/>
            <ac:spMk id="44" creationId="{56552BDA-67C3-1E0F-81CF-52883E4F3757}"/>
          </ac:spMkLst>
        </pc:spChg>
        <pc:spChg chg="mod">
          <ac:chgData name="James Montemagno" userId="e0435849-a140-4c07-8047-7cefab9356ed" providerId="ADAL" clId="{DED6727F-CEAE-4D53-83F6-83BF9295322D}" dt="2026-07-08T15:38:01.943" v="428" actId="113"/>
          <ac:spMkLst>
            <pc:docMk/>
            <pc:sldMk cId="3892565164" sldId="572"/>
            <ac:spMk id="45" creationId="{7308B704-9399-77B2-A9C5-5E8FC84BF1EE}"/>
          </ac:spMkLst>
        </pc:spChg>
        <pc:spChg chg="mod">
          <ac:chgData name="James Montemagno" userId="e0435849-a140-4c07-8047-7cefab9356ed" providerId="ADAL" clId="{DED6727F-CEAE-4D53-83F6-83BF9295322D}" dt="2026-07-08T15:38:01.943" v="428" actId="113"/>
          <ac:spMkLst>
            <pc:docMk/>
            <pc:sldMk cId="3892565164" sldId="572"/>
            <ac:spMk id="46" creationId="{A7701757-E5E8-E631-2DC6-5C5EDA00C851}"/>
          </ac:spMkLst>
        </pc:spChg>
        <pc:spChg chg="mod">
          <ac:chgData name="James Montemagno" userId="e0435849-a140-4c07-8047-7cefab9356ed" providerId="ADAL" clId="{DED6727F-CEAE-4D53-83F6-83BF9295322D}" dt="2026-07-08T15:38:01.943" v="428" actId="113"/>
          <ac:spMkLst>
            <pc:docMk/>
            <pc:sldMk cId="3892565164" sldId="572"/>
            <ac:spMk id="47" creationId="{A4ACBC29-F27C-F556-E028-F10E744DBDA5}"/>
          </ac:spMkLst>
        </pc:spChg>
        <pc:spChg chg="mod">
          <ac:chgData name="James Montemagno" userId="e0435849-a140-4c07-8047-7cefab9356ed" providerId="ADAL" clId="{DED6727F-CEAE-4D53-83F6-83BF9295322D}" dt="2026-07-08T15:38:01.943" v="428" actId="113"/>
          <ac:spMkLst>
            <pc:docMk/>
            <pc:sldMk cId="3892565164" sldId="572"/>
            <ac:spMk id="98" creationId="{2A8A5036-FCB8-CEB3-5C61-7C6B1959308B}"/>
          </ac:spMkLst>
        </pc:spChg>
        <pc:spChg chg="mod">
          <ac:chgData name="James Montemagno" userId="e0435849-a140-4c07-8047-7cefab9356ed" providerId="ADAL" clId="{DED6727F-CEAE-4D53-83F6-83BF9295322D}" dt="2026-07-08T15:38:01.943" v="428" actId="113"/>
          <ac:spMkLst>
            <pc:docMk/>
            <pc:sldMk cId="3892565164" sldId="572"/>
            <ac:spMk id="110" creationId="{758EB650-A6D2-FD3D-C803-03DD69BC56F3}"/>
          </ac:spMkLst>
        </pc:spChg>
        <pc:spChg chg="mod">
          <ac:chgData name="James Montemagno" userId="e0435849-a140-4c07-8047-7cefab9356ed" providerId="ADAL" clId="{DED6727F-CEAE-4D53-83F6-83BF9295322D}" dt="2026-07-08T15:38:01.943" v="428" actId="113"/>
          <ac:spMkLst>
            <pc:docMk/>
            <pc:sldMk cId="3892565164" sldId="572"/>
            <ac:spMk id="111" creationId="{2EBF335B-8B1D-0BCE-B51E-D0416B7721DB}"/>
          </ac:spMkLst>
        </pc:spChg>
        <pc:picChg chg="mod modCrop">
          <ac:chgData name="James Montemagno" userId="e0435849-a140-4c07-8047-7cefab9356ed" providerId="ADAL" clId="{DED6727F-CEAE-4D53-83F6-83BF9295322D}" dt="2026-07-08T15:37:58.019" v="427" actId="1076"/>
          <ac:picMkLst>
            <pc:docMk/>
            <pc:sldMk cId="3892565164" sldId="572"/>
            <ac:picMk id="4" creationId="{1C38CCD7-7590-9CEF-A623-F52CC59F5190}"/>
          </ac:picMkLst>
        </pc:picChg>
        <pc:picChg chg="mod">
          <ac:chgData name="James Montemagno" userId="e0435849-a140-4c07-8047-7cefab9356ed" providerId="ADAL" clId="{DED6727F-CEAE-4D53-83F6-83BF9295322D}" dt="2026-07-08T15:38:01.943" v="428" actId="113"/>
          <ac:picMkLst>
            <pc:docMk/>
            <pc:sldMk cId="3892565164" sldId="572"/>
            <ac:picMk id="1026" creationId="{7771899E-B174-2820-D44C-1610EFD3CA95}"/>
          </ac:picMkLst>
        </pc:picChg>
      </pc:sldChg>
      <pc:sldChg chg="delSp modSp mod">
        <pc:chgData name="James Montemagno" userId="e0435849-a140-4c07-8047-7cefab9356ed" providerId="ADAL" clId="{DED6727F-CEAE-4D53-83F6-83BF9295322D}" dt="2026-07-08T15:36:05.432" v="410" actId="732"/>
        <pc:sldMkLst>
          <pc:docMk/>
          <pc:sldMk cId="2910346001" sldId="573"/>
        </pc:sldMkLst>
        <pc:spChg chg="mod">
          <ac:chgData name="James Montemagno" userId="e0435849-a140-4c07-8047-7cefab9356ed" providerId="ADAL" clId="{DED6727F-CEAE-4D53-83F6-83BF9295322D}" dt="2026-07-06T23:07:52.603" v="137" actId="1076"/>
          <ac:spMkLst>
            <pc:docMk/>
            <pc:sldMk cId="2910346001" sldId="573"/>
            <ac:spMk id="3" creationId="{E53FB6D9-C2A7-698E-C94A-C53B460E0D30}"/>
          </ac:spMkLst>
        </pc:spChg>
        <pc:spChg chg="mod">
          <ac:chgData name="James Montemagno" userId="e0435849-a140-4c07-8047-7cefab9356ed" providerId="ADAL" clId="{DED6727F-CEAE-4D53-83F6-83BF9295322D}" dt="2026-07-06T23:05:31.114" v="120" actId="20577"/>
          <ac:spMkLst>
            <pc:docMk/>
            <pc:sldMk cId="2910346001" sldId="573"/>
            <ac:spMk id="4" creationId="{96607450-B0AD-564D-CD64-A86CBFE0B6B3}"/>
          </ac:spMkLst>
        </pc:spChg>
        <pc:picChg chg="mod modCrop">
          <ac:chgData name="James Montemagno" userId="e0435849-a140-4c07-8047-7cefab9356ed" providerId="ADAL" clId="{DED6727F-CEAE-4D53-83F6-83BF9295322D}" dt="2026-07-08T15:36:05.432" v="410" actId="732"/>
          <ac:picMkLst>
            <pc:docMk/>
            <pc:sldMk cId="2910346001" sldId="573"/>
            <ac:picMk id="6" creationId="{B769D211-00C1-1DBC-B319-A1EF832B809E}"/>
          </ac:picMkLst>
        </pc:picChg>
      </pc:sldChg>
      <pc:sldChg chg="modSp add del mod ord">
        <pc:chgData name="James Montemagno" userId="e0435849-a140-4c07-8047-7cefab9356ed" providerId="ADAL" clId="{DED6727F-CEAE-4D53-83F6-83BF9295322D}" dt="2026-07-08T15:37:18.504" v="418" actId="2711"/>
        <pc:sldMkLst>
          <pc:docMk/>
          <pc:sldMk cId="3474706117" sldId="682"/>
        </pc:sldMkLst>
        <pc:spChg chg="mod">
          <ac:chgData name="James Montemagno" userId="e0435849-a140-4c07-8047-7cefab9356ed" providerId="ADAL" clId="{DED6727F-CEAE-4D53-83F6-83BF9295322D}" dt="2026-07-08T15:37:18.504" v="418" actId="2711"/>
          <ac:spMkLst>
            <pc:docMk/>
            <pc:sldMk cId="3474706117" sldId="682"/>
            <ac:spMk id="9" creationId="{7250BEFD-4D8F-DE04-0B11-D4F1AF2F1252}"/>
          </ac:spMkLst>
        </pc:spChg>
      </pc:sldChg>
      <pc:sldChg chg="modSp add del mod ord">
        <pc:chgData name="James Montemagno" userId="e0435849-a140-4c07-8047-7cefab9356ed" providerId="ADAL" clId="{DED6727F-CEAE-4D53-83F6-83BF9295322D}" dt="2026-07-08T15:38:58.878" v="430" actId="2711"/>
        <pc:sldMkLst>
          <pc:docMk/>
          <pc:sldMk cId="3238074180" sldId="760"/>
        </pc:sldMkLst>
        <pc:spChg chg="mod">
          <ac:chgData name="James Montemagno" userId="e0435849-a140-4c07-8047-7cefab9356ed" providerId="ADAL" clId="{DED6727F-CEAE-4D53-83F6-83BF9295322D}" dt="2026-07-06T23:04:19.119" v="42" actId="20577"/>
          <ac:spMkLst>
            <pc:docMk/>
            <pc:sldMk cId="3238074180" sldId="760"/>
            <ac:spMk id="13" creationId="{75D60843-BA9A-98D5-E9FE-571878656462}"/>
          </ac:spMkLst>
        </pc:spChg>
        <pc:spChg chg="mod">
          <ac:chgData name="James Montemagno" userId="e0435849-a140-4c07-8047-7cefab9356ed" providerId="ADAL" clId="{DED6727F-CEAE-4D53-83F6-83BF9295322D}" dt="2026-07-08T15:38:58.878" v="430" actId="2711"/>
          <ac:spMkLst>
            <pc:docMk/>
            <pc:sldMk cId="3238074180" sldId="760"/>
            <ac:spMk id="38" creationId="{58D6E6EC-742C-9769-F718-B4CA9F838747}"/>
          </ac:spMkLst>
        </pc:spChg>
        <pc:spChg chg="mod">
          <ac:chgData name="James Montemagno" userId="e0435849-a140-4c07-8047-7cefab9356ed" providerId="ADAL" clId="{DED6727F-CEAE-4D53-83F6-83BF9295322D}" dt="2026-07-08T15:38:58.878" v="430" actId="2711"/>
          <ac:spMkLst>
            <pc:docMk/>
            <pc:sldMk cId="3238074180" sldId="760"/>
            <ac:spMk id="49" creationId="{EC1E94A9-C7EA-185D-C95D-CE005D358729}"/>
          </ac:spMkLst>
        </pc:spChg>
        <pc:spChg chg="mod">
          <ac:chgData name="James Montemagno" userId="e0435849-a140-4c07-8047-7cefab9356ed" providerId="ADAL" clId="{DED6727F-CEAE-4D53-83F6-83BF9295322D}" dt="2026-07-08T15:38:58.878" v="430" actId="2711"/>
          <ac:spMkLst>
            <pc:docMk/>
            <pc:sldMk cId="3238074180" sldId="760"/>
            <ac:spMk id="71" creationId="{146367D0-1BED-5B17-4552-E0DBCEF975C0}"/>
          </ac:spMkLst>
        </pc:spChg>
        <pc:spChg chg="mod">
          <ac:chgData name="James Montemagno" userId="e0435849-a140-4c07-8047-7cefab9356ed" providerId="ADAL" clId="{DED6727F-CEAE-4D53-83F6-83BF9295322D}" dt="2026-07-08T15:38:58.878" v="430" actId="2711"/>
          <ac:spMkLst>
            <pc:docMk/>
            <pc:sldMk cId="3238074180" sldId="760"/>
            <ac:spMk id="78" creationId="{23A27672-4BD5-8ACF-2D6D-FAA2B52ECA85}"/>
          </ac:spMkLst>
        </pc:spChg>
        <pc:spChg chg="mod">
          <ac:chgData name="James Montemagno" userId="e0435849-a140-4c07-8047-7cefab9356ed" providerId="ADAL" clId="{DED6727F-CEAE-4D53-83F6-83BF9295322D}" dt="2026-07-08T15:37:09.760" v="416" actId="113"/>
          <ac:spMkLst>
            <pc:docMk/>
            <pc:sldMk cId="3238074180" sldId="760"/>
            <ac:spMk id="84" creationId="{A80B771D-A2C1-85D0-9F80-76A338EB7BFB}"/>
          </ac:spMkLst>
        </pc:spChg>
        <pc:spChg chg="mod">
          <ac:chgData name="James Montemagno" userId="e0435849-a140-4c07-8047-7cefab9356ed" providerId="ADAL" clId="{DED6727F-CEAE-4D53-83F6-83BF9295322D}" dt="2026-07-08T15:38:58.878" v="430" actId="2711"/>
          <ac:spMkLst>
            <pc:docMk/>
            <pc:sldMk cId="3238074180" sldId="760"/>
            <ac:spMk id="176" creationId="{290828F9-D961-20F1-BD19-98D794A84FFB}"/>
          </ac:spMkLst>
        </pc:spChg>
        <pc:spChg chg="mod">
          <ac:chgData name="James Montemagno" userId="e0435849-a140-4c07-8047-7cefab9356ed" providerId="ADAL" clId="{DED6727F-CEAE-4D53-83F6-83BF9295322D}" dt="2026-07-08T15:38:58.878" v="430" actId="2711"/>
          <ac:spMkLst>
            <pc:docMk/>
            <pc:sldMk cId="3238074180" sldId="760"/>
            <ac:spMk id="178" creationId="{3B899F06-CF22-4998-91D3-A023885EA989}"/>
          </ac:spMkLst>
        </pc:spChg>
        <pc:spChg chg="mod">
          <ac:chgData name="James Montemagno" userId="e0435849-a140-4c07-8047-7cefab9356ed" providerId="ADAL" clId="{DED6727F-CEAE-4D53-83F6-83BF9295322D}" dt="2026-07-08T15:38:58.878" v="430" actId="2711"/>
          <ac:spMkLst>
            <pc:docMk/>
            <pc:sldMk cId="3238074180" sldId="760"/>
            <ac:spMk id="189" creationId="{64BD7C70-A5FD-C6AF-4351-449D362B4EA6}"/>
          </ac:spMkLst>
        </pc:spChg>
        <pc:spChg chg="mod">
          <ac:chgData name="James Montemagno" userId="e0435849-a140-4c07-8047-7cefab9356ed" providerId="ADAL" clId="{DED6727F-CEAE-4D53-83F6-83BF9295322D}" dt="2026-07-08T15:38:58.878" v="430" actId="2711"/>
          <ac:spMkLst>
            <pc:docMk/>
            <pc:sldMk cId="3238074180" sldId="760"/>
            <ac:spMk id="196" creationId="{660494DA-89FD-EEBD-C0E2-5BB4E10CE5FB}"/>
          </ac:spMkLst>
        </pc:spChg>
        <pc:spChg chg="mod">
          <ac:chgData name="James Montemagno" userId="e0435849-a140-4c07-8047-7cefab9356ed" providerId="ADAL" clId="{DED6727F-CEAE-4D53-83F6-83BF9295322D}" dt="2026-07-08T15:38:58.878" v="430" actId="2711"/>
          <ac:spMkLst>
            <pc:docMk/>
            <pc:sldMk cId="3238074180" sldId="760"/>
            <ac:spMk id="198" creationId="{7F33BFF3-5E57-9F27-EE27-90EC5571AB7B}"/>
          </ac:spMkLst>
        </pc:spChg>
        <pc:spChg chg="mod">
          <ac:chgData name="James Montemagno" userId="e0435849-a140-4c07-8047-7cefab9356ed" providerId="ADAL" clId="{DED6727F-CEAE-4D53-83F6-83BF9295322D}" dt="2026-07-08T15:38:58.878" v="430" actId="2711"/>
          <ac:spMkLst>
            <pc:docMk/>
            <pc:sldMk cId="3238074180" sldId="760"/>
            <ac:spMk id="206" creationId="{109032EF-1EFD-F83C-24D1-023E9D5849AA}"/>
          </ac:spMkLst>
        </pc:spChg>
        <pc:grpChg chg="mod">
          <ac:chgData name="James Montemagno" userId="e0435849-a140-4c07-8047-7cefab9356ed" providerId="ADAL" clId="{DED6727F-CEAE-4D53-83F6-83BF9295322D}" dt="2026-07-06T23:06:37.207" v="124" actId="1076"/>
          <ac:grpSpMkLst>
            <pc:docMk/>
            <pc:sldMk cId="3238074180" sldId="760"/>
            <ac:grpSpMk id="221" creationId="{C5598788-EBCF-66C7-615E-254D03DC0DEA}"/>
          </ac:grpSpMkLst>
        </pc:grpChg>
      </pc:sldChg>
      <pc:sldChg chg="modSp add mod ord">
        <pc:chgData name="James Montemagno" userId="e0435849-a140-4c07-8047-7cefab9356ed" providerId="ADAL" clId="{DED6727F-CEAE-4D53-83F6-83BF9295322D}" dt="2026-07-08T15:36:19.771" v="412" actId="732"/>
        <pc:sldMkLst>
          <pc:docMk/>
          <pc:sldMk cId="2786439670" sldId="2147483624"/>
        </pc:sldMkLst>
        <pc:spChg chg="mod">
          <ac:chgData name="James Montemagno" userId="e0435849-a140-4c07-8047-7cefab9356ed" providerId="ADAL" clId="{DED6727F-CEAE-4D53-83F6-83BF9295322D}" dt="2026-07-06T23:15:39.419" v="163" actId="20577"/>
          <ac:spMkLst>
            <pc:docMk/>
            <pc:sldMk cId="2786439670" sldId="2147483624"/>
            <ac:spMk id="3" creationId="{34BAAE19-B0F5-8C32-EB33-D03847072576}"/>
          </ac:spMkLst>
        </pc:spChg>
        <pc:spChg chg="mod">
          <ac:chgData name="James Montemagno" userId="e0435849-a140-4c07-8047-7cefab9356ed" providerId="ADAL" clId="{DED6727F-CEAE-4D53-83F6-83BF9295322D}" dt="2026-07-06T23:15:46.922" v="202" actId="20577"/>
          <ac:spMkLst>
            <pc:docMk/>
            <pc:sldMk cId="2786439670" sldId="2147483624"/>
            <ac:spMk id="4" creationId="{439ED3F3-8C03-DB67-7099-E1A532D258DC}"/>
          </ac:spMkLst>
        </pc:spChg>
        <pc:picChg chg="mod modCrop">
          <ac:chgData name="James Montemagno" userId="e0435849-a140-4c07-8047-7cefab9356ed" providerId="ADAL" clId="{DED6727F-CEAE-4D53-83F6-83BF9295322D}" dt="2026-07-08T15:36:19.771" v="412" actId="732"/>
          <ac:picMkLst>
            <pc:docMk/>
            <pc:sldMk cId="2786439670" sldId="2147483624"/>
            <ac:picMk id="6" creationId="{3CDF4DFC-C977-0709-1561-EC2E87FF2EA7}"/>
          </ac:picMkLst>
        </pc:picChg>
      </pc:sldChg>
      <pc:sldChg chg="modSp mod modAnim">
        <pc:chgData name="James Montemagno" userId="e0435849-a140-4c07-8047-7cefab9356ed" providerId="ADAL" clId="{DED6727F-CEAE-4D53-83F6-83BF9295322D}" dt="2026-07-08T15:43:14.375" v="446"/>
        <pc:sldMkLst>
          <pc:docMk/>
          <pc:sldMk cId="4114671531" sldId="2147483625"/>
        </pc:sldMkLst>
        <pc:picChg chg="mod">
          <ac:chgData name="James Montemagno" userId="e0435849-a140-4c07-8047-7cefab9356ed" providerId="ADAL" clId="{DED6727F-CEAE-4D53-83F6-83BF9295322D}" dt="2026-07-07T17:46:36.670" v="347" actId="1440"/>
          <ac:picMkLst>
            <pc:docMk/>
            <pc:sldMk cId="4114671531" sldId="2147483625"/>
            <ac:picMk id="7" creationId="{6A27CDC6-A84C-0B01-6B4B-D9D5AF985712}"/>
          </ac:picMkLst>
        </pc:picChg>
      </pc:sldChg>
      <pc:sldChg chg="modSp mod modAnim">
        <pc:chgData name="James Montemagno" userId="e0435849-a140-4c07-8047-7cefab9356ed" providerId="ADAL" clId="{DED6727F-CEAE-4D53-83F6-83BF9295322D}" dt="2026-07-08T15:43:10.379" v="445"/>
        <pc:sldMkLst>
          <pc:docMk/>
          <pc:sldMk cId="3719133245" sldId="2147483626"/>
        </pc:sldMkLst>
        <pc:picChg chg="mod">
          <ac:chgData name="James Montemagno" userId="e0435849-a140-4c07-8047-7cefab9356ed" providerId="ADAL" clId="{DED6727F-CEAE-4D53-83F6-83BF9295322D}" dt="2026-07-07T17:46:49.615" v="351" actId="1440"/>
          <ac:picMkLst>
            <pc:docMk/>
            <pc:sldMk cId="3719133245" sldId="2147483626"/>
            <ac:picMk id="2" creationId="{FC0ECE4D-6CD8-E48B-F761-529489FD387E}"/>
          </ac:picMkLst>
        </pc:picChg>
      </pc:sldChg>
      <pc:sldChg chg="modSp mod modAnim">
        <pc:chgData name="James Montemagno" userId="e0435849-a140-4c07-8047-7cefab9356ed" providerId="ADAL" clId="{DED6727F-CEAE-4D53-83F6-83BF9295322D}" dt="2026-07-08T15:43:17.494" v="447"/>
        <pc:sldMkLst>
          <pc:docMk/>
          <pc:sldMk cId="3730184720" sldId="2147483627"/>
        </pc:sldMkLst>
        <pc:spChg chg="mod">
          <ac:chgData name="James Montemagno" userId="e0435849-a140-4c07-8047-7cefab9356ed" providerId="ADAL" clId="{DED6727F-CEAE-4D53-83F6-83BF9295322D}" dt="2026-07-07T17:46:25.155" v="343" actId="20577"/>
          <ac:spMkLst>
            <pc:docMk/>
            <pc:sldMk cId="3730184720" sldId="2147483627"/>
            <ac:spMk id="3" creationId="{F50B175B-8D5C-2C6F-CF33-7D819F83890D}"/>
          </ac:spMkLst>
        </pc:spChg>
        <pc:picChg chg="mod">
          <ac:chgData name="James Montemagno" userId="e0435849-a140-4c07-8047-7cefab9356ed" providerId="ADAL" clId="{DED6727F-CEAE-4D53-83F6-83BF9295322D}" dt="2026-07-07T17:46:02.295" v="340" actId="1440"/>
          <ac:picMkLst>
            <pc:docMk/>
            <pc:sldMk cId="3730184720" sldId="2147483627"/>
            <ac:picMk id="4" creationId="{749D72C3-347A-36F6-68E1-D9B53F1D5F7B}"/>
          </ac:picMkLst>
        </pc:picChg>
      </pc:sldChg>
      <pc:sldChg chg="modSp mod modAnim">
        <pc:chgData name="James Montemagno" userId="e0435849-a140-4c07-8047-7cefab9356ed" providerId="ADAL" clId="{DED6727F-CEAE-4D53-83F6-83BF9295322D}" dt="2026-07-08T15:43:24.952" v="448"/>
        <pc:sldMkLst>
          <pc:docMk/>
          <pc:sldMk cId="1223499806" sldId="2147483628"/>
        </pc:sldMkLst>
        <pc:picChg chg="mod">
          <ac:chgData name="James Montemagno" userId="e0435849-a140-4c07-8047-7cefab9356ed" providerId="ADAL" clId="{DED6727F-CEAE-4D53-83F6-83BF9295322D}" dt="2026-07-07T17:45:49.794" v="336" actId="1440"/>
          <ac:picMkLst>
            <pc:docMk/>
            <pc:sldMk cId="1223499806" sldId="2147483628"/>
            <ac:picMk id="2" creationId="{87C23E22-5476-280B-481B-D915E614BD97}"/>
          </ac:picMkLst>
        </pc:picChg>
      </pc:sldChg>
      <pc:sldChg chg="addSp delSp modSp mod modAnim">
        <pc:chgData name="James Montemagno" userId="e0435849-a140-4c07-8047-7cefab9356ed" providerId="ADAL" clId="{DED6727F-CEAE-4D53-83F6-83BF9295322D}" dt="2026-07-08T15:43:29.513" v="449"/>
        <pc:sldMkLst>
          <pc:docMk/>
          <pc:sldMk cId="1607896683" sldId="2147483629"/>
        </pc:sldMkLst>
        <pc:picChg chg="add mod ord">
          <ac:chgData name="James Montemagno" userId="e0435849-a140-4c07-8047-7cefab9356ed" providerId="ADAL" clId="{DED6727F-CEAE-4D53-83F6-83BF9295322D}" dt="2026-07-08T15:42:22.545" v="444" actId="1076"/>
          <ac:picMkLst>
            <pc:docMk/>
            <pc:sldMk cId="1607896683" sldId="2147483629"/>
            <ac:picMk id="6" creationId="{E55FCC06-03CF-2BC7-E792-BCC54AD88C25}"/>
          </ac:picMkLst>
        </pc:picChg>
        <pc:picChg chg="add mod">
          <ac:chgData name="James Montemagno" userId="e0435849-a140-4c07-8047-7cefab9356ed" providerId="ADAL" clId="{DED6727F-CEAE-4D53-83F6-83BF9295322D}" dt="2026-07-08T15:42:00.123" v="436" actId="1076"/>
          <ac:picMkLst>
            <pc:docMk/>
            <pc:sldMk cId="1607896683" sldId="2147483629"/>
            <ac:picMk id="8" creationId="{C33A9E8D-E14E-8A2A-9F82-93D7520827B5}"/>
          </ac:picMkLst>
        </pc:picChg>
      </pc:sldChg>
      <pc:sldChg chg="addSp delSp modSp add mod ord">
        <pc:chgData name="James Montemagno" userId="e0435849-a140-4c07-8047-7cefab9356ed" providerId="ADAL" clId="{DED6727F-CEAE-4D53-83F6-83BF9295322D}" dt="2026-07-08T15:26:21.896" v="355" actId="1076"/>
        <pc:sldMkLst>
          <pc:docMk/>
          <pc:sldMk cId="3359508636" sldId="2147483630"/>
        </pc:sldMkLst>
        <pc:spChg chg="mod">
          <ac:chgData name="James Montemagno" userId="e0435849-a140-4c07-8047-7cefab9356ed" providerId="ADAL" clId="{DED6727F-CEAE-4D53-83F6-83BF9295322D}" dt="2026-07-07T17:12:49.447" v="246" actId="20577"/>
          <ac:spMkLst>
            <pc:docMk/>
            <pc:sldMk cId="3359508636" sldId="2147483630"/>
            <ac:spMk id="4" creationId="{FF1F53A6-89D0-3636-4495-9DB0794E2D41}"/>
          </ac:spMkLst>
        </pc:spChg>
        <pc:picChg chg="mod modCrop">
          <ac:chgData name="James Montemagno" userId="e0435849-a140-4c07-8047-7cefab9356ed" providerId="ADAL" clId="{DED6727F-CEAE-4D53-83F6-83BF9295322D}" dt="2026-07-08T15:26:21.896" v="355" actId="1076"/>
          <ac:picMkLst>
            <pc:docMk/>
            <pc:sldMk cId="3359508636" sldId="2147483630"/>
            <ac:picMk id="6" creationId="{49ED80D5-222B-1734-F811-A9AE92FDE948}"/>
          </ac:picMkLst>
        </pc:picChg>
      </pc:sldChg>
      <pc:sldChg chg="addSp delSp modSp new mod setBg">
        <pc:chgData name="James Montemagno" userId="e0435849-a140-4c07-8047-7cefab9356ed" providerId="ADAL" clId="{DED6727F-CEAE-4D53-83F6-83BF9295322D}" dt="2026-07-08T15:35:17.464" v="405" actId="1076"/>
        <pc:sldMkLst>
          <pc:docMk/>
          <pc:sldMk cId="977514533" sldId="2147483632"/>
        </pc:sldMkLst>
        <pc:picChg chg="add mod">
          <ac:chgData name="James Montemagno" userId="e0435849-a140-4c07-8047-7cefab9356ed" providerId="ADAL" clId="{DED6727F-CEAE-4D53-83F6-83BF9295322D}" dt="2026-07-08T15:33:29.712" v="399" actId="1076"/>
          <ac:picMkLst>
            <pc:docMk/>
            <pc:sldMk cId="977514533" sldId="2147483632"/>
            <ac:picMk id="7" creationId="{E91A103B-7E5C-29DF-66C6-C233FE76FD56}"/>
          </ac:picMkLst>
        </pc:picChg>
        <pc:picChg chg="add mod">
          <ac:chgData name="James Montemagno" userId="e0435849-a140-4c07-8047-7cefab9356ed" providerId="ADAL" clId="{DED6727F-CEAE-4D53-83F6-83BF9295322D}" dt="2026-07-08T15:32:36.079" v="387" actId="1076"/>
          <ac:picMkLst>
            <pc:docMk/>
            <pc:sldMk cId="977514533" sldId="2147483632"/>
            <ac:picMk id="11" creationId="{6B680CBA-453A-04E3-9069-16E01A262632}"/>
          </ac:picMkLst>
        </pc:picChg>
        <pc:picChg chg="add mod">
          <ac:chgData name="James Montemagno" userId="e0435849-a140-4c07-8047-7cefab9356ed" providerId="ADAL" clId="{DED6727F-CEAE-4D53-83F6-83BF9295322D}" dt="2026-07-08T15:33:06.448" v="394" actId="1076"/>
          <ac:picMkLst>
            <pc:docMk/>
            <pc:sldMk cId="977514533" sldId="2147483632"/>
            <ac:picMk id="13" creationId="{B6CB7A22-443C-9953-39F3-4EF3A057D7BB}"/>
          </ac:picMkLst>
        </pc:picChg>
        <pc:picChg chg="add mod">
          <ac:chgData name="James Montemagno" userId="e0435849-a140-4c07-8047-7cefab9356ed" providerId="ADAL" clId="{DED6727F-CEAE-4D53-83F6-83BF9295322D}" dt="2026-07-08T15:33:26.510" v="398" actId="1076"/>
          <ac:picMkLst>
            <pc:docMk/>
            <pc:sldMk cId="977514533" sldId="2147483632"/>
            <ac:picMk id="17" creationId="{F0337D73-B8F1-2BE0-39DD-76AEB78AC8CD}"/>
          </ac:picMkLst>
        </pc:picChg>
        <pc:picChg chg="add mod">
          <ac:chgData name="James Montemagno" userId="e0435849-a140-4c07-8047-7cefab9356ed" providerId="ADAL" clId="{DED6727F-CEAE-4D53-83F6-83BF9295322D}" dt="2026-07-08T15:35:17.464" v="405" actId="1076"/>
          <ac:picMkLst>
            <pc:docMk/>
            <pc:sldMk cId="977514533" sldId="2147483632"/>
            <ac:picMk id="18" creationId="{245B1F65-080C-80F6-02E3-FCDC86394E6D}"/>
          </ac:picMkLst>
        </pc:picChg>
      </pc:sldChg>
    </pc:docChg>
  </pc:docChgLst>
  <pc:docChgLst>
    <pc:chgData name="Katie Savage" userId="S::katiesavage@microsoft.com::e196d8e6-f7d3-4a7d-b526-c2af9dfd5cff" providerId="AD" clId="Web-{B92FB283-90A5-0F70-C841-AD5C4CD43035}"/>
    <pc:docChg chg="modSld">
      <pc:chgData name="Katie Savage" userId="S::katiesavage@microsoft.com::e196d8e6-f7d3-4a7d-b526-c2af9dfd5cff" providerId="AD" clId="Web-{B92FB283-90A5-0F70-C841-AD5C4CD43035}" dt="2026-07-17T20:27:54.594" v="1"/>
      <pc:docMkLst>
        <pc:docMk/>
      </pc:docMkLst>
      <pc:sldChg chg="modNotes">
        <pc:chgData name="Katie Savage" userId="S::katiesavage@microsoft.com::e196d8e6-f7d3-4a7d-b526-c2af9dfd5cff" providerId="AD" clId="Web-{B92FB283-90A5-0F70-C841-AD5C4CD43035}" dt="2026-07-17T20:27:54.594" v="1"/>
        <pc:sldMkLst>
          <pc:docMk/>
          <pc:sldMk cId="3238074180" sldId="760"/>
        </pc:sldMkLst>
      </pc:sldChg>
    </pc:docChg>
  </pc:docChgLst>
  <pc:docChgLst>
    <pc:chgData name="Katie Savage" userId="S::katiesavage@microsoft.com::e196d8e6-f7d3-4a7d-b526-c2af9dfd5cff" providerId="AD" clId="Web-{8AD19232-5DF0-F5FE-A6A1-14B4276E165C}"/>
    <pc:docChg chg="mod addSld delSld modSld modSection">
      <pc:chgData name="Katie Savage" userId="S::katiesavage@microsoft.com::e196d8e6-f7d3-4a7d-b526-c2af9dfd5cff" providerId="AD" clId="Web-{8AD19232-5DF0-F5FE-A6A1-14B4276E165C}" dt="2026-07-06T23:16:15.467" v="13"/>
      <pc:docMkLst>
        <pc:docMk/>
      </pc:docMkLst>
      <pc:sldChg chg="modSp">
        <pc:chgData name="Katie Savage" userId="S::katiesavage@microsoft.com::e196d8e6-f7d3-4a7d-b526-c2af9dfd5cff" providerId="AD" clId="Web-{8AD19232-5DF0-F5FE-A6A1-14B4276E165C}" dt="2026-07-06T22:40:52.368" v="5" actId="20577"/>
        <pc:sldMkLst>
          <pc:docMk/>
          <pc:sldMk cId="3892565164" sldId="572"/>
        </pc:sldMkLst>
        <pc:spChg chg="mod">
          <ac:chgData name="Katie Savage" userId="S::katiesavage@microsoft.com::e196d8e6-f7d3-4a7d-b526-c2af9dfd5cff" providerId="AD" clId="Web-{8AD19232-5DF0-F5FE-A6A1-14B4276E165C}" dt="2026-07-06T22:40:46.493" v="3" actId="20577"/>
          <ac:spMkLst>
            <pc:docMk/>
            <pc:sldMk cId="3892565164" sldId="572"/>
            <ac:spMk id="45" creationId="{7308B704-9399-77B2-A9C5-5E8FC84BF1EE}"/>
          </ac:spMkLst>
        </pc:spChg>
        <pc:spChg chg="mod">
          <ac:chgData name="Katie Savage" userId="S::katiesavage@microsoft.com::e196d8e6-f7d3-4a7d-b526-c2af9dfd5cff" providerId="AD" clId="Web-{8AD19232-5DF0-F5FE-A6A1-14B4276E165C}" dt="2026-07-06T22:40:34.180" v="0" actId="20577"/>
          <ac:spMkLst>
            <pc:docMk/>
            <pc:sldMk cId="3892565164" sldId="572"/>
            <ac:spMk id="46" creationId="{A7701757-E5E8-E631-2DC6-5C5EDA00C851}"/>
          </ac:spMkLst>
        </pc:spChg>
        <pc:spChg chg="mod">
          <ac:chgData name="Katie Savage" userId="S::katiesavage@microsoft.com::e196d8e6-f7d3-4a7d-b526-c2af9dfd5cff" providerId="AD" clId="Web-{8AD19232-5DF0-F5FE-A6A1-14B4276E165C}" dt="2026-07-06T22:40:52.275" v="4" actId="20577"/>
          <ac:spMkLst>
            <pc:docMk/>
            <pc:sldMk cId="3892565164" sldId="572"/>
            <ac:spMk id="47" creationId="{A4ACBC29-F27C-F556-E028-F10E744DBDA5}"/>
          </ac:spMkLst>
        </pc:spChg>
        <pc:spChg chg="mod">
          <ac:chgData name="Katie Savage" userId="S::katiesavage@microsoft.com::e196d8e6-f7d3-4a7d-b526-c2af9dfd5cff" providerId="AD" clId="Web-{8AD19232-5DF0-F5FE-A6A1-14B4276E165C}" dt="2026-07-06T22:40:44.399" v="2" actId="20577"/>
          <ac:spMkLst>
            <pc:docMk/>
            <pc:sldMk cId="3892565164" sldId="572"/>
            <ac:spMk id="110" creationId="{758EB650-A6D2-FD3D-C803-03DD69BC56F3}"/>
          </ac:spMkLst>
        </pc:spChg>
        <pc:spChg chg="mod">
          <ac:chgData name="Katie Savage" userId="S::katiesavage@microsoft.com::e196d8e6-f7d3-4a7d-b526-c2af9dfd5cff" providerId="AD" clId="Web-{8AD19232-5DF0-F5FE-A6A1-14B4276E165C}" dt="2026-07-06T22:40:52.368" v="5" actId="20577"/>
          <ac:spMkLst>
            <pc:docMk/>
            <pc:sldMk cId="3892565164" sldId="572"/>
            <ac:spMk id="111" creationId="{2EBF335B-8B1D-0BCE-B51E-D0416B7721DB}"/>
          </ac:spMkLst>
        </pc:spChg>
      </pc:sldChg>
    </pc:docChg>
  </pc:docChgLst>
  <pc:docChgLst>
    <pc:chgData name="Ayan Gupta" userId="f37d95e9-049f-48f4-ab6e-3e06134b1d6e" providerId="ADAL" clId="{4FD08944-505F-5E0C-9C08-899ABDC5E4E7}"/>
    <pc:docChg chg="custSel modSld">
      <pc:chgData name="Ayan Gupta" userId="f37d95e9-049f-48f4-ab6e-3e06134b1d6e" providerId="ADAL" clId="{4FD08944-505F-5E0C-9C08-899ABDC5E4E7}" dt="2026-07-13T18:57:15.525" v="346" actId="20577"/>
      <pc:docMkLst>
        <pc:docMk/>
      </pc:docMkLst>
      <pc:sldChg chg="modNotesTx">
        <pc:chgData name="Ayan Gupta" userId="f37d95e9-049f-48f4-ab6e-3e06134b1d6e" providerId="ADAL" clId="{4FD08944-505F-5E0C-9C08-899ABDC5E4E7}" dt="2026-07-13T18:57:15.525" v="346" actId="20577"/>
        <pc:sldMkLst>
          <pc:docMk/>
          <pc:sldMk cId="2910346001" sldId="573"/>
        </pc:sldMkLst>
      </pc:sldChg>
      <pc:sldChg chg="modNotesTx">
        <pc:chgData name="Ayan Gupta" userId="f37d95e9-049f-48f4-ab6e-3e06134b1d6e" providerId="ADAL" clId="{4FD08944-505F-5E0C-9C08-899ABDC5E4E7}" dt="2026-07-13T18:53:59.436" v="59" actId="20577"/>
        <pc:sldMkLst>
          <pc:docMk/>
          <pc:sldMk cId="3238074180" sldId="760"/>
        </pc:sldMkLst>
      </pc:sldChg>
    </pc:docChg>
  </pc:docChgLst>
  <pc:docChgLst>
    <pc:chgData name="Katie Savage" userId="S::katiesavage@microsoft.com::e196d8e6-f7d3-4a7d-b526-c2af9dfd5cff" providerId="AD" clId="Web-{74F597BF-A526-AA48-BF80-5E7B9A3548B6}"/>
    <pc:docChg chg="modSld">
      <pc:chgData name="Katie Savage" userId="S::katiesavage@microsoft.com::e196d8e6-f7d3-4a7d-b526-c2af9dfd5cff" providerId="AD" clId="Web-{74F597BF-A526-AA48-BF80-5E7B9A3548B6}" dt="2026-07-16T00:13:15.284" v="0" actId="20577"/>
      <pc:docMkLst>
        <pc:docMk/>
      </pc:docMkLst>
      <pc:sldChg chg="modSp">
        <pc:chgData name="Katie Savage" userId="S::katiesavage@microsoft.com::e196d8e6-f7d3-4a7d-b526-c2af9dfd5cff" providerId="AD" clId="Web-{74F597BF-A526-AA48-BF80-5E7B9A3548B6}" dt="2026-07-16T00:13:15.284" v="0" actId="20577"/>
        <pc:sldMkLst>
          <pc:docMk/>
          <pc:sldMk cId="3359508636" sldId="2147483630"/>
        </pc:sldMkLst>
        <pc:spChg chg="mod">
          <ac:chgData name="Katie Savage" userId="S::katiesavage@microsoft.com::e196d8e6-f7d3-4a7d-b526-c2af9dfd5cff" providerId="AD" clId="Web-{74F597BF-A526-AA48-BF80-5E7B9A3548B6}" dt="2026-07-16T00:13:15.284" v="0" actId="20577"/>
          <ac:spMkLst>
            <pc:docMk/>
            <pc:sldMk cId="3359508636" sldId="2147483630"/>
            <ac:spMk id="4" creationId="{FF1F53A6-89D0-3636-4495-9DB0794E2D41}"/>
          </ac:spMkLst>
        </pc:spChg>
      </pc:sldChg>
    </pc:docChg>
  </pc:docChgLst>
  <pc:docChgLst>
    <pc:chgData name="Ayan Gupta" userId="S::ayangupta@microsoft.com::f37d95e9-049f-48f4-ab6e-3e06134b1d6e" providerId="AD" clId="Web-{9C7D1568-0CA4-66E8-9529-B4EA7DE05ACC}"/>
    <pc:docChg chg="modSld">
      <pc:chgData name="Ayan Gupta" userId="S::ayangupta@microsoft.com::f37d95e9-049f-48f4-ab6e-3e06134b1d6e" providerId="AD" clId="Web-{9C7D1568-0CA4-66E8-9529-B4EA7DE05ACC}" dt="2026-07-13T19:25:12.867" v="0"/>
      <pc:docMkLst>
        <pc:docMk/>
      </pc:docMkLst>
      <pc:sldChg chg="modSp">
        <pc:chgData name="Ayan Gupta" userId="S::ayangupta@microsoft.com::f37d95e9-049f-48f4-ab6e-3e06134b1d6e" providerId="AD" clId="Web-{9C7D1568-0CA4-66E8-9529-B4EA7DE05ACC}" dt="2026-07-13T19:25:12.867" v="0"/>
        <pc:sldMkLst>
          <pc:docMk/>
          <pc:sldMk cId="2910346001" sldId="573"/>
        </pc:sldMkLst>
        <pc:picChg chg="mod">
          <ac:chgData name="Ayan Gupta" userId="S::ayangupta@microsoft.com::f37d95e9-049f-48f4-ab6e-3e06134b1d6e" providerId="AD" clId="Web-{9C7D1568-0CA4-66E8-9529-B4EA7DE05ACC}" dt="2026-07-13T19:25:12.867" v="0"/>
          <ac:picMkLst>
            <pc:docMk/>
            <pc:sldMk cId="2910346001" sldId="573"/>
            <ac:picMk id="6" creationId="{B769D211-00C1-1DBC-B319-A1EF832B809E}"/>
          </ac:picMkLst>
        </pc:picChg>
      </pc:sldChg>
      <pc:sldChg chg="modSp">
        <pc:chgData name="Ayan Gupta" userId="S::ayangupta@microsoft.com::f37d95e9-049f-48f4-ab6e-3e06134b1d6e" providerId="AD" clId="Web-{9C7D1568-0CA4-66E8-9529-B4EA7DE05ACC}" dt="2026-07-13T19:25:12.867" v="0"/>
        <pc:sldMkLst>
          <pc:docMk/>
          <pc:sldMk cId="3238074180" sldId="760"/>
        </pc:sldMkLst>
        <pc:grpChg chg="mod">
          <ac:chgData name="Ayan Gupta" userId="S::ayangupta@microsoft.com::f37d95e9-049f-48f4-ab6e-3e06134b1d6e" providerId="AD" clId="Web-{9C7D1568-0CA4-66E8-9529-B4EA7DE05ACC}" dt="2026-07-13T19:25:12.867" v="0"/>
          <ac:grpSpMkLst>
            <pc:docMk/>
            <pc:sldMk cId="3238074180" sldId="760"/>
            <ac:grpSpMk id="236" creationId="{FCF60628-A665-D802-95C2-FB8DD8608F5A}"/>
          </ac:grpSpMkLst>
        </pc:grpChg>
      </pc:sldChg>
      <pc:sldChg chg="modSp">
        <pc:chgData name="Ayan Gupta" userId="S::ayangupta@microsoft.com::f37d95e9-049f-48f4-ab6e-3e06134b1d6e" providerId="AD" clId="Web-{9C7D1568-0CA4-66E8-9529-B4EA7DE05ACC}" dt="2026-07-13T19:25:12.867" v="0"/>
        <pc:sldMkLst>
          <pc:docMk/>
          <pc:sldMk cId="2786439670" sldId="2147483624"/>
        </pc:sldMkLst>
        <pc:picChg chg="mod">
          <ac:chgData name="Ayan Gupta" userId="S::ayangupta@microsoft.com::f37d95e9-049f-48f4-ab6e-3e06134b1d6e" providerId="AD" clId="Web-{9C7D1568-0CA4-66E8-9529-B4EA7DE05ACC}" dt="2026-07-13T19:25:12.867" v="0"/>
          <ac:picMkLst>
            <pc:docMk/>
            <pc:sldMk cId="2786439670" sldId="2147483624"/>
            <ac:picMk id="6" creationId="{3CDF4DFC-C977-0709-1561-EC2E87FF2EA7}"/>
          </ac:picMkLst>
        </pc:picChg>
      </pc:sldChg>
      <pc:sldChg chg="modNotes">
        <pc:chgData name="Ayan Gupta" userId="S::ayangupta@microsoft.com::f37d95e9-049f-48f4-ab6e-3e06134b1d6e" providerId="AD" clId="Web-{9C7D1568-0CA4-66E8-9529-B4EA7DE05ACC}" dt="2026-07-13T19:25:12.867" v="0"/>
        <pc:sldMkLst>
          <pc:docMk/>
          <pc:sldMk cId="4114671531" sldId="2147483625"/>
        </pc:sldMkLst>
      </pc:sldChg>
      <pc:sldChg chg="modNotes">
        <pc:chgData name="Ayan Gupta" userId="S::ayangupta@microsoft.com::f37d95e9-049f-48f4-ab6e-3e06134b1d6e" providerId="AD" clId="Web-{9C7D1568-0CA4-66E8-9529-B4EA7DE05ACC}" dt="2026-07-13T19:25:12.867" v="0"/>
        <pc:sldMkLst>
          <pc:docMk/>
          <pc:sldMk cId="3719133245" sldId="2147483626"/>
        </pc:sldMkLst>
      </pc:sldChg>
      <pc:sldChg chg="modNotes">
        <pc:chgData name="Ayan Gupta" userId="S::ayangupta@microsoft.com::f37d95e9-049f-48f4-ab6e-3e06134b1d6e" providerId="AD" clId="Web-{9C7D1568-0CA4-66E8-9529-B4EA7DE05ACC}" dt="2026-07-13T19:25:12.867" v="0"/>
        <pc:sldMkLst>
          <pc:docMk/>
          <pc:sldMk cId="3730184720" sldId="2147483627"/>
        </pc:sldMkLst>
      </pc:sldChg>
      <pc:sldChg chg="modNotes">
        <pc:chgData name="Ayan Gupta" userId="S::ayangupta@microsoft.com::f37d95e9-049f-48f4-ab6e-3e06134b1d6e" providerId="AD" clId="Web-{9C7D1568-0CA4-66E8-9529-B4EA7DE05ACC}" dt="2026-07-13T19:25:12.867" v="0"/>
        <pc:sldMkLst>
          <pc:docMk/>
          <pc:sldMk cId="1223499806" sldId="2147483628"/>
        </pc:sldMkLst>
      </pc:sldChg>
      <pc:sldChg chg="modNotes">
        <pc:chgData name="Ayan Gupta" userId="S::ayangupta@microsoft.com::f37d95e9-049f-48f4-ab6e-3e06134b1d6e" providerId="AD" clId="Web-{9C7D1568-0CA4-66E8-9529-B4EA7DE05ACC}" dt="2026-07-13T19:25:12.867" v="0"/>
        <pc:sldMkLst>
          <pc:docMk/>
          <pc:sldMk cId="1607896683" sldId="2147483629"/>
        </pc:sldMkLst>
      </pc:sldChg>
    </pc:docChg>
  </pc:docChgLst>
  <pc:docChgLst>
    <pc:chgData name="Katie Savage" userId="S::katiesavage@microsoft.com::e196d8e6-f7d3-4a7d-b526-c2af9dfd5cff" providerId="AD" clId="Web-{C78917AA-517C-F795-7025-728C8C6A2E8D}"/>
    <pc:docChg chg="modSld">
      <pc:chgData name="Katie Savage" userId="S::katiesavage@microsoft.com::e196d8e6-f7d3-4a7d-b526-c2af9dfd5cff" providerId="AD" clId="Web-{C78917AA-517C-F795-7025-728C8C6A2E8D}" dt="2026-07-13T17:53:41.723" v="0"/>
      <pc:docMkLst>
        <pc:docMk/>
      </pc:docMkLst>
    </pc:docChg>
  </pc:docChgLst>
  <pc:docChgLst>
    <pc:chgData name="Katie Savage" userId="S::katiesavage@microsoft.com::e196d8e6-f7d3-4a7d-b526-c2af9dfd5cff" providerId="AD" clId="Web-{DB0E2CD7-F711-7D26-596C-8233F7AE40D2}"/>
    <pc:docChg chg="delSld modSld modSection">
      <pc:chgData name="Katie Savage" userId="S::katiesavage@microsoft.com::e196d8e6-f7d3-4a7d-b526-c2af9dfd5cff" providerId="AD" clId="Web-{DB0E2CD7-F711-7D26-596C-8233F7AE40D2}" dt="2026-07-22T17:35:31.142" v="28" actId="20577"/>
      <pc:docMkLst>
        <pc:docMk/>
      </pc:docMkLst>
      <pc:sldChg chg="modNotes">
        <pc:chgData name="Katie Savage" userId="S::katiesavage@microsoft.com::e196d8e6-f7d3-4a7d-b526-c2af9dfd5cff" providerId="AD" clId="Web-{DB0E2CD7-F711-7D26-596C-8233F7AE40D2}" dt="2026-07-22T17:30:04.831" v="2"/>
        <pc:sldMkLst>
          <pc:docMk/>
          <pc:sldMk cId="3579423601" sldId="455"/>
        </pc:sldMkLst>
      </pc:sldChg>
      <pc:sldChg chg="modNotes">
        <pc:chgData name="Katie Savage" userId="S::katiesavage@microsoft.com::e196d8e6-f7d3-4a7d-b526-c2af9dfd5cff" providerId="AD" clId="Web-{DB0E2CD7-F711-7D26-596C-8233F7AE40D2}" dt="2026-07-22T17:32:33.416" v="9"/>
        <pc:sldMkLst>
          <pc:docMk/>
          <pc:sldMk cId="1033287503" sldId="534"/>
        </pc:sldMkLst>
      </pc:sldChg>
      <pc:sldChg chg="modNotes">
        <pc:chgData name="Katie Savage" userId="S::katiesavage@microsoft.com::e196d8e6-f7d3-4a7d-b526-c2af9dfd5cff" providerId="AD" clId="Web-{DB0E2CD7-F711-7D26-596C-8233F7AE40D2}" dt="2026-07-22T17:32:13.118" v="8"/>
        <pc:sldMkLst>
          <pc:docMk/>
          <pc:sldMk cId="3474706117" sldId="682"/>
        </pc:sldMkLst>
      </pc:sldChg>
      <pc:sldChg chg="mod modShow">
        <pc:chgData name="Katie Savage" userId="S::katiesavage@microsoft.com::e196d8e6-f7d3-4a7d-b526-c2af9dfd5cff" providerId="AD" clId="Web-{DB0E2CD7-F711-7D26-596C-8233F7AE40D2}" dt="2026-07-22T17:34:37.765" v="23"/>
        <pc:sldMkLst>
          <pc:docMk/>
          <pc:sldMk cId="2786439670" sldId="2147483624"/>
        </pc:sldMkLst>
      </pc:sldChg>
      <pc:sldChg chg="delSp">
        <pc:chgData name="Katie Savage" userId="S::katiesavage@microsoft.com::e196d8e6-f7d3-4a7d-b526-c2af9dfd5cff" providerId="AD" clId="Web-{DB0E2CD7-F711-7D26-596C-8233F7AE40D2}" dt="2026-07-22T17:20:26.963" v="0"/>
        <pc:sldMkLst>
          <pc:docMk/>
          <pc:sldMk cId="3359508636" sldId="2147483630"/>
        </pc:sldMkLst>
      </pc:sldChg>
      <pc:sldChg chg="modNotes">
        <pc:chgData name="Katie Savage" userId="S::katiesavage@microsoft.com::e196d8e6-f7d3-4a7d-b526-c2af9dfd5cff" providerId="AD" clId="Web-{DB0E2CD7-F711-7D26-596C-8233F7AE40D2}" dt="2026-07-22T17:31:43.117" v="5"/>
        <pc:sldMkLst>
          <pc:docMk/>
          <pc:sldMk cId="977514533" sldId="2147483632"/>
        </pc:sldMkLst>
      </pc:sldChg>
      <pc:sldChg chg="modSp">
        <pc:chgData name="Katie Savage" userId="S::katiesavage@microsoft.com::e196d8e6-f7d3-4a7d-b526-c2af9dfd5cff" providerId="AD" clId="Web-{DB0E2CD7-F711-7D26-596C-8233F7AE40D2}" dt="2026-07-22T17:35:31.142" v="28" actId="20577"/>
        <pc:sldMkLst>
          <pc:docMk/>
          <pc:sldMk cId="1475058814" sldId="2147483634"/>
        </pc:sldMkLst>
        <pc:spChg chg="mod">
          <ac:chgData name="Katie Savage" userId="S::katiesavage@microsoft.com::e196d8e6-f7d3-4a7d-b526-c2af9dfd5cff" providerId="AD" clId="Web-{DB0E2CD7-F711-7D26-596C-8233F7AE40D2}" dt="2026-07-22T17:35:31.142" v="28" actId="20577"/>
          <ac:spMkLst>
            <pc:docMk/>
            <pc:sldMk cId="1475058814" sldId="2147483634"/>
            <ac:spMk id="4" creationId="{B135D3FE-273B-B1BA-7052-B27EE44B477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14FC2-20DA-5B43-91CB-9B0F7151D391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5C53A8-59A0-4A49-BAB4-A832A26A8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02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04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08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12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16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20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24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28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32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B7F75-1FBD-F8B2-BC96-69A89AB0F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6DCB6C-61AB-50D2-B422-3EEF8EB45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DD176-7EF7-D9A9-0B60-501B14A6D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pt-BR" sz="16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Surfando as ondas – onde estamos hoje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t-BR" sz="1600" kern="1200">
                <a:solidFill>
                  <a:schemeClr val="tx1"/>
                </a:solidFill>
                <a:latin typeface="+mn-lt"/>
              </a:rPr>
              <a:t>Há quatro anos, a GenAI começou a mudar de forma profunda o desenvolvimento de software. Essa mudança veio em três ondas – e hoje estamos vivendo a transição em que os agentes acabam se tornando membros plenos do time.</a:t>
            </a:r>
            <a:endParaRPr lang="en-US" sz="1600" kern="1200">
              <a:solidFill>
                <a:schemeClr val="tx1"/>
              </a:solidFill>
              <a:latin typeface="+mn-lt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t-BR" sz="1600" b="1" kern="1200">
                <a:solidFill>
                  <a:schemeClr val="tx1"/>
                </a:solidFill>
                <a:latin typeface="+mn-lt"/>
              </a:rPr>
              <a:t>Onda 1 – a IA ia junto e ajudava você a escrever código mais rápido, mas quem dirigia era sempre o desenvolvedor.</a:t>
            </a:r>
            <a:endParaRPr lang="en-US" sz="1600" kern="1200">
              <a:solidFill>
                <a:schemeClr val="tx1"/>
              </a:solidFill>
              <a:latin typeface="+mn-lt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t-BR" sz="1600" b="1" kern="1200">
                <a:solidFill>
                  <a:schemeClr val="tx1"/>
                </a:solidFill>
                <a:latin typeface="+mn-lt"/>
              </a:rPr>
              <a:t>Onda 2 – os agentes passaram de assistentes a participantes de igual para igual – planejando, construindo e revisando ao longo de todo o ciclo de vida. Alguns times ainda estão começando a experimentar; muitas empresas já estão adotando em escala.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t-BR" sz="1600" b="1" kern="1200">
                <a:solidFill>
                  <a:schemeClr val="tx1"/>
                </a:solidFill>
                <a:latin typeface="+mn-lt"/>
              </a:rPr>
              <a:t>Onda 3 – times e agentes trabalham em conjunto, com o desenvolvedor no centro, direcionando o trabalho. É para lá que o mundo está caminhando rapidamente.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t-BR" sz="1600" kern="1200">
                <a:solidFill>
                  <a:schemeClr val="tx1"/>
                </a:solidFill>
                <a:latin typeface="+mn-lt"/>
              </a:rPr>
              <a:t>Então, hoje estamos bem no meio da passagem da Onda 2 para a Onda 3 – o pair programmer se tornando um verdadeiro par e colega de time, com os desenvolvedores no centro.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C02B7-6F9A-AAEE-5DEE-48259F0EB4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C496D6-EDA8-C048-9428-38F401FB1D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3114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algn="l" defTabSz="9140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/>
              <a:t>Estamos em uma nova era do desenvolvimento de software. Os agentes não estão apenas ajudando os desenvolvedores a escrever código...</a:t>
            </a:r>
          </a:p>
          <a:p>
            <a:pPr marL="171450" marR="0" indent="-171450" algn="l" defTabSz="9140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Agora eles participam do ciclo de vida. Eles planejam, constroem e revisam. 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pt-BR"/>
              <a:t>Eles estão se tornando colaboradores na forma como você constrói e entrega software. 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pt-BR"/>
              <a:t>Mas a virada agêntica também trouxe workflows fragmentados, mais troca de contexto e tempo demais gasto revisando código gerado por agentes. A maioria das ferramentas de desenvolvimento não foi pensada para orquestrar vários agentes em paralelo. Você perde a noção do que está rodando.</a:t>
            </a:r>
          </a:p>
          <a:p>
            <a:pPr marL="171450" marR="0" indent="-171450" algn="l" defTabSz="9140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C53A8-59A0-4A49-BAB4-A832A26A8EF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370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É aqui que o GitHub Copilot vem se expandindo: não apenas uma ferramenta em um lugar, mas IA que funciona onde os desenvolvedores já estão. A ideia central é: codificar, comandar e colaborar.</a:t>
            </a:r>
          </a:p>
          <a:p>
            <a:pPr marL="171450" indent="-171450">
              <a:buFont typeface="Arial"/>
              <a:buChar char="•"/>
            </a:pPr>
            <a:r>
              <a:rPr lang="pt-BR"/>
              <a:t>O Copilot foi pensado para atender a necessidades diferentes — seja sua prioridade velocidade, precisão, custo ou flexibilidade. </a:t>
            </a:r>
          </a:p>
          <a:p>
            <a:pPr marL="171450" indent="-171450">
              <a:buFont typeface="Arial"/>
              <a:buChar char="•"/>
            </a:pPr>
            <a:r>
              <a:rPr lang="pt-BR"/>
              <a:t>Ele também suporta diferentes formas de trabalhar: agentes do GitHub Copilot, agentes personalizados, agentes de terceiros e integrações com as ferramentas que os desenvolvedores já usam.</a:t>
            </a:r>
          </a:p>
          <a:p>
            <a:pPr marL="171450" indent="-171450">
              <a:buFont typeface="Arial"/>
              <a:buChar char="•"/>
            </a:pPr>
            <a:r>
              <a:rPr lang="pt-BR"/>
              <a:t>Então, em vez de pensar no Copilot como “só um autocomplete”, devemos pensar nele como uma plataforma de IA mais ampla, presente em todo o workflow do desenvolvedor.</a:t>
            </a:r>
          </a:p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C53A8-59A0-4A49-BAB4-A832A26A8E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731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GitHub Copilot está disponível em todo lugar onde você programa e para qualquer linguagem de programação que você usa.</a:t>
            </a:r>
          </a:p>
          <a:p>
            <a:pPr marL="171450" indent="-171450">
              <a:buFont typeface="Arial"/>
              <a:buChar char="•"/>
            </a:pPr>
            <a:r>
              <a:rPr lang="pt-BR"/>
              <a:t>Você não precisa mudar a forma como seu time desenvolve software só para começar a usar o Copilot.</a:t>
            </a:r>
          </a:p>
          <a:p>
            <a:pPr marL="171450" indent="-171450">
              <a:buFont typeface="Arial"/>
              <a:buChar char="•"/>
            </a:pPr>
            <a:r>
              <a:rPr lang="pt-BR"/>
              <a:t>A intenção é encontrar os desenvolvedores no fluxo deles — seja em um editor, no GitHub, no terminal, em um app de chat ou em ferramentas de gestão de projetos.</a:t>
            </a:r>
          </a:p>
          <a:p>
            <a:pPr marL="171450" indent="-171450">
              <a:buFont typeface="Arial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3E318D-D634-447D-804D-1A35DED75EB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2566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8E969-ECD5-BDCC-8B3F-7DAC9EC2A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A27CCE-7783-73CE-A943-933A1AEBF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D97A04-76D6-E6AE-1D85-B0D0A37E1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600" b="0">
                <a:solidFill>
                  <a:schemeClr val="tx1">
                    <a:lumMod val="65000"/>
                  </a:schemeClr>
                </a:solidFill>
              </a:rPr>
              <a:t>O Copilot está onde você trabalha.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 dirty="0">
                <a:solidFill>
                  <a:schemeClr val="tx1">
                    <a:lumMod val="65000"/>
                  </a:schemeClr>
                </a:solidFill>
              </a:rPr>
              <a:t>Se você guarda seu código no GitHub.com, ele está profundamente integrado lá, mas também está disponível em qualquer outro lugar – você nem precisa usar o GitHub para usar o GitHub Copilot.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 dirty="0">
                <a:solidFill>
                  <a:schemeClr val="tx1">
                    <a:lumMod val="65000"/>
                  </a:schemeClr>
                </a:solidFill>
              </a:rPr>
              <a:t>Ele é profundamente integrado ao VS Code, que é o principal editor de código para o GitHub Copilot, mas também está disponível em muitas outras IDEs, incluindo Visual Studio, JetBrains, Eclipse, Xcode e muitas outras de que vamos falar hoje.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>
                <a:solidFill>
                  <a:schemeClr val="tx1">
                    <a:lumMod val="65000"/>
                  </a:schemeClr>
                </a:solidFill>
              </a:rPr>
              <a:t>Ele está integrado ao app mobile, existe a GitHub Copilot CLI e você pode até delegar tarefas direto do Slack e do Teams ou de ferramentas populares de gestão de boards, como Azure DevOps ou Linear.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39372-AC0F-4842-57EE-BC9FF47974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6C1656-E6D2-D941-BA7D-9511EB89057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30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/>
              <a:t>A maioria das ferramentas de desenvolvimento não foi pensada para orquestrar vários agentes em paralelo. O contexto se espalha por várias janelas. Você perde a noção do que está rodando. O código chega aos pull requests sem um rastro claro do que o agente tentou, do que ele validou ou de onde o julgamento humano é necessário.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Você gera algo… parece certo… e aí:</a:t>
            </a:r>
            <a:endParaRPr lang="en-US">
              <a:ea typeface="+mn-ea"/>
              <a:cs typeface="+mn-cs"/>
            </a:endParaRPr>
          </a:p>
          <a:p>
            <a:pPr marL="628015" lvl="1" indent="-171450">
              <a:buFont typeface="Arial" panose="020B0604020202020204" pitchFamily="34" charset="0"/>
              <a:buChar char="•"/>
            </a:pPr>
            <a:r>
              <a:rPr lang="pt-B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</a:t>
            </a:r>
            <a:r>
              <a:rPr lang="pt-B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contexto se perde</a:t>
            </a:r>
            <a:r>
              <a:rPr lang="pt-B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quando você troca de ferramenta</a:t>
            </a:r>
            <a:endParaRPr lang="en-US" sz="1200" kern="1200">
              <a:solidFill>
                <a:schemeClr val="tx1"/>
              </a:solidFill>
              <a:effectLst/>
              <a:latin typeface="+mn-lt"/>
            </a:endParaRPr>
          </a:p>
          <a:p>
            <a:pPr marL="628015" lvl="1" indent="-171450">
              <a:buFont typeface="Arial" panose="020B0604020202020204" pitchFamily="34" charset="0"/>
              <a:buChar char="•"/>
            </a:pPr>
            <a:r>
              <a:rPr lang="pt-B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</a:t>
            </a:r>
            <a:r>
              <a:rPr lang="pt-B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trabalho não pode ser executado ou validado com segurança</a:t>
            </a:r>
            <a:endParaRPr lang="en-US" sz="1200" kern="1200">
              <a:solidFill>
                <a:schemeClr val="tx1"/>
              </a:solidFill>
              <a:effectLst/>
              <a:latin typeface="+mn-lt"/>
            </a:endParaRPr>
          </a:p>
          <a:p>
            <a:pPr marL="628015" lvl="1" indent="-171450">
              <a:buFont typeface="Arial" panose="020B0604020202020204" pitchFamily="34" charset="0"/>
              <a:buChar char="•"/>
            </a:pPr>
            <a:r>
              <a:rPr lang="pt-B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</a:t>
            </a:r>
            <a:r>
              <a:rPr lang="pt-B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 não confia o suficiente para entregar</a:t>
            </a:r>
            <a:endParaRPr lang="en-US" sz="1200" kern="1200">
              <a:solidFill>
                <a:schemeClr val="tx1"/>
              </a:solidFill>
              <a:effectLst/>
              <a:latin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problema não é capacidade. É tudo o que acontece em volta do código.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Nada disso se resolve com um prompt melhor. Porque o que falta não é uma funcionalidade...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C53A8-59A0-4A49-BAB4-A832A26A8EF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011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Calibri"/>
                <a:ea typeface="Calibri"/>
                <a:cs typeface="Calibri"/>
              </a:rPr>
              <a:t>O app Copilot é um dos primeiros grandes passos para simplificar a forma como agentes e humanos colaboram. 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pt-BR"/>
              <a:t>Todos os planos do Copilot são suportados, incluindo usuários do Copilot Free e do GitHub Education.</a:t>
            </a:r>
          </a:p>
          <a:p>
            <a:pPr marL="171450" indent="-171450">
              <a:buFont typeface="Arial"/>
              <a:buChar char="•"/>
            </a:pPr>
            <a:r>
              <a:rPr lang="pt-BR" dirty="0">
                <a:latin typeface="Calibri"/>
                <a:ea typeface="Calibri"/>
                <a:cs typeface="Calibri"/>
              </a:rPr>
              <a:t>Vamos ver algumas formas como o app Copilot consegue reunir todo o workflow em um só lugar.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C53A8-59A0-4A49-BAB4-A832A26A8EF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03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pt-BR" b="1"/>
              <a:t>Delegue para agentes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pt-BR"/>
              <a:t>Comece o trabalho de onde você já está – uma issue, um prompt rápido ou um PR já em andamento. Sem configuração, sem reconstruir contexto.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pt-BR"/>
              <a:t>Passe o trabalho braçal para os agentes enquanto você foca nas decisões que realmente importam.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pt-BR"/>
              <a:t>Suba vários agentes em paralelo – imagine um backlog inteiro andando ao mesmo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C53A8-59A0-4A49-BAB4-A832A26A8EF5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pt-BR" b="1"/>
              <a:t>Caixa de entrada centralizada 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pt-BR"/>
              <a:t>Uma só caixa de entrada para tudo o que precisa de você – em todos os repositórios, sem ficar pulando entre abas.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pt-BR"/>
              <a:t>Faça a triagem de issues e PRs num piscar de olhos e direcione agentes para eles, tudo a partir de um só lugar.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pt-BR"/>
              <a:t>Imagine começar o dia com uma única visão priorizada em vez de dez janelas abertas.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C53A8-59A0-4A49-BAB4-A832A26A8EF5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b="1"/>
              <a:t>Canvases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pt-BR"/>
              <a:t>Uma superfície de trabalho compartilhada e ao vivo, onde você e o agente constroem lado a lado, em tempo real.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pt-BR"/>
              <a:t>Editem, reordenem e verifiquem o mesmo artefato juntos – colaboração de verdade, não "manda o prompt e espera".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pt-BR"/>
              <a:t>O agente vira um colega de time de verdade, que trabalha ao seu lado, e não uma caixa-preta.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C53A8-59A0-4A49-BAB4-A832A26A8EF5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pt-BR" b="1"/>
              <a:t>Revisão e merge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pt-BR"/>
              <a:t>Revise diffs, acompanhe o CI, corrija checks com falha e faça o merge – tudo em uma só janela.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pt-BR"/>
              <a:t>Nada de pular entre ferramentas; todo o caminho da alteração até a entrega fica em um só lugar.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pt-BR"/>
              <a:t>O julgamento humano continua no processo, exatamente onde o agente trabalha – velocidade e confiança juntas.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C53A8-59A0-4A49-BAB4-A832A26A8EF5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pt-BR" b="1"/>
              <a:t>Workflows automatizados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pt-BR"/>
              <a:t>Transforme seus melhores prompts e skills em workflows repetíveis e agendados.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pt-BR"/>
              <a:t>Automatize o trabalho recorrente para que ele simplesmente rode em uma cadência definida – sem precisar ficar de babá.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pt-BR"/>
              <a:t>Imagine suas rotinas rodando sozinhas enquanto você foca no que é novo.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C53A8-59A0-4A49-BAB4-A832A26A8EF5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Calibri"/>
                <a:ea typeface="Calibri"/>
                <a:cs typeface="Calibri"/>
              </a:rPr>
              <a:t>O app GitHub Copilot já está disponível para download. Ele está disponível para usuários de todos os planos do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C53A8-59A0-4A49-BAB4-A832A26A8EF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785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11FE1-3588-0118-F241-6A5060C93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997F53-07FF-31C3-EFD9-29C2230EB4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76AD59-87E5-7B22-062B-BF1218848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Incentive os participantes a deixarem seu feedback sobre o evento.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19E9E-8C40-3D12-C5EA-0EB4BEE4F6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E318D-D634-447D-804D-1A35DED75EB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972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93A7DCC4-90CB-5487-9CD7-96D3ADB377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048" y="585788"/>
            <a:ext cx="1365889" cy="2926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771300-CAF5-B6B5-CF45-EBEDBBBD5AC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2971" t="27592" r="22666" b="8704"/>
          <a:stretch>
            <a:fillRect/>
          </a:stretch>
        </p:blipFill>
        <p:spPr>
          <a:xfrm>
            <a:off x="293612" y="1892300"/>
            <a:ext cx="9063851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7118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048" y="3962399"/>
            <a:ext cx="5576387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lang="en-US" sz="1799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8C97F8FC-6154-33A9-9E6C-1A787DA153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048" y="585788"/>
            <a:ext cx="1365889" cy="29260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7DC53C4-E138-FFE4-FA9D-5E35B90DD5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047" y="2425781"/>
            <a:ext cx="5576387" cy="1107996"/>
          </a:xfrm>
        </p:spPr>
        <p:txBody>
          <a:bodyPr anchor="b"/>
          <a:lstStyle>
            <a:lvl1pPr marL="7938" indent="-7938" algn="l">
              <a:lnSpc>
                <a:spcPct val="90000"/>
              </a:lnSpc>
              <a:buFont typeface="Arial" panose="020B0604020202020204" pitchFamily="34" charset="0"/>
              <a:buNone/>
              <a:tabLst/>
              <a:defRPr sz="4000" b="1" i="0"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pPr lvl="0"/>
            <a:r>
              <a:rPr lang="en-US"/>
              <a:t>Event name or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73622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048" y="3962401"/>
            <a:ext cx="9141619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799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74FE235F-02A3-CF25-8716-2552AE8442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048" y="585788"/>
            <a:ext cx="1365889" cy="292608"/>
          </a:xfrm>
          <a:prstGeom prst="rect">
            <a:avLst/>
          </a:prstGeom>
        </p:spPr>
      </p:pic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8924D58-B139-854C-A0BF-413BB17577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048" y="2918223"/>
            <a:ext cx="9141619" cy="615553"/>
          </a:xfrm>
        </p:spPr>
        <p:txBody>
          <a:bodyPr anchor="b"/>
          <a:lstStyle>
            <a:lvl1pPr marL="7938" indent="-7938" algn="l">
              <a:lnSpc>
                <a:spcPct val="90000"/>
              </a:lnSpc>
              <a:buFont typeface="Arial" panose="020B0604020202020204" pitchFamily="34" charset="0"/>
              <a:buNone/>
              <a:tabLst/>
              <a:defRPr sz="4000" b="1" i="0"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pPr lvl="0"/>
            <a:r>
              <a:rPr lang="en-US"/>
              <a:t>Event name or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1300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32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3A06B34-F03E-5DC7-2F93-8740C8F864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04700" y="318247"/>
            <a:ext cx="726126" cy="5804124"/>
          </a:xfrm>
          <a:prstGeom prst="rect">
            <a:avLst/>
          </a:prstGeom>
        </p:spPr>
        <p:txBody>
          <a:bodyPr/>
          <a:lstStyle>
            <a:lvl1pPr>
              <a:defRPr sz="2799" b="0" i="0">
                <a:solidFill>
                  <a:schemeClr val="bg2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  <a:p>
            <a:pPr lvl="0"/>
            <a:r>
              <a:rPr lang="en-US"/>
              <a:t>04</a:t>
            </a:r>
          </a:p>
          <a:p>
            <a:pPr lvl="0"/>
            <a:r>
              <a:rPr lang="en-US"/>
              <a:t>05</a:t>
            </a:r>
          </a:p>
          <a:p>
            <a:pPr lvl="0"/>
            <a:r>
              <a:rPr lang="en-US"/>
              <a:t>06</a:t>
            </a:r>
          </a:p>
          <a:p>
            <a:pPr lvl="0"/>
            <a:r>
              <a:rPr lang="en-US"/>
              <a:t>07</a:t>
            </a:r>
          </a:p>
          <a:p>
            <a:pPr lvl="0"/>
            <a:r>
              <a:rPr lang="en-US"/>
              <a:t>08</a:t>
            </a:r>
          </a:p>
          <a:p>
            <a:pPr lvl="0"/>
            <a:r>
              <a:rPr lang="en-US"/>
              <a:t>09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29222-7B60-0287-B5CD-B9A22C4498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30826" y="318247"/>
            <a:ext cx="6650234" cy="5804124"/>
          </a:xfrm>
          <a:prstGeom prst="rect">
            <a:avLst/>
          </a:prstGeom>
        </p:spPr>
        <p:txBody>
          <a:bodyPr/>
          <a:lstStyle>
            <a:lvl1pPr marL="0" marR="0" indent="0" algn="l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799" b="0" i="0">
                <a:solidFill>
                  <a:schemeClr val="tx1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  <a:p>
            <a:pPr lvl="0"/>
            <a:r>
              <a:rPr lang="en-US"/>
              <a:t>Section title </a:t>
            </a:r>
          </a:p>
          <a:p>
            <a:pPr lvl="0"/>
            <a:r>
              <a:rPr lang="en-US"/>
              <a:t>Section title</a:t>
            </a:r>
          </a:p>
          <a:p>
            <a:pPr lvl="0"/>
            <a:r>
              <a:rPr lang="en-US"/>
              <a:t>Section title</a:t>
            </a:r>
          </a:p>
          <a:p>
            <a:pPr lvl="0"/>
            <a:r>
              <a:rPr lang="en-US"/>
              <a:t>Section title</a:t>
            </a:r>
          </a:p>
          <a:p>
            <a:pPr marL="0" marR="0" lvl="0" indent="0" algn="l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Section title </a:t>
            </a:r>
          </a:p>
          <a:p>
            <a:pPr marL="0" marR="0" lvl="0" indent="0" algn="l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Section title </a:t>
            </a:r>
          </a:p>
          <a:p>
            <a:pPr marL="0" marR="0" lvl="0" indent="0" algn="l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Section title</a:t>
            </a:r>
          </a:p>
          <a:p>
            <a:pPr marL="0" marR="0" lvl="0" indent="0" algn="l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Section title  </a:t>
            </a:r>
          </a:p>
          <a:p>
            <a:pPr lvl="0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1974D1-2B3B-9B4D-272E-11CF159EBA96}"/>
              </a:ext>
            </a:extLst>
          </p:cNvPr>
          <p:cNvSpPr/>
          <p:nvPr userDrawn="1"/>
        </p:nvSpPr>
        <p:spPr>
          <a:xfrm>
            <a:off x="4075384" y="-2"/>
            <a:ext cx="9144" cy="6455440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169222-62F0-2EFF-01A8-8D6A3B1B695C}"/>
              </a:ext>
            </a:extLst>
          </p:cNvPr>
          <p:cNvSpPr txBox="1"/>
          <p:nvPr userDrawn="1"/>
        </p:nvSpPr>
        <p:spPr>
          <a:xfrm>
            <a:off x="407766" y="318247"/>
            <a:ext cx="3250890" cy="1996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7200" spc="0">
                <a:latin typeface="Mona Sans Display" pitchFamily="2" charset="77"/>
                <a:cs typeface="Mona Sans Display" pitchFamily="2" charset="77"/>
              </a:rPr>
              <a:t>Session</a:t>
            </a:r>
            <a:br>
              <a:rPr lang="en-US" sz="7200" spc="0">
                <a:latin typeface="Mona Sans Display" pitchFamily="2" charset="77"/>
                <a:cs typeface="Mona Sans Display" pitchFamily="2" charset="77"/>
              </a:rPr>
            </a:br>
            <a:r>
              <a:rPr lang="en-US" sz="7200" spc="0">
                <a:solidFill>
                  <a:schemeClr val="bg2"/>
                </a:solidFill>
                <a:latin typeface="Mona Sans Display" pitchFamily="2" charset="77"/>
                <a:cs typeface="Mona Sans Display" pitchFamily="2" charset="77"/>
              </a:rPr>
              <a:t>Agenda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18BEDA9-9E4A-4AB3-2AC5-BA36C010DB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8B612C-5E67-5414-731A-C9339B410D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1A91557B-968A-5EC0-CAFB-09897FC08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73D074C2-03EF-908D-252E-5ED8D14F44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23756811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3F0248E-07E8-06F9-9AAF-0C1CD16713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BEE7DE-452C-214F-7F38-C14C82A42B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D7749530-64E1-E47A-E8E6-06385AE55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47249D01-C24C-14C8-0425-CFAD66343A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92EC6E-F38D-2EB6-3559-4D76ED1638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7260" y="419100"/>
            <a:ext cx="11412153" cy="6017824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9600"/>
            </a:lvl1pPr>
          </a:lstStyle>
          <a:p>
            <a:pPr lvl="0"/>
            <a:r>
              <a:rPr lang="en-US"/>
              <a:t>Section name</a:t>
            </a:r>
          </a:p>
        </p:txBody>
      </p:sp>
    </p:spTree>
    <p:extLst>
      <p:ext uri="{BB962C8B-B14F-4D97-AF65-F5344CB8AC3E}">
        <p14:creationId xmlns:p14="http://schemas.microsoft.com/office/powerpoint/2010/main" val="24597136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ement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5E4003-1D40-7897-1FC6-FF65C90164F0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E37B27-DEEB-9467-E362-1A2C671792C0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003487B-C5AC-7790-7D60-2DFC60A19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60E4617F-1087-AA0E-4F82-FDB96276CB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605A9D-66A0-F1D2-44A3-71DA83541B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8913" y="786083"/>
            <a:ext cx="11810999" cy="528583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0"/>
            </a:lvl1pPr>
          </a:lstStyle>
          <a:p>
            <a:pPr lvl="0"/>
            <a:r>
              <a:rPr lang="en-US"/>
              <a:t>Large Statement</a:t>
            </a:r>
          </a:p>
        </p:txBody>
      </p:sp>
    </p:spTree>
    <p:extLst>
      <p:ext uri="{BB962C8B-B14F-4D97-AF65-F5344CB8AC3E}">
        <p14:creationId xmlns:p14="http://schemas.microsoft.com/office/powerpoint/2010/main" val="21915619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34954D9-5464-08AC-379C-E489C279BA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4422" y="5591395"/>
            <a:ext cx="10966301" cy="27462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cap="all" baseline="0"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9571EA7-B72C-D131-8322-3D06E76D2C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4422" y="5885128"/>
            <a:ext cx="10966301" cy="1986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0" i="0">
                <a:solidFill>
                  <a:schemeClr val="bg2"/>
                </a:solidFill>
                <a:latin typeface="Mona Sans Display Medium" pitchFamily="2" charset="77"/>
                <a:cs typeface="Mona Sans Display Medium" pitchFamily="2" charset="77"/>
              </a:defRPr>
            </a:lvl1pPr>
          </a:lstStyle>
          <a:p>
            <a:pPr lvl="0"/>
            <a:r>
              <a:rPr lang="en-US"/>
              <a:t>Position, Company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BD8849-19D6-3DB8-F712-BB8AFDC7B6FB}"/>
              </a:ext>
            </a:extLst>
          </p:cNvPr>
          <p:cNvSpPr/>
          <p:nvPr userDrawn="1"/>
        </p:nvSpPr>
        <p:spPr>
          <a:xfrm>
            <a:off x="406844" y="5416705"/>
            <a:ext cx="11375136" cy="18288"/>
          </a:xfrm>
          <a:prstGeom prst="rect">
            <a:avLst/>
          </a:prstGeom>
          <a:solidFill>
            <a:srgbClr val="5A61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244F3B-5574-D60C-496B-BA64FBD50873}"/>
              </a:ext>
            </a:extLst>
          </p:cNvPr>
          <p:cNvSpPr>
            <a:spLocks noChangeAspect="1"/>
          </p:cNvSpPr>
          <p:nvPr userDrawn="1"/>
        </p:nvSpPr>
        <p:spPr>
          <a:xfrm>
            <a:off x="408101" y="5604010"/>
            <a:ext cx="100584" cy="1005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44E493-E256-32B5-1992-A6C48DEF983D}"/>
              </a:ext>
            </a:extLst>
          </p:cNvPr>
          <p:cNvSpPr txBox="1"/>
          <p:nvPr userDrawn="1"/>
        </p:nvSpPr>
        <p:spPr>
          <a:xfrm>
            <a:off x="406844" y="312753"/>
            <a:ext cx="437620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000">
                <a:solidFill>
                  <a:schemeClr val="accent4"/>
                </a:solidFill>
                <a:latin typeface="Mona Sans Mono" pitchFamily="2" charset="77"/>
                <a:cs typeface="Mona Sans Mono" pitchFamily="2" charset="77"/>
              </a:rPr>
              <a:t>“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0A1586-AB10-D73C-47FC-C9BAECEEBECD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321977-F51E-64FE-277C-01196E3B2C7D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C48EA89-4140-7741-04A5-8ED8F55FD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6961406F-D562-12AC-E0BF-40EBD73275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81AFC4E-2B69-021A-1207-5832549E2C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635" y="741972"/>
            <a:ext cx="11422778" cy="4516606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4000"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Quote / testimonial</a:t>
            </a:r>
          </a:p>
        </p:txBody>
      </p:sp>
    </p:spTree>
    <p:extLst>
      <p:ext uri="{BB962C8B-B14F-4D97-AF65-F5344CB8AC3E}">
        <p14:creationId xmlns:p14="http://schemas.microsoft.com/office/powerpoint/2010/main" val="38945966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 &amp; statement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rry image of a person&#10;&#10;AI-generated content may be incorrect.">
            <a:extLst>
              <a:ext uri="{FF2B5EF4-FFF2-40B4-BE49-F238E27FC236}">
                <a16:creationId xmlns:a16="http://schemas.microsoft.com/office/drawing/2014/main" id="{90C6F7A5-E3E7-A598-26B7-01BEB44B79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DA02E7B3-6DFF-8DFA-E2D4-8F46034BA27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3228" y="4406717"/>
            <a:ext cx="5089545" cy="138451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And/or statement here</a:t>
            </a:r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644D8B71-353D-587E-2D69-7965013F45B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3228" y="1066772"/>
            <a:ext cx="5089545" cy="1334528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Statement here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557BC31B-1F53-8F23-4541-EAF2F6C49C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00814" y="4876636"/>
            <a:ext cx="5290749" cy="156412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2000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3D20BBB5-C477-5692-8C42-7010D50488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00815" y="507423"/>
            <a:ext cx="5290750" cy="44855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ED10A97-BF40-8E57-E6FE-EC326EB25A3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00815" y="955972"/>
            <a:ext cx="5280812" cy="3518328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40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Statement that should be 10 words or less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6A0C39-2E23-A01A-998F-68995DA68494}"/>
              </a:ext>
            </a:extLst>
          </p:cNvPr>
          <p:cNvSpPr/>
          <p:nvPr userDrawn="1"/>
        </p:nvSpPr>
        <p:spPr>
          <a:xfrm rot="16200000">
            <a:off x="2665412" y="3419856"/>
            <a:ext cx="685800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62CC91-0DFF-380C-7EFC-369D8843EF49}"/>
              </a:ext>
            </a:extLst>
          </p:cNvPr>
          <p:cNvSpPr/>
          <p:nvPr userDrawn="1"/>
        </p:nvSpPr>
        <p:spPr>
          <a:xfrm>
            <a:off x="6492907" y="389359"/>
            <a:ext cx="5294376" cy="18288"/>
          </a:xfrm>
          <a:prstGeom prst="rect">
            <a:avLst/>
          </a:prstGeom>
          <a:solidFill>
            <a:srgbClr val="5A61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F189820F-35E1-FA43-DB4A-7DF28DEC3CF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01478" y="2428741"/>
            <a:ext cx="5091295" cy="1977976"/>
          </a:xfrm>
          <a:prstGeom prst="rect">
            <a:avLst/>
          </a:prstGeom>
        </p:spPr>
        <p:txBody>
          <a:bodyPr anchor="ctr"/>
          <a:lstStyle>
            <a:lvl1pPr algn="ctr">
              <a:defRPr sz="14400" b="1" i="0"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/>
              <a:t>XXM</a:t>
            </a:r>
          </a:p>
        </p:txBody>
      </p:sp>
    </p:spTree>
    <p:extLst>
      <p:ext uri="{BB962C8B-B14F-4D97-AF65-F5344CB8AC3E}">
        <p14:creationId xmlns:p14="http://schemas.microsoft.com/office/powerpoint/2010/main" val="19138724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 &amp; statement reversed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rry image of a person&#10;&#10;AI-generated content may be incorrect.">
            <a:extLst>
              <a:ext uri="{FF2B5EF4-FFF2-40B4-BE49-F238E27FC236}">
                <a16:creationId xmlns:a16="http://schemas.microsoft.com/office/drawing/2014/main" id="{3ABCA9BF-EF3B-A42B-4828-FFF6A26970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4412" y="0"/>
            <a:ext cx="6096000" cy="6858000"/>
          </a:xfrm>
          <a:prstGeom prst="rect">
            <a:avLst/>
          </a:prstGeom>
        </p:spPr>
      </p:pic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64EA44D7-1456-9012-C79D-07F9F8A6E35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97640" y="4406717"/>
            <a:ext cx="5089545" cy="138451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And/or statement here</a:t>
            </a:r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88E8FF6D-7F08-3718-E8F9-884ED26DB75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597640" y="1066772"/>
            <a:ext cx="5089545" cy="1334528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Statement here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7A63D44B-6BE0-8FCA-A700-690055A1729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3913" y="4876636"/>
            <a:ext cx="5290749" cy="156412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2000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FBC8A25D-F414-4816-117B-4CC6A3F609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3914" y="507423"/>
            <a:ext cx="5290750" cy="44855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A998C0B-056C-107B-ABA1-4F9E0C77C70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914" y="955972"/>
            <a:ext cx="5294376" cy="3518328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40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Statement that should be 10 words or less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F9B463-9F1E-9B72-32D2-7A74245AB115}"/>
              </a:ext>
            </a:extLst>
          </p:cNvPr>
          <p:cNvSpPr/>
          <p:nvPr userDrawn="1"/>
        </p:nvSpPr>
        <p:spPr>
          <a:xfrm rot="16200000">
            <a:off x="2665412" y="3419856"/>
            <a:ext cx="685800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490503-35EB-F751-8966-D3DBEC09CCB7}"/>
              </a:ext>
            </a:extLst>
          </p:cNvPr>
          <p:cNvSpPr/>
          <p:nvPr userDrawn="1"/>
        </p:nvSpPr>
        <p:spPr>
          <a:xfrm>
            <a:off x="406006" y="389359"/>
            <a:ext cx="5294376" cy="18288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26DE898-9CD6-954D-1314-C571373E570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595890" y="2428741"/>
            <a:ext cx="5091295" cy="1977976"/>
          </a:xfrm>
          <a:prstGeom prst="rect">
            <a:avLst/>
          </a:prstGeom>
        </p:spPr>
        <p:txBody>
          <a:bodyPr anchor="ctr"/>
          <a:lstStyle>
            <a:lvl1pPr algn="ctr">
              <a:defRPr sz="14400" b="1" i="0"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/>
              <a:t>XXM</a:t>
            </a:r>
          </a:p>
        </p:txBody>
      </p:sp>
    </p:spTree>
    <p:extLst>
      <p:ext uri="{BB962C8B-B14F-4D97-AF65-F5344CB8AC3E}">
        <p14:creationId xmlns:p14="http://schemas.microsoft.com/office/powerpoint/2010/main" val="26390805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 slide_1 feature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28446E-76AE-C732-9B03-96A8D97858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14" t="-25" r="49312" b="25"/>
          <a:stretch>
            <a:fillRect/>
          </a:stretch>
        </p:blipFill>
        <p:spPr>
          <a:xfrm>
            <a:off x="0" y="0"/>
            <a:ext cx="6103556" cy="6856284"/>
          </a:xfrm>
          <a:prstGeom prst="rect">
            <a:avLst/>
          </a:prstGeom>
        </p:spPr>
      </p:pic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8C5F07C-0531-BD96-6290-0D7369D319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00814" y="4876636"/>
            <a:ext cx="5290749" cy="156412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2000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Supporting text if applicable. Keep it short and sweet.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EFA698EF-B2BB-FB4A-6604-A3393AD7023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00815" y="1551887"/>
            <a:ext cx="5280812" cy="290751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40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A value prop in sentence case that is 12 words or less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126C5A-FC2C-01D1-DE71-30285E4A3CF4}"/>
              </a:ext>
            </a:extLst>
          </p:cNvPr>
          <p:cNvSpPr/>
          <p:nvPr userDrawn="1"/>
        </p:nvSpPr>
        <p:spPr>
          <a:xfrm rot="16200000">
            <a:off x="2665412" y="3419856"/>
            <a:ext cx="685800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20">
            <a:extLst>
              <a:ext uri="{FF2B5EF4-FFF2-40B4-BE49-F238E27FC236}">
                <a16:creationId xmlns:a16="http://schemas.microsoft.com/office/drawing/2014/main" id="{1D6D324F-8169-A9F0-F1EA-664325FED89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-527302" y="749299"/>
            <a:ext cx="6183566" cy="6428741"/>
          </a:xfrm>
          <a:prstGeom prst="roundRect">
            <a:avLst>
              <a:gd name="adj" fmla="val 2465"/>
            </a:avLst>
          </a:prstGeom>
          <a:solidFill>
            <a:schemeClr val="tx2"/>
          </a:solidFill>
          <a:ln>
            <a:noFill/>
          </a:ln>
        </p:spPr>
        <p:txBody>
          <a:bodyPr/>
          <a:lstStyle>
            <a:lvl1pPr algn="r">
              <a:defRPr b="0" i="0">
                <a:latin typeface="Mona Sans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B7C2978E-11A8-B08C-0232-C36EE07131C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0814" y="419100"/>
            <a:ext cx="5290750" cy="21851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Beta / Coming soon / GA / Q120XX</a:t>
            </a:r>
          </a:p>
        </p:txBody>
      </p:sp>
    </p:spTree>
    <p:extLst>
      <p:ext uri="{BB962C8B-B14F-4D97-AF65-F5344CB8AC3E}">
        <p14:creationId xmlns:p14="http://schemas.microsoft.com/office/powerpoint/2010/main" val="4864668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 slide_1 feature reversed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77081D-1F69-B804-D938-7ADA0FCD16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14" t="-25" r="49312" b="25"/>
          <a:stretch>
            <a:fillRect/>
          </a:stretch>
        </p:blipFill>
        <p:spPr>
          <a:xfrm>
            <a:off x="6085269" y="0"/>
            <a:ext cx="6103556" cy="6856284"/>
          </a:xfrm>
          <a:prstGeom prst="rect">
            <a:avLst/>
          </a:prstGeom>
        </p:spPr>
      </p:pic>
      <p:sp>
        <p:nvSpPr>
          <p:cNvPr id="4" name="Picture Placeholder 20">
            <a:extLst>
              <a:ext uri="{FF2B5EF4-FFF2-40B4-BE49-F238E27FC236}">
                <a16:creationId xmlns:a16="http://schemas.microsoft.com/office/drawing/2014/main" id="{231EDA52-EB6B-617A-84F9-9FBC562B73C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532559" y="749299"/>
            <a:ext cx="6183566" cy="6428741"/>
          </a:xfrm>
          <a:prstGeom prst="roundRect">
            <a:avLst>
              <a:gd name="adj" fmla="val 2672"/>
            </a:avLst>
          </a:prstGeom>
          <a:solidFill>
            <a:schemeClr val="tx2"/>
          </a:solidFill>
          <a:ln>
            <a:noFill/>
          </a:ln>
        </p:spPr>
        <p:txBody>
          <a:bodyPr/>
          <a:lstStyle>
            <a:lvl1pPr>
              <a:defRPr b="0" i="0">
                <a:latin typeface="Mona Sans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805A39-4111-4F5A-3580-8D28520FB97F}"/>
              </a:ext>
            </a:extLst>
          </p:cNvPr>
          <p:cNvSpPr/>
          <p:nvPr userDrawn="1"/>
        </p:nvSpPr>
        <p:spPr>
          <a:xfrm rot="16200000">
            <a:off x="2665412" y="3419856"/>
            <a:ext cx="685800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3CDFA67E-972E-C014-1A25-B6B12D0BF1A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97194" y="4876636"/>
            <a:ext cx="5290749" cy="156412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2000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Supporting text if applicable. Keep it short and sweet.</a:t>
            </a:r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8296DD07-2E4E-0153-E79C-8A8C81651C5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7195" y="1551887"/>
            <a:ext cx="5280812" cy="290751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40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A value prop in sentence case that is 12 words or less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65DF06F4-BE4F-0710-2C91-E580ED2DE09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97195" y="419100"/>
            <a:ext cx="5290750" cy="21851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Beta / Coming soon / GA / Q120XX</a:t>
            </a:r>
          </a:p>
        </p:txBody>
      </p:sp>
    </p:spTree>
    <p:extLst>
      <p:ext uri="{BB962C8B-B14F-4D97-AF65-F5344CB8AC3E}">
        <p14:creationId xmlns:p14="http://schemas.microsoft.com/office/powerpoint/2010/main" val="10706520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 slide_1 feature stacked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D66609-CC3C-9FFB-681F-7C5BE88A3C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38309"/>
          <a:stretch>
            <a:fillRect/>
          </a:stretch>
        </p:blipFill>
        <p:spPr>
          <a:xfrm>
            <a:off x="-64" y="2627377"/>
            <a:ext cx="12188952" cy="4229732"/>
          </a:xfrm>
          <a:prstGeom prst="rect">
            <a:avLst/>
          </a:prstGeom>
        </p:spPr>
      </p:pic>
      <p:sp>
        <p:nvSpPr>
          <p:cNvPr id="3" name="Picture Placeholder 20">
            <a:extLst>
              <a:ext uri="{FF2B5EF4-FFF2-40B4-BE49-F238E27FC236}">
                <a16:creationId xmlns:a16="http://schemas.microsoft.com/office/drawing/2014/main" id="{7C2B2D0B-3DF8-E88D-2E48-D387F867400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69620" y="3147472"/>
            <a:ext cx="10652760" cy="6428741"/>
          </a:xfrm>
          <a:prstGeom prst="roundRect">
            <a:avLst>
              <a:gd name="adj" fmla="val 2672"/>
            </a:avLst>
          </a:prstGeom>
          <a:solidFill>
            <a:schemeClr val="tx2"/>
          </a:solidFill>
          <a:ln>
            <a:noFill/>
          </a:ln>
        </p:spPr>
        <p:txBody>
          <a:bodyPr/>
          <a:lstStyle>
            <a:lvl1pPr algn="ctr">
              <a:defRPr b="0" i="0">
                <a:latin typeface="Mona Sans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5B1A28-2AE4-D9F2-F22F-7969CE329140}"/>
              </a:ext>
            </a:extLst>
          </p:cNvPr>
          <p:cNvSpPr/>
          <p:nvPr userDrawn="1"/>
        </p:nvSpPr>
        <p:spPr>
          <a:xfrm>
            <a:off x="-64" y="2627376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6345DBC2-1000-6AA6-48F5-8139726DE02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49037" y="192962"/>
            <a:ext cx="5290750" cy="44855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Beta / Coming soon / GA / Q120XX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68DFC8AC-7EA9-216E-0677-57987A765EE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336166" y="1185900"/>
            <a:ext cx="7516494" cy="1226592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A value prop in sentence case that is 12 words or less</a:t>
            </a:r>
          </a:p>
        </p:txBody>
      </p:sp>
    </p:spTree>
    <p:extLst>
      <p:ext uri="{BB962C8B-B14F-4D97-AF65-F5344CB8AC3E}">
        <p14:creationId xmlns:p14="http://schemas.microsoft.com/office/powerpoint/2010/main" val="41073834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 slide_1 feature stacked reversed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AF111A-7DE9-5AF7-3F30-C2163F8CCC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38309"/>
          <a:stretch>
            <a:fillRect/>
          </a:stretch>
        </p:blipFill>
        <p:spPr>
          <a:xfrm>
            <a:off x="-64" y="0"/>
            <a:ext cx="12188952" cy="422973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2BCE95B-2895-F3F8-42D1-AC4957328A32}"/>
              </a:ext>
            </a:extLst>
          </p:cNvPr>
          <p:cNvSpPr/>
          <p:nvPr userDrawn="1"/>
        </p:nvSpPr>
        <p:spPr>
          <a:xfrm>
            <a:off x="-64" y="4228208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8866A0D2-10B5-81EC-5C48-348177A2E46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49037" y="4447970"/>
            <a:ext cx="5290750" cy="44855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Beta / Coming soon / GA / Q120XX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9414D1CA-A210-7D7A-22C4-1C64A9AFD8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336166" y="5440908"/>
            <a:ext cx="7516494" cy="1226592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A value prop in sentence case that is 12 words or less</a:t>
            </a:r>
          </a:p>
        </p:txBody>
      </p:sp>
      <p:sp>
        <p:nvSpPr>
          <p:cNvPr id="7" name="Picture Placeholder 20">
            <a:extLst>
              <a:ext uri="{FF2B5EF4-FFF2-40B4-BE49-F238E27FC236}">
                <a16:creationId xmlns:a16="http://schemas.microsoft.com/office/drawing/2014/main" id="{C2F6FDD7-2883-6397-7B2A-D087BBA7DB0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68032" y="-2714121"/>
            <a:ext cx="10652760" cy="6428741"/>
          </a:xfrm>
          <a:prstGeom prst="roundRect">
            <a:avLst>
              <a:gd name="adj" fmla="val 2672"/>
            </a:avLst>
          </a:prstGeom>
          <a:solidFill>
            <a:schemeClr val="tx2"/>
          </a:solidFill>
          <a:ln>
            <a:noFill/>
          </a:ln>
        </p:spPr>
        <p:txBody>
          <a:bodyPr anchor="b"/>
          <a:lstStyle>
            <a:lvl1pPr algn="ctr">
              <a:defRPr b="0" i="0">
                <a:latin typeface="Mona Sans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349577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 slide_2 features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404671-F418-1360-2A96-A076C72727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9312" r="18129"/>
          <a:stretch>
            <a:fillRect/>
          </a:stretch>
        </p:blipFill>
        <p:spPr>
          <a:xfrm>
            <a:off x="4050340" y="-4695"/>
            <a:ext cx="4064544" cy="365467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6" name="Picture Placeholder 17">
            <a:extLst>
              <a:ext uri="{FF2B5EF4-FFF2-40B4-BE49-F238E27FC236}">
                <a16:creationId xmlns:a16="http://schemas.microsoft.com/office/drawing/2014/main" id="{DC90BE8B-42E9-F1E1-2EAE-14CA48D88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043599" y="0"/>
            <a:ext cx="4069080" cy="36576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b"/>
          <a:lstStyle>
            <a:lvl1pPr algn="ctr">
              <a:defRPr sz="1200">
                <a:latin typeface="Mona Sans" pitchFamily="2" charset="77"/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 err="1"/>
              <a:t>png</a:t>
            </a:r>
            <a:r>
              <a:rPr lang="en-US"/>
              <a:t> screenshot of UIC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276F0B4B-533A-6A72-C5EA-3D91E25FA1B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8131" y="301752"/>
            <a:ext cx="3215719" cy="41514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252D946C-56EB-6813-E643-9D30705DAEF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56018" y="4103094"/>
            <a:ext cx="3656389" cy="45720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24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New feature/tool</a:t>
            </a:r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08E18B73-55BC-76F4-7CB3-C8937220B01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56019" y="5840339"/>
            <a:ext cx="3656388" cy="6004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Mona Sans" pitchFamily="2" charset="77"/>
                <a:cs typeface="Mona Sans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49B3F1D3-8226-5E86-7B30-C029BB27E88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256019" y="3856809"/>
            <a:ext cx="3656388" cy="22853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Beta / Coming soon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3A0D9E27-E587-4A28-695E-59AB7BC22E2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131" y="4876636"/>
            <a:ext cx="3215719" cy="156412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800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Supporting text if applicable. Keep it short and sweet.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5585B17-1401-E0EB-023E-CD8E6015D1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9089" r="18350" b="-4"/>
          <a:stretch>
            <a:fillRect/>
          </a:stretch>
        </p:blipFill>
        <p:spPr>
          <a:xfrm>
            <a:off x="8124156" y="0"/>
            <a:ext cx="4064669" cy="365467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3E8B37C0-EE2B-4C21-C22A-8B6573F62C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24606" y="4103094"/>
            <a:ext cx="3675307" cy="45720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24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New feature/tool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B7C11EA3-E009-0DF2-CF37-9DD7693FC05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24607" y="5840339"/>
            <a:ext cx="3675306" cy="6004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Mona Sans" pitchFamily="2" charset="77"/>
                <a:cs typeface="Mona Sans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FFF47DE5-6933-9FD5-3CFE-BFDB65612AC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24607" y="3856809"/>
            <a:ext cx="3675306" cy="22853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Beta / Coming soon</a:t>
            </a:r>
          </a:p>
        </p:txBody>
      </p:sp>
      <p:sp>
        <p:nvSpPr>
          <p:cNvPr id="24" name="Picture Placeholder 17">
            <a:extLst>
              <a:ext uri="{FF2B5EF4-FFF2-40B4-BE49-F238E27FC236}">
                <a16:creationId xmlns:a16="http://schemas.microsoft.com/office/drawing/2014/main" id="{3C0A4FD3-2D05-C679-66DA-03F18FF59E06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119745" y="0"/>
            <a:ext cx="4069080" cy="36576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b"/>
          <a:lstStyle>
            <a:lvl1pPr algn="ctr">
              <a:defRPr sz="1200">
                <a:latin typeface="Mona Sans" pitchFamily="2" charset="77"/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 err="1"/>
              <a:t>png</a:t>
            </a:r>
            <a:r>
              <a:rPr lang="en-US"/>
              <a:t> screenshot of UIC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89CF3B-15A6-4851-40EE-8211B97C2909}"/>
              </a:ext>
            </a:extLst>
          </p:cNvPr>
          <p:cNvSpPr/>
          <p:nvPr userDrawn="1"/>
        </p:nvSpPr>
        <p:spPr>
          <a:xfrm rot="16200000">
            <a:off x="612195" y="3419856"/>
            <a:ext cx="685800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BE5101B-996C-F757-C84F-C6CA6F51E420}"/>
              </a:ext>
            </a:extLst>
          </p:cNvPr>
          <p:cNvSpPr/>
          <p:nvPr userDrawn="1"/>
        </p:nvSpPr>
        <p:spPr>
          <a:xfrm rot="16200000">
            <a:off x="4690583" y="3424428"/>
            <a:ext cx="6858000" cy="9144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D6E97C1B-20E3-A0D1-EB80-88AAF554057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18131" y="820123"/>
            <a:ext cx="3215719" cy="3953764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>
                <a:latin typeface="+mj-lt"/>
              </a:defRPr>
            </a:lvl1pPr>
          </a:lstStyle>
          <a:p>
            <a:pPr lvl="0"/>
            <a:r>
              <a:rPr lang="en-US"/>
              <a:t>A value prop    in sentence case that is 12 words or less</a:t>
            </a:r>
          </a:p>
        </p:txBody>
      </p:sp>
    </p:spTree>
    <p:extLst>
      <p:ext uri="{BB962C8B-B14F-4D97-AF65-F5344CB8AC3E}">
        <p14:creationId xmlns:p14="http://schemas.microsoft.com/office/powerpoint/2010/main" val="40686567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 slide_3 features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0AFC2B-ADB3-5FF9-67D6-5EE06CE5E3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9312" r="2811"/>
          <a:stretch>
            <a:fillRect/>
          </a:stretch>
        </p:blipFill>
        <p:spPr>
          <a:xfrm>
            <a:off x="0" y="1643033"/>
            <a:ext cx="4051542" cy="292640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42B16F-3BB6-7918-F07F-5A441DC080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9312" r="2156"/>
          <a:stretch>
            <a:fillRect/>
          </a:stretch>
        </p:blipFill>
        <p:spPr>
          <a:xfrm>
            <a:off x="4051605" y="1643033"/>
            <a:ext cx="4085614" cy="292640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B03F59-C08F-20C3-CEBF-12BFC6DF32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0067" r="2156"/>
          <a:stretch>
            <a:fillRect/>
          </a:stretch>
        </p:blipFill>
        <p:spPr>
          <a:xfrm>
            <a:off x="8142459" y="1643033"/>
            <a:ext cx="4046366" cy="292640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7F4AEF6-1CEA-1DAE-F5C0-703AE40B7251}"/>
              </a:ext>
            </a:extLst>
          </p:cNvPr>
          <p:cNvSpPr/>
          <p:nvPr userDrawn="1"/>
        </p:nvSpPr>
        <p:spPr>
          <a:xfrm>
            <a:off x="-64" y="1624745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E28043C2-F3BD-9BF5-C49F-1967B44A7B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1037" y="261001"/>
            <a:ext cx="11470120" cy="44855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313EEC51-464A-1BAB-F79F-745C83478F4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1036" y="789644"/>
            <a:ext cx="11470121" cy="520339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40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Title should be 10 words or less</a:t>
            </a:r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BCB64AA1-ECB7-741F-5B0F-742FC6622954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0" y="1643030"/>
            <a:ext cx="4051542" cy="292640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b"/>
          <a:lstStyle>
            <a:lvl1pPr algn="ctr">
              <a:defRPr sz="1200">
                <a:latin typeface="Mona Sans" pitchFamily="2" charset="77"/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 err="1"/>
              <a:t>png</a:t>
            </a:r>
            <a:r>
              <a:rPr lang="en-US"/>
              <a:t> screenshot of UIC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529292F4-E496-E1D9-B8A5-B8AAAA66450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0425" y="4986367"/>
            <a:ext cx="3258482" cy="45720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24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New feature/tool</a:t>
            </a:r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FB07634F-6263-AA52-72B1-EA11BF8EF3B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0425" y="6066121"/>
            <a:ext cx="3258481" cy="6004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Mona Sans" pitchFamily="2" charset="77"/>
                <a:cs typeface="Mona Sans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136F7854-C85E-B229-6862-430B43680FA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00425" y="4740082"/>
            <a:ext cx="3258481" cy="22853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Beta / Coming soon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03B47C-F016-2021-D4C9-945B552CD59B}"/>
              </a:ext>
            </a:extLst>
          </p:cNvPr>
          <p:cNvSpPr/>
          <p:nvPr userDrawn="1"/>
        </p:nvSpPr>
        <p:spPr>
          <a:xfrm rot="16200000">
            <a:off x="5519924" y="4245944"/>
            <a:ext cx="5214968" cy="9144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71D712-984B-33E2-1AAE-82729EE0BEC5}"/>
              </a:ext>
            </a:extLst>
          </p:cNvPr>
          <p:cNvSpPr/>
          <p:nvPr userDrawn="1"/>
        </p:nvSpPr>
        <p:spPr>
          <a:xfrm rot="16200000">
            <a:off x="1453934" y="4245944"/>
            <a:ext cx="5214968" cy="9144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3C669356-7A9D-E3AD-A03F-ADAA20608F1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465171" y="4986367"/>
            <a:ext cx="3258482" cy="45720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24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New feature/tool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0CA76B77-19A5-B53B-6203-1E29CA22887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465172" y="6066121"/>
            <a:ext cx="3258481" cy="6004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Mona Sans" pitchFamily="2" charset="77"/>
                <a:cs typeface="Mona Sans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6BB4A800-0433-F60D-0E97-CC5B96465A3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65172" y="4740082"/>
            <a:ext cx="3258481" cy="22853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Beta / Coming soon</a:t>
            </a:r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961682D7-3C1F-6D10-BA08-D334BB0F673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517729" y="4986367"/>
            <a:ext cx="3258482" cy="45720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24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New feature/tool</a:t>
            </a:r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6FE38962-A10E-0D85-FB35-87B215DD13A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517729" y="6066121"/>
            <a:ext cx="3258481" cy="6004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Mona Sans" pitchFamily="2" charset="77"/>
                <a:cs typeface="Mona Sans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AB3B16F5-8890-4AD3-A676-37EAE960A0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517729" y="4740082"/>
            <a:ext cx="3258481" cy="22853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Beta / Coming soon</a:t>
            </a:r>
          </a:p>
        </p:txBody>
      </p:sp>
      <p:sp>
        <p:nvSpPr>
          <p:cNvPr id="23" name="Picture Placeholder 17">
            <a:extLst>
              <a:ext uri="{FF2B5EF4-FFF2-40B4-BE49-F238E27FC236}">
                <a16:creationId xmlns:a16="http://schemas.microsoft.com/office/drawing/2014/main" id="{03961504-D374-42E9-9941-00EE494806E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4068641" y="1643030"/>
            <a:ext cx="4051542" cy="292640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b"/>
          <a:lstStyle>
            <a:lvl1pPr algn="ctr">
              <a:defRPr sz="1200">
                <a:latin typeface="Mona Sans" pitchFamily="2" charset="77"/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 err="1"/>
              <a:t>png</a:t>
            </a:r>
            <a:r>
              <a:rPr lang="en-US"/>
              <a:t> screenshot of UIC</a:t>
            </a:r>
          </a:p>
        </p:txBody>
      </p:sp>
      <p:sp>
        <p:nvSpPr>
          <p:cNvPr id="24" name="Picture Placeholder 17">
            <a:extLst>
              <a:ext uri="{FF2B5EF4-FFF2-40B4-BE49-F238E27FC236}">
                <a16:creationId xmlns:a16="http://schemas.microsoft.com/office/drawing/2014/main" id="{677F63A0-C4DF-8CFD-978C-51D11698AABC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137283" y="1643030"/>
            <a:ext cx="4051542" cy="292640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b"/>
          <a:lstStyle>
            <a:lvl1pPr algn="ctr">
              <a:defRPr sz="1200">
                <a:latin typeface="Mona Sans" pitchFamily="2" charset="77"/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 err="1"/>
              <a:t>png</a:t>
            </a:r>
            <a:r>
              <a:rPr lang="en-US"/>
              <a:t> screenshot of UIC</a:t>
            </a:r>
          </a:p>
        </p:txBody>
      </p:sp>
    </p:spTree>
    <p:extLst>
      <p:ext uri="{BB962C8B-B14F-4D97-AF65-F5344CB8AC3E}">
        <p14:creationId xmlns:p14="http://schemas.microsoft.com/office/powerpoint/2010/main" val="4975307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003E146C-9B90-BE1D-B0EE-49F829937F9A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396875" y="403225"/>
            <a:ext cx="5100638" cy="5632450"/>
          </a:xfrm>
          <a:prstGeom prst="roundRect">
            <a:avLst>
              <a:gd name="adj" fmla="val 2301"/>
            </a:avLst>
          </a:prstGeom>
          <a:solidFill>
            <a:schemeClr val="tx2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3F5C2190-FEED-9514-2575-04148BD9933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894135" y="2095496"/>
            <a:ext cx="5896926" cy="393998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2000" b="0" i="0"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Write the speaker bio here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948C6E2C-4FCC-1699-2C3E-D620B4C3B1B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894135" y="402562"/>
            <a:ext cx="5896926" cy="103574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3599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First &amp; </a:t>
            </a:r>
            <a:br>
              <a:rPr lang="en-US"/>
            </a:br>
            <a:r>
              <a:rPr lang="en-US"/>
              <a:t>last name</a:t>
            </a:r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29E15389-C3A8-3AF9-49BA-B232F1B0C03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894135" y="1446687"/>
            <a:ext cx="5896926" cy="23809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399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Position title / Company name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982439-A50C-11BA-AF59-4EEBB1497BE4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FBABBF-0F8C-DBED-F1E2-A7925028DA43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5140D337-2BB0-10CA-BC99-16F49027E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1B7FE98E-0703-5FBB-2754-C88C8C72E30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2888561734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 (2)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FB29411-0D7D-7D74-CC8A-D0B27521DB4C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293563" y="403225"/>
            <a:ext cx="5496875" cy="3288396"/>
          </a:xfrm>
          <a:prstGeom prst="roundRect">
            <a:avLst>
              <a:gd name="adj" fmla="val 5539"/>
            </a:avLst>
          </a:prstGeom>
          <a:solidFill>
            <a:schemeClr val="tx2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AB652F73-4DBE-5C39-5559-0E3F8BA375A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96874" y="403225"/>
            <a:ext cx="5496875" cy="3288396"/>
          </a:xfrm>
          <a:prstGeom prst="roundRect">
            <a:avLst>
              <a:gd name="adj" fmla="val 5539"/>
            </a:avLst>
          </a:prstGeom>
          <a:solidFill>
            <a:schemeClr val="tx2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EFCFCE54-003D-6B1A-CBA9-68A3201FC6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97260" y="4828864"/>
            <a:ext cx="5496875" cy="121097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2000" b="0" i="0"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Write the speaker bio here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D6B8DBDE-0F44-B7D0-A508-86C2D2679FD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7260" y="3997101"/>
            <a:ext cx="5496875" cy="44877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32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A66FCF69-1D3E-006F-B8D8-AFC7AD85627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7260" y="4474537"/>
            <a:ext cx="5496875" cy="22235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1399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Position title / Company name</a:t>
            </a:r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9C61758-D1F6-48EE-1580-E917DBD26DC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93563" y="4828864"/>
            <a:ext cx="5496875" cy="121097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2000" b="0" i="0"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Write the speaker bio here</a:t>
            </a:r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2B6C94D9-B8AB-B2E4-2A8E-41978A801F4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93563" y="3997101"/>
            <a:ext cx="5496875" cy="44877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32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E70D6506-6DF3-17B4-74FC-DC8CD64B76E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93563" y="4474537"/>
            <a:ext cx="5496875" cy="22235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1399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Position title / Company 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E3EA83-A3E3-1BC6-7686-7E3E686854BC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42071D-03ED-E5CF-FD90-BDE3B6C7679F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901640F-2760-7748-9F49-24397BEB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6116DCE-DA74-0A7A-B7AE-CB751C4BF1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1892147637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DD87DB9-227C-0AD7-FFA5-D1C45CAFA5A2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396875" y="403225"/>
            <a:ext cx="3527464" cy="3288396"/>
          </a:xfrm>
          <a:prstGeom prst="roundRect">
            <a:avLst>
              <a:gd name="adj" fmla="val 5539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0BF42216-D628-28E2-3273-CAD0B5C5BC77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323785" y="403225"/>
            <a:ext cx="3527464" cy="3288396"/>
          </a:xfrm>
          <a:prstGeom prst="roundRect">
            <a:avLst>
              <a:gd name="adj" fmla="val 5539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D7EA65A-DB00-048E-1213-CF0E3161C5E7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250695" y="403225"/>
            <a:ext cx="3527464" cy="3288396"/>
          </a:xfrm>
          <a:prstGeom prst="roundRect">
            <a:avLst>
              <a:gd name="adj" fmla="val 5539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EFCFCE54-003D-6B1A-CBA9-68A3201FC6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97261" y="4828864"/>
            <a:ext cx="3527464" cy="121097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2000" b="0" i="0"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Write the speaker bio here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D6B8DBDE-0F44-B7D0-A508-86C2D2679FD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7261" y="3997101"/>
            <a:ext cx="3527464" cy="44877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32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A66FCF69-1D3E-006F-B8D8-AFC7AD85627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7261" y="4474537"/>
            <a:ext cx="3527464" cy="22235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1399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Position title / Company name</a:t>
            </a:r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9C61758-D1F6-48EE-1580-E917DBD26DC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30236" y="4828864"/>
            <a:ext cx="3527465" cy="121097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2000" b="0" i="0"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Write the speaker bio here</a:t>
            </a:r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2B6C94D9-B8AB-B2E4-2A8E-41978A801F4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330236" y="3997101"/>
            <a:ext cx="3527465" cy="44877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32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E70D6506-6DF3-17B4-74FC-DC8CD64B76E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30236" y="4474537"/>
            <a:ext cx="3527465" cy="22235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1399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Position title / Company name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6875702B-AB24-96E8-6375-6F3210F873F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55850" y="4828864"/>
            <a:ext cx="3527465" cy="121097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2000" b="0" i="0"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Write the speaker bio here</a:t>
            </a:r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E86BC569-F310-DF09-1935-9F27207C7B9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255850" y="3997101"/>
            <a:ext cx="3527465" cy="44877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32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04877BD-1BBD-79EF-3472-BE5E686159E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55850" y="4474537"/>
            <a:ext cx="3527465" cy="22235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1399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Position title / Company name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D166CA-7638-8E28-D041-DC2241F91CA6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2494DC-2C65-B655-D176-EED542D1949D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0A267C2C-7D49-EB68-C1D2-16B0EEE91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A1C5F15-1578-F364-051A-3E58B48766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1812331247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82BA9BF5-1864-91DF-9F7C-58689334CE7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96875" y="403225"/>
            <a:ext cx="2539328" cy="3288396"/>
          </a:xfrm>
          <a:prstGeom prst="roundRect">
            <a:avLst>
              <a:gd name="adj" fmla="val 5539"/>
            </a:avLst>
          </a:prstGeom>
          <a:solidFill>
            <a:schemeClr val="tx2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EFCFCE54-003D-6B1A-CBA9-68A3201FC6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99151" y="4828864"/>
            <a:ext cx="2546479" cy="121097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600" b="0" i="0"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Write the speaker bio here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D6B8DBDE-0F44-B7D0-A508-86C2D2679FD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9151" y="3997101"/>
            <a:ext cx="2546479" cy="44877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24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A66FCF69-1D3E-006F-B8D8-AFC7AD85627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9151" y="4474537"/>
            <a:ext cx="2546479" cy="22235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105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Position title / Company name</a:t>
            </a:r>
          </a:p>
        </p:txBody>
      </p:sp>
      <p:sp>
        <p:nvSpPr>
          <p:cNvPr id="40" name="Text Placeholder 23">
            <a:extLst>
              <a:ext uri="{FF2B5EF4-FFF2-40B4-BE49-F238E27FC236}">
                <a16:creationId xmlns:a16="http://schemas.microsoft.com/office/drawing/2014/main" id="{BC9D0628-2B5A-E5CA-5322-7B0F0C301D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47303" y="4828864"/>
            <a:ext cx="2546479" cy="121097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600" b="0" i="0"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Write the speaker bio here</a:t>
            </a:r>
          </a:p>
        </p:txBody>
      </p:sp>
      <p:sp>
        <p:nvSpPr>
          <p:cNvPr id="41" name="Text Placeholder 23">
            <a:extLst>
              <a:ext uri="{FF2B5EF4-FFF2-40B4-BE49-F238E27FC236}">
                <a16:creationId xmlns:a16="http://schemas.microsoft.com/office/drawing/2014/main" id="{DF666A47-4AD8-1344-C17C-116C81E9D7C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347303" y="3997101"/>
            <a:ext cx="2546479" cy="44877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24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42" name="Text Placeholder 23">
            <a:extLst>
              <a:ext uri="{FF2B5EF4-FFF2-40B4-BE49-F238E27FC236}">
                <a16:creationId xmlns:a16="http://schemas.microsoft.com/office/drawing/2014/main" id="{226D8059-5D2E-56CB-4B66-027957D1B12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347303" y="4474537"/>
            <a:ext cx="2546479" cy="22235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105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Position title / Company name</a:t>
            </a:r>
          </a:p>
        </p:txBody>
      </p:sp>
      <p:sp>
        <p:nvSpPr>
          <p:cNvPr id="43" name="Text Placeholder 23">
            <a:extLst>
              <a:ext uri="{FF2B5EF4-FFF2-40B4-BE49-F238E27FC236}">
                <a16:creationId xmlns:a16="http://schemas.microsoft.com/office/drawing/2014/main" id="{F20CC199-1242-16EF-CCE1-7D52B787D8F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295455" y="4828864"/>
            <a:ext cx="2546479" cy="121097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600" b="0" i="0"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Write the speaker bio here</a:t>
            </a:r>
          </a:p>
        </p:txBody>
      </p:sp>
      <p:sp>
        <p:nvSpPr>
          <p:cNvPr id="44" name="Text Placeholder 23">
            <a:extLst>
              <a:ext uri="{FF2B5EF4-FFF2-40B4-BE49-F238E27FC236}">
                <a16:creationId xmlns:a16="http://schemas.microsoft.com/office/drawing/2014/main" id="{6EBE51EE-7F16-DFB0-738A-E14FD10B003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95455" y="3997101"/>
            <a:ext cx="2546479" cy="44877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24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45" name="Text Placeholder 23">
            <a:extLst>
              <a:ext uri="{FF2B5EF4-FFF2-40B4-BE49-F238E27FC236}">
                <a16:creationId xmlns:a16="http://schemas.microsoft.com/office/drawing/2014/main" id="{A75DCD5F-A08F-A4E3-EC5C-AB38B33082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95455" y="4474537"/>
            <a:ext cx="2546479" cy="22235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105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Position title / Company name</a:t>
            </a:r>
          </a:p>
        </p:txBody>
      </p:sp>
      <p:sp>
        <p:nvSpPr>
          <p:cNvPr id="46" name="Text Placeholder 23">
            <a:extLst>
              <a:ext uri="{FF2B5EF4-FFF2-40B4-BE49-F238E27FC236}">
                <a16:creationId xmlns:a16="http://schemas.microsoft.com/office/drawing/2014/main" id="{5CCFF86D-318F-71D5-08AB-0890C042987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43607" y="4828864"/>
            <a:ext cx="2546479" cy="121097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600" b="0" i="0"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Write the speaker bio here</a:t>
            </a:r>
          </a:p>
        </p:txBody>
      </p:sp>
      <p:sp>
        <p:nvSpPr>
          <p:cNvPr id="47" name="Text Placeholder 23">
            <a:extLst>
              <a:ext uri="{FF2B5EF4-FFF2-40B4-BE49-F238E27FC236}">
                <a16:creationId xmlns:a16="http://schemas.microsoft.com/office/drawing/2014/main" id="{39BC4FAB-2D82-5CE9-8FCF-DC53B8A261F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243607" y="3997101"/>
            <a:ext cx="2546479" cy="44877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24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48" name="Text Placeholder 23">
            <a:extLst>
              <a:ext uri="{FF2B5EF4-FFF2-40B4-BE49-F238E27FC236}">
                <a16:creationId xmlns:a16="http://schemas.microsoft.com/office/drawing/2014/main" id="{FE5A58CB-87B9-4C9A-F327-4479C81981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243607" y="4474537"/>
            <a:ext cx="2546479" cy="22235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105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Position title / Company name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26A92C-F69F-BD58-CA12-7A9BD0A1B9E9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3353017" y="403225"/>
            <a:ext cx="2539328" cy="3288396"/>
          </a:xfrm>
          <a:prstGeom prst="roundRect">
            <a:avLst>
              <a:gd name="adj" fmla="val 5539"/>
            </a:avLst>
          </a:prstGeom>
          <a:solidFill>
            <a:schemeClr val="tx2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0E299C34-6147-5728-F24D-4A14AAFCCCCC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6309159" y="403225"/>
            <a:ext cx="2539328" cy="3288396"/>
          </a:xfrm>
          <a:prstGeom prst="roundRect">
            <a:avLst>
              <a:gd name="adj" fmla="val 5539"/>
            </a:avLst>
          </a:prstGeom>
          <a:solidFill>
            <a:schemeClr val="tx2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BC1C919D-0E2C-60CF-6CFB-15A00A065440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9265301" y="403225"/>
            <a:ext cx="2539328" cy="3288396"/>
          </a:xfrm>
          <a:prstGeom prst="roundRect">
            <a:avLst>
              <a:gd name="adj" fmla="val 5539"/>
            </a:avLst>
          </a:prstGeom>
          <a:solidFill>
            <a:schemeClr val="tx2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BD2C61-FB03-FD6F-6B81-6F5DD0830AA4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CD0241-0EE0-5A3E-53BA-78D21556C9D3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604312B-0478-BDD7-5EB9-C8A2E4F25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1D27E1C4-EA8D-7AAF-21D7-8E015D7DA8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4123156644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7EFD8DE5-D056-4C91-4AA5-DDFFFF32F604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396875" y="403225"/>
            <a:ext cx="2636442" cy="1625912"/>
          </a:xfrm>
          <a:prstGeom prst="roundRect">
            <a:avLst>
              <a:gd name="adj" fmla="val 12087"/>
            </a:avLst>
          </a:prstGeom>
          <a:solidFill>
            <a:schemeClr val="tx2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EFCFCE54-003D-6B1A-CBA9-68A3201FC6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66339" y="991336"/>
            <a:ext cx="2546479" cy="103780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600" b="0" i="0"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Write the speaker bio here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D6B8DBDE-0F44-B7D0-A508-86C2D2679FD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266339" y="402562"/>
            <a:ext cx="2546479" cy="22235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20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A66FCF69-1D3E-006F-B8D8-AFC7AD85627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66339" y="730731"/>
            <a:ext cx="2546479" cy="16002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9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Position title / Company name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F30CA4C1-9C52-523B-1971-77AE9293B16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66339" y="2993466"/>
            <a:ext cx="2546479" cy="103780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600" b="0" i="0"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Write the speaker bio here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1ABC5893-EBE1-6AF6-A51F-F78E0985D14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266339" y="2404692"/>
            <a:ext cx="2546479" cy="22235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20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1FA0942C-D268-7793-5831-60BDB15EA5C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66339" y="2732861"/>
            <a:ext cx="2546479" cy="16002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9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Position title / Company name</a:t>
            </a:r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FE98E143-12A6-9346-57E4-A88E2FB2769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66339" y="5003660"/>
            <a:ext cx="2546479" cy="103780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600" b="0" i="0"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Write the speaker bio here</a:t>
            </a:r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00F823E7-654F-F086-CF21-0CC3B257253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66339" y="4414886"/>
            <a:ext cx="2546479" cy="22235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20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F01D5BE6-C3E7-57E1-44D5-F1FD6DBB63F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66339" y="4743055"/>
            <a:ext cx="2546479" cy="16002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9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Position title / Company name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0E6A41BC-86A4-D2C3-CA5F-BC155525D6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62642" y="991336"/>
            <a:ext cx="2546479" cy="103780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600" b="0" i="0"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Write the speaker bio here</a:t>
            </a:r>
          </a:p>
        </p:txBody>
      </p:sp>
      <p:sp>
        <p:nvSpPr>
          <p:cNvPr id="34" name="Text Placeholder 23">
            <a:extLst>
              <a:ext uri="{FF2B5EF4-FFF2-40B4-BE49-F238E27FC236}">
                <a16:creationId xmlns:a16="http://schemas.microsoft.com/office/drawing/2014/main" id="{C5AA2432-9E06-BD44-FA57-0F3083D27E8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162642" y="402562"/>
            <a:ext cx="2546479" cy="22235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20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35" name="Text Placeholder 23">
            <a:extLst>
              <a:ext uri="{FF2B5EF4-FFF2-40B4-BE49-F238E27FC236}">
                <a16:creationId xmlns:a16="http://schemas.microsoft.com/office/drawing/2014/main" id="{94C1A909-3A7B-A372-7056-DA6C4E14452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62642" y="730731"/>
            <a:ext cx="2546479" cy="16002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9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Position title / Company name</a:t>
            </a:r>
          </a:p>
        </p:txBody>
      </p:sp>
      <p:sp>
        <p:nvSpPr>
          <p:cNvPr id="37" name="Text Placeholder 23">
            <a:extLst>
              <a:ext uri="{FF2B5EF4-FFF2-40B4-BE49-F238E27FC236}">
                <a16:creationId xmlns:a16="http://schemas.microsoft.com/office/drawing/2014/main" id="{AF5E3E29-7333-4F21-EF25-49AF63C9982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62642" y="2993466"/>
            <a:ext cx="2546479" cy="103780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600" b="0" i="0"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Write the speaker bio here</a:t>
            </a:r>
          </a:p>
        </p:txBody>
      </p:sp>
      <p:sp>
        <p:nvSpPr>
          <p:cNvPr id="38" name="Text Placeholder 23">
            <a:extLst>
              <a:ext uri="{FF2B5EF4-FFF2-40B4-BE49-F238E27FC236}">
                <a16:creationId xmlns:a16="http://schemas.microsoft.com/office/drawing/2014/main" id="{6F8725D5-404A-D0AB-23AD-80DDF8BAB21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62642" y="2404692"/>
            <a:ext cx="2546479" cy="22235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20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39" name="Text Placeholder 23">
            <a:extLst>
              <a:ext uri="{FF2B5EF4-FFF2-40B4-BE49-F238E27FC236}">
                <a16:creationId xmlns:a16="http://schemas.microsoft.com/office/drawing/2014/main" id="{ECD11ECC-3C07-EF27-5E0D-C5813BAF9ED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62642" y="2732861"/>
            <a:ext cx="2546479" cy="16002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9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Position title / Company name</a:t>
            </a:r>
          </a:p>
        </p:txBody>
      </p:sp>
      <p:sp>
        <p:nvSpPr>
          <p:cNvPr id="50" name="Text Placeholder 23">
            <a:extLst>
              <a:ext uri="{FF2B5EF4-FFF2-40B4-BE49-F238E27FC236}">
                <a16:creationId xmlns:a16="http://schemas.microsoft.com/office/drawing/2014/main" id="{9DD8B3A9-9E23-0075-4029-BE0FF8CAE5D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162642" y="5003660"/>
            <a:ext cx="2546479" cy="103780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600" b="0" i="0"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Write the speaker bio here</a:t>
            </a:r>
          </a:p>
        </p:txBody>
      </p:sp>
      <p:sp>
        <p:nvSpPr>
          <p:cNvPr id="51" name="Text Placeholder 23">
            <a:extLst>
              <a:ext uri="{FF2B5EF4-FFF2-40B4-BE49-F238E27FC236}">
                <a16:creationId xmlns:a16="http://schemas.microsoft.com/office/drawing/2014/main" id="{9D78541F-F480-03FF-4F60-3EC6DF92113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62642" y="4414886"/>
            <a:ext cx="2546479" cy="22235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20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52" name="Text Placeholder 23">
            <a:extLst>
              <a:ext uri="{FF2B5EF4-FFF2-40B4-BE49-F238E27FC236}">
                <a16:creationId xmlns:a16="http://schemas.microsoft.com/office/drawing/2014/main" id="{7F71CA4F-7F55-3D1A-A2C6-871B88758A6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162642" y="4743055"/>
            <a:ext cx="2546479" cy="16002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9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Position title / Company name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B965837-2BB3-B7AA-AEB4-A03D81A0F447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396875" y="2401126"/>
            <a:ext cx="2636442" cy="1625912"/>
          </a:xfrm>
          <a:prstGeom prst="roundRect">
            <a:avLst>
              <a:gd name="adj" fmla="val 12087"/>
            </a:avLst>
          </a:prstGeom>
          <a:solidFill>
            <a:schemeClr val="tx2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22402EC-A5E4-A2A6-070C-8C94C5ABE1CD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96875" y="4399027"/>
            <a:ext cx="2636442" cy="1625912"/>
          </a:xfrm>
          <a:prstGeom prst="roundRect">
            <a:avLst>
              <a:gd name="adj" fmla="val 12087"/>
            </a:avLst>
          </a:prstGeom>
          <a:solidFill>
            <a:schemeClr val="tx2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F2C58C25-26D2-8CC6-C3F4-7689C33DDF21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6296634" y="403225"/>
            <a:ext cx="2636442" cy="1625912"/>
          </a:xfrm>
          <a:prstGeom prst="roundRect">
            <a:avLst>
              <a:gd name="adj" fmla="val 12087"/>
            </a:avLst>
          </a:prstGeom>
          <a:solidFill>
            <a:schemeClr val="tx2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1F8BC375-B688-BA59-A50D-96B1DD900B46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6296634" y="2401126"/>
            <a:ext cx="2636442" cy="1625912"/>
          </a:xfrm>
          <a:prstGeom prst="roundRect">
            <a:avLst>
              <a:gd name="adj" fmla="val 12087"/>
            </a:avLst>
          </a:prstGeom>
          <a:solidFill>
            <a:schemeClr val="tx2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CB6701CC-2F93-AE0A-917F-BBCCE7D86BC8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6296634" y="4399027"/>
            <a:ext cx="2636442" cy="1625912"/>
          </a:xfrm>
          <a:prstGeom prst="roundRect">
            <a:avLst>
              <a:gd name="adj" fmla="val 12087"/>
            </a:avLst>
          </a:prstGeom>
          <a:solidFill>
            <a:schemeClr val="tx2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A27144-5CC8-7C5C-4B64-673F893F28A0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E554BD-FF65-9C0D-4566-A31512B58254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37BB2E8-1D96-43EC-5887-9FA24AC66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0C6ED474-9861-CED7-B06A-EEFC3A3113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257356107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E232FEF-5AC4-0243-5E32-D39DE78C8EF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2335" y="1710900"/>
            <a:ext cx="11379581" cy="43275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b="0" i="0">
                <a:solidFill>
                  <a:schemeClr val="bg2"/>
                </a:solidFill>
                <a:latin typeface="Mona Sans" pitchFamily="2" charset="77"/>
                <a:cs typeface="Mona Sans" pitchFamily="2" charset="77"/>
              </a:defRPr>
            </a:lvl1pPr>
            <a:lvl2pPr>
              <a:defRPr b="0" i="0">
                <a:latin typeface="Mona Sans" pitchFamily="2" charset="77"/>
                <a:cs typeface="Mona Sans" pitchFamily="2" charset="77"/>
              </a:defRPr>
            </a:lvl2pPr>
            <a:lvl3pPr>
              <a:defRPr b="0" i="0">
                <a:latin typeface="Mona Sans" pitchFamily="2" charset="77"/>
                <a:cs typeface="Mona Sans" pitchFamily="2" charset="77"/>
              </a:defRPr>
            </a:lvl3pPr>
            <a:lvl4pPr>
              <a:defRPr b="0" i="0">
                <a:latin typeface="Mona Sans" pitchFamily="2" charset="77"/>
                <a:cs typeface="Mona Sans" pitchFamily="2" charset="77"/>
              </a:defRPr>
            </a:lvl4pPr>
            <a:lvl5pPr>
              <a:defRPr b="0" i="0">
                <a:latin typeface="Mona Sans" pitchFamily="2" charset="77"/>
                <a:cs typeface="Mona Sans" pitchFamily="2" charset="77"/>
              </a:defRPr>
            </a:lvl5pPr>
          </a:lstStyle>
          <a:p>
            <a:pPr lvl="0"/>
            <a:r>
              <a:rPr lang="en-US"/>
              <a:t>Subtitle information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CAF34A05-F979-67CE-8D0B-93ACC8868D9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337" y="398216"/>
            <a:ext cx="11388724" cy="36576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C056C1-2865-9CB8-CB36-2D1F97AA0222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CC8A02-7DFE-BBD6-BA6B-3E0FEA9D0F18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178287EB-93A9-A71F-B19F-C6930FEA30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036C648-5D50-5FAE-8829-8ACC35324E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A6EDB0E-FBDD-D920-1516-D5EDAB5A6CE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2337" y="796387"/>
            <a:ext cx="11388724" cy="914288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>
                <a:latin typeface="+mj-lt"/>
              </a:defRPr>
            </a:lvl1pPr>
          </a:lstStyle>
          <a:p>
            <a:pPr lvl="0"/>
            <a:r>
              <a:rPr lang="en-US"/>
              <a:t>Title should be less than 10 words</a:t>
            </a:r>
          </a:p>
        </p:txBody>
      </p:sp>
    </p:spTree>
    <p:extLst>
      <p:ext uri="{BB962C8B-B14F-4D97-AF65-F5344CB8AC3E}">
        <p14:creationId xmlns:p14="http://schemas.microsoft.com/office/powerpoint/2010/main" val="4699456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7315C-F79F-EF95-C150-B736579DECD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2334" y="1710900"/>
            <a:ext cx="11384280" cy="4327581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 b="0" i="0">
                <a:solidFill>
                  <a:schemeClr val="bg2"/>
                </a:solidFill>
                <a:latin typeface="Mona Sans" pitchFamily="2" charset="77"/>
                <a:cs typeface="Mona Sans" pitchFamily="2" charset="77"/>
              </a:defRPr>
            </a:lvl1pPr>
            <a:lvl2pPr>
              <a:defRPr b="0" i="0">
                <a:latin typeface="Mona Sans" pitchFamily="2" charset="77"/>
                <a:cs typeface="Mona Sans" pitchFamily="2" charset="77"/>
              </a:defRPr>
            </a:lvl2pPr>
            <a:lvl3pPr>
              <a:defRPr b="0" i="0">
                <a:latin typeface="Mona Sans" pitchFamily="2" charset="77"/>
                <a:cs typeface="Mona Sans" pitchFamily="2" charset="77"/>
              </a:defRPr>
            </a:lvl3pPr>
            <a:lvl4pPr>
              <a:defRPr b="0" i="0">
                <a:latin typeface="Mona Sans" pitchFamily="2" charset="77"/>
                <a:cs typeface="Mona Sans" pitchFamily="2" charset="77"/>
              </a:defRPr>
            </a:lvl4pPr>
            <a:lvl5pPr>
              <a:defRPr b="0" i="0">
                <a:latin typeface="Mona Sans" pitchFamily="2" charset="77"/>
                <a:cs typeface="Mona Sans" pitchFamily="2" charset="77"/>
              </a:defRPr>
            </a:lvl5pPr>
          </a:lstStyle>
          <a:p>
            <a:pPr lvl="0"/>
            <a:r>
              <a:rPr lang="en-US"/>
              <a:t>Subtitle information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1BD51200-706F-8BEB-8FEA-885B00BD21D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337" y="398216"/>
            <a:ext cx="11384280" cy="36576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F56353-DF1C-180C-3167-5E6573ECF7A1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736C9A-CC3C-D5F3-83AB-AA20DD9C31E8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84EFCAB-3783-2D7E-DBF5-88A127A2A3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AEE5DD3E-67D1-B640-D57E-57FB6279FB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7385DE-1F4E-CAC0-64B7-6EA418C69AF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2335" y="772686"/>
            <a:ext cx="11384280" cy="914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>
                <a:latin typeface="+mj-lt"/>
              </a:defRPr>
            </a:lvl1pPr>
          </a:lstStyle>
          <a:p>
            <a:pPr lvl="0"/>
            <a:r>
              <a:rPr lang="en-US"/>
              <a:t>Title should be less than 10 words</a:t>
            </a:r>
          </a:p>
        </p:txBody>
      </p:sp>
    </p:spTree>
    <p:extLst>
      <p:ext uri="{BB962C8B-B14F-4D97-AF65-F5344CB8AC3E}">
        <p14:creationId xmlns:p14="http://schemas.microsoft.com/office/powerpoint/2010/main" val="2235496331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tat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1BD51200-706F-8BEB-8FEA-885B00BD21D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337" y="398216"/>
            <a:ext cx="5491159" cy="36576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40E2A87D-A5DE-4A0A-86A5-0BECF3D1FA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90756" y="982893"/>
            <a:ext cx="5518657" cy="4572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Statement 1</a:t>
            </a:r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7109B96C-8313-5FB8-0511-F88E38175FC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0757" y="1463659"/>
            <a:ext cx="5518656" cy="9144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5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11" name="Picture Placeholder 24">
            <a:extLst>
              <a:ext uri="{FF2B5EF4-FFF2-40B4-BE49-F238E27FC236}">
                <a16:creationId xmlns:a16="http://schemas.microsoft.com/office/drawing/2014/main" id="{F199CAA9-2CD5-2DDB-03FE-0818FDDB69C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90756" y="398216"/>
            <a:ext cx="365665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Mona San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955B6ABE-A1F8-3B1B-3CA2-07C4E770C1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90756" y="3387135"/>
            <a:ext cx="5518657" cy="4572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Statement 2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B3F841DA-3ACD-2192-262B-345B56A2823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90757" y="3867901"/>
            <a:ext cx="5518656" cy="9144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5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20" name="Picture Placeholder 24">
            <a:extLst>
              <a:ext uri="{FF2B5EF4-FFF2-40B4-BE49-F238E27FC236}">
                <a16:creationId xmlns:a16="http://schemas.microsoft.com/office/drawing/2014/main" id="{29EE6702-BF86-98ED-0CEF-ACD05F7D293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290756" y="2802458"/>
            <a:ext cx="365665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Mona San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DBE045-3989-B4D2-C481-262A5E1135DD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CB4DB2-B1A2-6B1E-AD77-8AD25DE2CE48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FA71E9-88CB-077A-0131-BF7AA2F09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558AA2E-BA72-386A-A731-FB5E2EF1E9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DD04C2-2BE9-5CC4-A432-C387C4544C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02337" y="796205"/>
            <a:ext cx="5495544" cy="523951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>
                <a:latin typeface="+mj-lt"/>
              </a:defRPr>
            </a:lvl1pPr>
          </a:lstStyle>
          <a:p>
            <a:pPr lvl="0"/>
            <a:r>
              <a:rPr lang="en-US"/>
              <a:t>Title should be less than 10 words</a:t>
            </a:r>
          </a:p>
        </p:txBody>
      </p:sp>
    </p:spTree>
    <p:extLst>
      <p:ext uri="{BB962C8B-B14F-4D97-AF65-F5344CB8AC3E}">
        <p14:creationId xmlns:p14="http://schemas.microsoft.com/office/powerpoint/2010/main" val="819289485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tat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1BD51200-706F-8BEB-8FEA-885B00BD21D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337" y="398216"/>
            <a:ext cx="11388724" cy="36576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0AB04BB2-EF53-0D5F-59AC-612F1848D9E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2337" y="3821924"/>
            <a:ext cx="3520440" cy="4572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Statement 1</a:t>
            </a:r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EA40452B-ED90-469F-6FAA-80B8552227B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02336" y="4279124"/>
            <a:ext cx="3520440" cy="17552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5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21" name="Picture Placeholder 24">
            <a:extLst>
              <a:ext uri="{FF2B5EF4-FFF2-40B4-BE49-F238E27FC236}">
                <a16:creationId xmlns:a16="http://schemas.microsoft.com/office/drawing/2014/main" id="{AA8835A6-7564-FBB3-C7DB-66E47AB8395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402336" y="3237247"/>
            <a:ext cx="365665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Mona San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6253A00-68D8-34BB-947A-3462DCDAB29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36478" y="3821924"/>
            <a:ext cx="3520440" cy="4572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Statement 2</a:t>
            </a:r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565E2F00-7AA3-A63B-4D7F-E2206B2EF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36478" y="4279124"/>
            <a:ext cx="3520440" cy="17552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5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31" name="Picture Placeholder 24">
            <a:extLst>
              <a:ext uri="{FF2B5EF4-FFF2-40B4-BE49-F238E27FC236}">
                <a16:creationId xmlns:a16="http://schemas.microsoft.com/office/drawing/2014/main" id="{7B0342ED-70BE-90A3-61AE-9A2D42729F42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4336478" y="3237247"/>
            <a:ext cx="365665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Mona San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7DC6B249-9DE5-660E-0650-A0F2DF3B0C8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70621" y="3821924"/>
            <a:ext cx="3520440" cy="4572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Statement 3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394F6281-C0BE-89EE-B80A-B04ED0CF443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270620" y="4279124"/>
            <a:ext cx="3520440" cy="17552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5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34" name="Picture Placeholder 24">
            <a:extLst>
              <a:ext uri="{FF2B5EF4-FFF2-40B4-BE49-F238E27FC236}">
                <a16:creationId xmlns:a16="http://schemas.microsoft.com/office/drawing/2014/main" id="{DD98A046-8385-0A6F-8A11-D4E817912FF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8270620" y="3237247"/>
            <a:ext cx="365665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Mona San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07F840-3FA3-77FB-6659-E6F0B0654960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4CB20A-93D3-E8E5-079A-5288DC530F27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6B935AA-48B6-76D6-A895-F37AF71DC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014E534-E86B-3A92-D4F9-0462C67CB9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79E7830-5ED4-87A2-23B6-A56B0EBC0F5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02337" y="796205"/>
            <a:ext cx="11407076" cy="2029968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>
                <a:latin typeface="+mj-lt"/>
              </a:defRPr>
            </a:lvl1pPr>
          </a:lstStyle>
          <a:p>
            <a:pPr lvl="0"/>
            <a:r>
              <a:rPr lang="en-US"/>
              <a:t>Title should be less than 10 words</a:t>
            </a:r>
          </a:p>
        </p:txBody>
      </p:sp>
    </p:spTree>
    <p:extLst>
      <p:ext uri="{BB962C8B-B14F-4D97-AF65-F5344CB8AC3E}">
        <p14:creationId xmlns:p14="http://schemas.microsoft.com/office/powerpoint/2010/main" val="250876918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1BD51200-706F-8BEB-8FEA-885B00BD21D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336" y="398216"/>
            <a:ext cx="4492856" cy="36576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5C914D-D30B-90E5-D0B9-E34557DA6C07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5551BC-80EA-5581-0FA7-FEEACBD68DD8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C743950-10E1-73C1-EC61-775395174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8AD3862B-B76F-3A4D-EE2B-1BC0B28F77E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40E2A87D-A5DE-4A0A-86A5-0BECF3D1FA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38984" y="982893"/>
            <a:ext cx="3044952" cy="4572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Statement 2</a:t>
            </a:r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7109B96C-8313-5FB8-0511-F88E38175FC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38984" y="1463659"/>
            <a:ext cx="3044952" cy="9144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5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11" name="Picture Placeholder 24">
            <a:extLst>
              <a:ext uri="{FF2B5EF4-FFF2-40B4-BE49-F238E27FC236}">
                <a16:creationId xmlns:a16="http://schemas.microsoft.com/office/drawing/2014/main" id="{F199CAA9-2CD5-2DDB-03FE-0818FDDB69C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738984" y="398216"/>
            <a:ext cx="365665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Mona San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56348529-4396-52F8-A6D1-384FD7DC340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292453" y="982893"/>
            <a:ext cx="3049271" cy="4572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Statement 1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AE3670BE-6B2E-657B-15CE-9B9246F3C1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292453" y="1463659"/>
            <a:ext cx="3049271" cy="9144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5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15" name="Picture Placeholder 24">
            <a:extLst>
              <a:ext uri="{FF2B5EF4-FFF2-40B4-BE49-F238E27FC236}">
                <a16:creationId xmlns:a16="http://schemas.microsoft.com/office/drawing/2014/main" id="{48C52E7F-9CA2-D62B-6558-5D9B224515B4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5292452" y="398216"/>
            <a:ext cx="365665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Mona San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2CDFCB25-DC47-7D28-41ED-24DEE7D54EB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738984" y="3363486"/>
            <a:ext cx="3044952" cy="4572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Statement 4</a:t>
            </a:r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58D74686-1658-FE25-6E07-30FBBA47F63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738984" y="3844252"/>
            <a:ext cx="3044952" cy="9144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5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31" name="Picture Placeholder 24">
            <a:extLst>
              <a:ext uri="{FF2B5EF4-FFF2-40B4-BE49-F238E27FC236}">
                <a16:creationId xmlns:a16="http://schemas.microsoft.com/office/drawing/2014/main" id="{F3EB0FA1-1015-643E-0AFE-F0D5A65CEEC1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8738984" y="2778809"/>
            <a:ext cx="365665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Mona San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B3CCAA5D-0DD0-56E1-96F6-1D2DD9B28AA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292453" y="3363486"/>
            <a:ext cx="3049271" cy="4572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Statement 3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AF3C201B-CD13-4254-1250-49692BD50C0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92453" y="3844252"/>
            <a:ext cx="3049271" cy="9144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5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34" name="Picture Placeholder 24">
            <a:extLst>
              <a:ext uri="{FF2B5EF4-FFF2-40B4-BE49-F238E27FC236}">
                <a16:creationId xmlns:a16="http://schemas.microsoft.com/office/drawing/2014/main" id="{22120977-2D67-F7CD-9EB7-B9725091234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5292452" y="2778809"/>
            <a:ext cx="365665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Mona San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BB9133D-65AE-F211-810D-67484DAB78A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2337" y="796205"/>
            <a:ext cx="4489704" cy="523951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>
                <a:latin typeface="+mj-lt"/>
              </a:defRPr>
            </a:lvl1pPr>
          </a:lstStyle>
          <a:p>
            <a:pPr lvl="0"/>
            <a:r>
              <a:rPr lang="en-US"/>
              <a:t>Title should be less than 10 words</a:t>
            </a:r>
          </a:p>
        </p:txBody>
      </p:sp>
    </p:spTree>
    <p:extLst>
      <p:ext uri="{BB962C8B-B14F-4D97-AF65-F5344CB8AC3E}">
        <p14:creationId xmlns:p14="http://schemas.microsoft.com/office/powerpoint/2010/main" val="1600710050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ements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1BD51200-706F-8BEB-8FEA-885B00BD21D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337" y="398216"/>
            <a:ext cx="11388724" cy="36576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0AB04BB2-EF53-0D5F-59AC-612F1848D9E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2337" y="3821924"/>
            <a:ext cx="2516859" cy="4572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Statement 1</a:t>
            </a:r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EA40452B-ED90-469F-6FAA-80B8552227B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02336" y="4279124"/>
            <a:ext cx="2516859" cy="17552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5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21" name="Picture Placeholder 24">
            <a:extLst>
              <a:ext uri="{FF2B5EF4-FFF2-40B4-BE49-F238E27FC236}">
                <a16:creationId xmlns:a16="http://schemas.microsoft.com/office/drawing/2014/main" id="{AA8835A6-7564-FBB3-C7DB-66E47AB8395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402336" y="3237247"/>
            <a:ext cx="365665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Mona San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6253A00-68D8-34BB-947A-3462DCDAB29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358099" y="3821924"/>
            <a:ext cx="2516861" cy="4572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Statement 2</a:t>
            </a:r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565E2F00-7AA3-A63B-4D7F-E2206B2EF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58099" y="4279124"/>
            <a:ext cx="2516861" cy="17552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5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31" name="Picture Placeholder 24">
            <a:extLst>
              <a:ext uri="{FF2B5EF4-FFF2-40B4-BE49-F238E27FC236}">
                <a16:creationId xmlns:a16="http://schemas.microsoft.com/office/drawing/2014/main" id="{7B0342ED-70BE-90A3-61AE-9A2D42729F42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353529" y="3237247"/>
            <a:ext cx="365665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Mona San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7DC6B249-9DE5-660E-0650-A0F2DF3B0C8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313864" y="3821924"/>
            <a:ext cx="2526004" cy="4572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Statement 3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394F6281-C0BE-89EE-B80A-B04ED0CF443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313863" y="4279124"/>
            <a:ext cx="2526004" cy="17552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5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34" name="Picture Placeholder 24">
            <a:extLst>
              <a:ext uri="{FF2B5EF4-FFF2-40B4-BE49-F238E27FC236}">
                <a16:creationId xmlns:a16="http://schemas.microsoft.com/office/drawing/2014/main" id="{DD98A046-8385-0A6F-8A11-D4E817912FF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313862" y="3237247"/>
            <a:ext cx="365665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Mona San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C37644F5-D264-EB20-C4F0-BAF95239094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262016" y="3821924"/>
            <a:ext cx="2526004" cy="4572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Statement 4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020AFF99-F373-7F96-E7BD-B3B6429A71A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262015" y="4279124"/>
            <a:ext cx="2526004" cy="17552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5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15" name="Picture Placeholder 24">
            <a:extLst>
              <a:ext uri="{FF2B5EF4-FFF2-40B4-BE49-F238E27FC236}">
                <a16:creationId xmlns:a16="http://schemas.microsoft.com/office/drawing/2014/main" id="{E9BDD8DA-CF01-DFB3-89FB-9EE0E4A43A98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9262014" y="3237247"/>
            <a:ext cx="365665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Mona San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8F5E47-50D2-527B-99CA-752571C3771F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D29054-C6C3-52EA-5283-F98F09B0558E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BD6086B-0723-3E44-B2F1-85927BE9F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5A9DC251-A9D7-1A21-F3BA-A1BB79C7B23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F0C006-9B14-13E3-D4C5-9398BEEB4AC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2337" y="796205"/>
            <a:ext cx="11384280" cy="2029968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>
                <a:latin typeface="+mj-lt"/>
              </a:defRPr>
            </a:lvl1pPr>
          </a:lstStyle>
          <a:p>
            <a:pPr lvl="0"/>
            <a:r>
              <a:rPr lang="en-US"/>
              <a:t>Title should be less than 10 words</a:t>
            </a:r>
          </a:p>
        </p:txBody>
      </p:sp>
    </p:spTree>
    <p:extLst>
      <p:ext uri="{BB962C8B-B14F-4D97-AF65-F5344CB8AC3E}">
        <p14:creationId xmlns:p14="http://schemas.microsoft.com/office/powerpoint/2010/main" val="3411570772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EA67FCD6-958B-D156-2E5C-0D598C18B08E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293549" y="403225"/>
            <a:ext cx="5486586" cy="5632450"/>
          </a:xfrm>
          <a:prstGeom prst="roundRect">
            <a:avLst>
              <a:gd name="adj" fmla="val 2301"/>
            </a:avLst>
          </a:prstGeom>
          <a:solidFill>
            <a:schemeClr val="tx2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7B737384-EE48-7D57-8D68-DA4FF99D1D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337" y="398216"/>
            <a:ext cx="5491159" cy="36576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A26B7F64-24E9-0D6F-555A-BD8FACF1567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00806" y="4470235"/>
            <a:ext cx="5490909" cy="156412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800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Supporting text if applicable. Keep it short and sweet.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CDCAB3-F4D6-C5B3-B6F4-0E738975D677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2712F6-5645-5ACB-C17A-7F3E31E4509A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4A74FA5-BCC2-6D26-DBAB-FEEEF2064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7B8DE3B-33DA-3988-CCDE-6DBD746FE6C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5A2CC59-C2E3-75EF-1C57-06229541812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2337" y="796205"/>
            <a:ext cx="5486586" cy="3673804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>
                <a:latin typeface="+mj-lt"/>
              </a:defRPr>
            </a:lvl1pPr>
          </a:lstStyle>
          <a:p>
            <a:pPr lvl="0"/>
            <a:r>
              <a:rPr lang="en-US"/>
              <a:t>Title should be less than 10 words</a:t>
            </a:r>
          </a:p>
        </p:txBody>
      </p:sp>
    </p:spTree>
    <p:extLst>
      <p:ext uri="{BB962C8B-B14F-4D97-AF65-F5344CB8AC3E}">
        <p14:creationId xmlns:p14="http://schemas.microsoft.com/office/powerpoint/2010/main" val="122579429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reversed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56BD0F3-A36D-1A65-9A16-A6F3B46C194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97764" y="403225"/>
            <a:ext cx="5486586" cy="5632450"/>
          </a:xfrm>
          <a:prstGeom prst="roundRect">
            <a:avLst>
              <a:gd name="adj" fmla="val 2301"/>
            </a:avLst>
          </a:prstGeom>
          <a:solidFill>
            <a:schemeClr val="tx2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7B737384-EE48-7D57-8D68-DA4FF99D1D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99902" y="398216"/>
            <a:ext cx="5491159" cy="36576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A26B7F64-24E9-0D6F-555A-BD8FACF1567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98371" y="4470235"/>
            <a:ext cx="5490909" cy="156412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800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Supporting text if applicable. Keep it short and sweet.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357DE7-7B42-B1EC-5F47-0DC2AF3C8A48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84D47E-C669-CE5C-7ED8-BCA617EFA8B9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6BFC78-7110-1877-0ED6-2FE1A4104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639A5BD0-F0DA-6321-08FC-AA7562A2C4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08B0F93-06EF-85B3-F800-835DC7549C6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371" y="796205"/>
            <a:ext cx="5490908" cy="3673804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>
                <a:latin typeface="+mj-lt"/>
              </a:defRPr>
            </a:lvl1pPr>
          </a:lstStyle>
          <a:p>
            <a:pPr lvl="0"/>
            <a:r>
              <a:rPr lang="en-US"/>
              <a:t>Title should be less than 10 words</a:t>
            </a:r>
          </a:p>
        </p:txBody>
      </p:sp>
    </p:spTree>
    <p:extLst>
      <p:ext uri="{BB962C8B-B14F-4D97-AF65-F5344CB8AC3E}">
        <p14:creationId xmlns:p14="http://schemas.microsoft.com/office/powerpoint/2010/main" val="1421875322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stacked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FB48DDF7-AECB-429E-30C3-63D9A783C5F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05128" y="2332943"/>
            <a:ext cx="11375007" cy="3702731"/>
          </a:xfrm>
          <a:prstGeom prst="roundRect">
            <a:avLst>
              <a:gd name="adj" fmla="val 2301"/>
            </a:avLst>
          </a:prstGeom>
          <a:solidFill>
            <a:schemeClr val="tx2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1BD51200-706F-8BEB-8FEA-885B00BD21D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337" y="398216"/>
            <a:ext cx="11388724" cy="36576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EE375A-3F6D-2D41-84C9-6207B685075E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A49B15-7329-0EAA-1057-FEE8BA32F270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E558E79-07EE-ED96-7F8B-7DD69226D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1B986D05-8184-7F0A-F3A1-AC7C35668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D4E1238-CA0E-8DAD-9C8A-CD2ACBBAD58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2337" y="796205"/>
            <a:ext cx="11384280" cy="1133856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>
                <a:latin typeface="+mj-lt"/>
              </a:defRPr>
            </a:lvl1pPr>
          </a:lstStyle>
          <a:p>
            <a:pPr lvl="0"/>
            <a:r>
              <a:rPr lang="en-US"/>
              <a:t>Title should be less than 10 words</a:t>
            </a:r>
          </a:p>
        </p:txBody>
      </p:sp>
    </p:spTree>
    <p:extLst>
      <p:ext uri="{BB962C8B-B14F-4D97-AF65-F5344CB8AC3E}">
        <p14:creationId xmlns:p14="http://schemas.microsoft.com/office/powerpoint/2010/main" val="4232179536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image stacked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FB48DDF7-AECB-429E-30C3-63D9A783C5F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05128" y="2332943"/>
            <a:ext cx="11375007" cy="3702731"/>
          </a:xfrm>
          <a:prstGeom prst="roundRect">
            <a:avLst>
              <a:gd name="adj" fmla="val 2301"/>
            </a:avLst>
          </a:prstGeom>
          <a:solidFill>
            <a:schemeClr val="tx2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1BD51200-706F-8BEB-8FEA-885B00BD21D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337" y="398216"/>
            <a:ext cx="11388724" cy="36576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E558E79-07EE-ED96-7F8B-7DD69226D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D4E1238-CA0E-8DAD-9C8A-CD2ACBBAD58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2337" y="796205"/>
            <a:ext cx="11384280" cy="1133856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>
                <a:latin typeface="+mj-lt"/>
              </a:defRPr>
            </a:lvl1pPr>
          </a:lstStyle>
          <a:p>
            <a:pPr lvl="0"/>
            <a:r>
              <a:rPr lang="en-US"/>
              <a:t>Title should be less than 10 words</a:t>
            </a:r>
          </a:p>
        </p:txBody>
      </p:sp>
    </p:spTree>
    <p:extLst>
      <p:ext uri="{BB962C8B-B14F-4D97-AF65-F5344CB8AC3E}">
        <p14:creationId xmlns:p14="http://schemas.microsoft.com/office/powerpoint/2010/main" val="4265469888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stacked reversed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157BDA60-E68E-A803-D1F8-43E8BD97BE6E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05128" y="398023"/>
            <a:ext cx="11375007" cy="3702731"/>
          </a:xfrm>
          <a:prstGeom prst="roundRect">
            <a:avLst>
              <a:gd name="adj" fmla="val 2301"/>
            </a:avLst>
          </a:prstGeom>
          <a:solidFill>
            <a:schemeClr val="tx2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1BD51200-706F-8BEB-8FEA-885B00BD21D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337" y="4502422"/>
            <a:ext cx="11388724" cy="36576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0483D3-971C-65C5-3D6A-1D4270F8BC9C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E60665-26F8-011C-6680-186A89A2B698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479F5CE-8ACC-232C-686B-C2B92A6EF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6744229E-DEA0-5656-55AD-4F851805B4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3CEFBEB-A81E-D172-7461-A219B4102EF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2336" y="4868182"/>
            <a:ext cx="11384151" cy="1133856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>
                <a:latin typeface="+mj-lt"/>
              </a:defRPr>
            </a:lvl1pPr>
          </a:lstStyle>
          <a:p>
            <a:pPr lvl="0"/>
            <a:r>
              <a:rPr lang="en-US"/>
              <a:t>Title should be less than 10 words</a:t>
            </a:r>
          </a:p>
        </p:txBody>
      </p:sp>
    </p:spTree>
    <p:extLst>
      <p:ext uri="{BB962C8B-B14F-4D97-AF65-F5344CB8AC3E}">
        <p14:creationId xmlns:p14="http://schemas.microsoft.com/office/powerpoint/2010/main" val="1847342567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Browser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9642454-B733-0AC2-73BA-CAF53B77B60B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052042" y="402563"/>
            <a:ext cx="10009586" cy="5633112"/>
          </a:xfrm>
          <a:prstGeom prst="roundRect">
            <a:avLst>
              <a:gd name="adj" fmla="val 2301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49F753F0-4560-A980-25CC-64D03F95898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8131" y="301752"/>
            <a:ext cx="3215719" cy="41514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5C82955A-8F97-C30A-0C63-50201BCFE84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131" y="4471356"/>
            <a:ext cx="3215719" cy="156412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800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Supporting text if applicable. Keep it short and sweet.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3FE93D-1581-40CC-71F0-C17898723523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C46836-ECBE-9957-34E7-E22DAC61C94F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975E8A5-F8AF-7195-CC22-2AC4EAB21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027985AF-A952-F821-93D4-1ABD55A62E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4A2A1C2-357C-3C78-4D5D-DAA3683981E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2337" y="796205"/>
            <a:ext cx="3231513" cy="3535312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>
                <a:latin typeface="+mj-lt"/>
              </a:defRPr>
            </a:lvl1pPr>
          </a:lstStyle>
          <a:p>
            <a:pPr lvl="0"/>
            <a:r>
              <a:rPr lang="en-US"/>
              <a:t>A value prop in sentence case that is 12 words or less</a:t>
            </a:r>
          </a:p>
        </p:txBody>
      </p:sp>
    </p:spTree>
    <p:extLst>
      <p:ext uri="{BB962C8B-B14F-4D97-AF65-F5344CB8AC3E}">
        <p14:creationId xmlns:p14="http://schemas.microsoft.com/office/powerpoint/2010/main" val="2346458029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Browser reversed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7203674-DE16-F69D-8FFE-25F6A74CCB4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-1861179" y="402563"/>
            <a:ext cx="10009586" cy="5633112"/>
          </a:xfrm>
          <a:prstGeom prst="roundRect">
            <a:avLst>
              <a:gd name="adj" fmla="val 2301"/>
            </a:avLst>
          </a:prstGeom>
          <a:solidFill>
            <a:schemeClr val="tx2"/>
          </a:solidFill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49F753F0-4560-A980-25CC-64D03F95898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66197" y="301752"/>
            <a:ext cx="3215719" cy="41514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5C82955A-8F97-C30A-0C63-50201BCFE84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566197" y="4471356"/>
            <a:ext cx="3215719" cy="156412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800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Supporting text if applicable. Keep it short and sweet.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3B7510-9A49-3EE8-A37B-AD6E5F54AE48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A1E5A1-8EE4-FD2E-5EA2-0A438FE8E439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7C81969-25FF-660A-0D7B-BA896766E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CE589113-FA94-5181-C02A-069DBFC023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B75E4D8-58C9-7BA4-73E8-10811ECA173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566197" y="796205"/>
            <a:ext cx="3215719" cy="3535312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>
                <a:latin typeface="+mj-lt"/>
              </a:defRPr>
            </a:lvl1pPr>
          </a:lstStyle>
          <a:p>
            <a:pPr lvl="0"/>
            <a:r>
              <a:rPr lang="en-US"/>
              <a:t>A value prop in sentence case that is 12 words or less</a:t>
            </a:r>
          </a:p>
        </p:txBody>
      </p:sp>
    </p:spTree>
    <p:extLst>
      <p:ext uri="{BB962C8B-B14F-4D97-AF65-F5344CB8AC3E}">
        <p14:creationId xmlns:p14="http://schemas.microsoft.com/office/powerpoint/2010/main" val="4215452323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tatements + Browser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C5391317-22CB-F004-818C-0DE369A1225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313863" y="402563"/>
            <a:ext cx="10009586" cy="5633112"/>
          </a:xfrm>
          <a:prstGeom prst="roundRect">
            <a:avLst>
              <a:gd name="adj" fmla="val 2301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4833E5DE-9EE2-D012-A276-C48B5463E27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337" y="398216"/>
            <a:ext cx="5477021" cy="36576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B1C66871-D8A8-A1DB-9A66-99755F6F948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2337" y="3821924"/>
            <a:ext cx="2516859" cy="4572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Statement 1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25AD2B58-BC80-730F-752E-31565886FCD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02336" y="4279124"/>
            <a:ext cx="2516859" cy="17552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5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13" name="Picture Placeholder 24">
            <a:extLst>
              <a:ext uri="{FF2B5EF4-FFF2-40B4-BE49-F238E27FC236}">
                <a16:creationId xmlns:a16="http://schemas.microsoft.com/office/drawing/2014/main" id="{B32C4497-497F-0EE6-F240-A4B1C3F3AA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402336" y="3237247"/>
            <a:ext cx="365665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Mona San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D94862C4-2159-588B-07B2-67422BF1B0C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358099" y="3821924"/>
            <a:ext cx="2516861" cy="4572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Statement 2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140FDA8C-A42B-433F-53AD-F1734F2EAC9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58099" y="4279124"/>
            <a:ext cx="2516861" cy="17552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5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16" name="Picture Placeholder 24">
            <a:extLst>
              <a:ext uri="{FF2B5EF4-FFF2-40B4-BE49-F238E27FC236}">
                <a16:creationId xmlns:a16="http://schemas.microsoft.com/office/drawing/2014/main" id="{2855B2D9-3183-9526-0FF5-FB953819D81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353529" y="3237247"/>
            <a:ext cx="365665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Mona San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4109E9-B6EC-439C-948B-1B45B930A08C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06CE52-BE6F-ABEB-0BAF-498546E71F2F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64C07F9-6150-ABAB-59C6-974F86A86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797CB72A-915C-401C-467E-3409C62DED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E3EE919-7AAB-E89F-B0DF-A1E78449DC3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2337" y="796205"/>
            <a:ext cx="5472623" cy="2029968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>
                <a:latin typeface="+mj-lt"/>
              </a:defRPr>
            </a:lvl1pPr>
          </a:lstStyle>
          <a:p>
            <a:pPr lvl="0"/>
            <a:r>
              <a:rPr lang="en-US"/>
              <a:t>Title should be less than 10 words</a:t>
            </a:r>
          </a:p>
        </p:txBody>
      </p:sp>
    </p:spTree>
    <p:extLst>
      <p:ext uri="{BB962C8B-B14F-4D97-AF65-F5344CB8AC3E}">
        <p14:creationId xmlns:p14="http://schemas.microsoft.com/office/powerpoint/2010/main" val="3952086298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tatements + Browser reversed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EBC85943-B85D-DBC8-BA1C-0855A481791D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-4158932" y="402563"/>
            <a:ext cx="10009586" cy="5633112"/>
          </a:xfrm>
          <a:prstGeom prst="roundRect">
            <a:avLst>
              <a:gd name="adj" fmla="val 2301"/>
            </a:avLst>
          </a:prstGeom>
          <a:solidFill>
            <a:schemeClr val="tx2"/>
          </a:solidFill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4833E5DE-9EE2-D012-A276-C48B5463E27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18437" y="398216"/>
            <a:ext cx="5477021" cy="36576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B1C66871-D8A8-A1DB-9A66-99755F6F948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18437" y="3821924"/>
            <a:ext cx="2516859" cy="4572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Statement 1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25AD2B58-BC80-730F-752E-31565886FCD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318436" y="4279124"/>
            <a:ext cx="2516859" cy="17552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5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13" name="Picture Placeholder 24">
            <a:extLst>
              <a:ext uri="{FF2B5EF4-FFF2-40B4-BE49-F238E27FC236}">
                <a16:creationId xmlns:a16="http://schemas.microsoft.com/office/drawing/2014/main" id="{B32C4497-497F-0EE6-F240-A4B1C3F3AA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318436" y="3237247"/>
            <a:ext cx="365665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Mona San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D94862C4-2159-588B-07B2-67422BF1B0C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274199" y="3821924"/>
            <a:ext cx="2516861" cy="4572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Statement 2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140FDA8C-A42B-433F-53AD-F1734F2EAC9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274199" y="4279124"/>
            <a:ext cx="2516861" cy="17552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5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16" name="Picture Placeholder 24">
            <a:extLst>
              <a:ext uri="{FF2B5EF4-FFF2-40B4-BE49-F238E27FC236}">
                <a16:creationId xmlns:a16="http://schemas.microsoft.com/office/drawing/2014/main" id="{2855B2D9-3183-9526-0FF5-FB953819D81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9269629" y="3237247"/>
            <a:ext cx="365665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Mona San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399B6D-24CB-35E8-3FE6-F1D53AA719D2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987BCA-D856-2489-C730-F2A9903C0FC7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3B249C4-9636-352B-C1CD-7CE53EEE8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AD78D96B-6B8B-CF67-CC82-F18EF5BDCE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31355E7-E649-09D8-D85D-0924DD8B1B6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20635" y="796205"/>
            <a:ext cx="5472623" cy="2029968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>
                <a:latin typeface="+mj-lt"/>
              </a:defRPr>
            </a:lvl1pPr>
          </a:lstStyle>
          <a:p>
            <a:pPr lvl="0"/>
            <a:r>
              <a:rPr lang="en-US"/>
              <a:t>Title should be less than 10 words</a:t>
            </a:r>
          </a:p>
        </p:txBody>
      </p:sp>
    </p:spTree>
    <p:extLst>
      <p:ext uri="{BB962C8B-B14F-4D97-AF65-F5344CB8AC3E}">
        <p14:creationId xmlns:p14="http://schemas.microsoft.com/office/powerpoint/2010/main" val="310194020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53F6A73A-CC16-F83C-46D3-9A149F5CD27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57342" y="4595327"/>
            <a:ext cx="8674143" cy="1287624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ctr">
              <a:buNone/>
              <a:defRPr sz="23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And/or statement here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702F878B-2FC5-4258-5E9F-891B449BEE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57341" y="1108418"/>
            <a:ext cx="8674143" cy="128762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ctr">
              <a:buNone/>
              <a:defRPr sz="23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Statement here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1FA063-A1C4-9E0B-5C21-85B2D5E365AE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4C3EBD-375B-5A88-D440-4FEAC0A080EB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4DD7237-3CB9-283E-AD6D-799A613B2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8B9438E1-F29D-33C6-881D-ED8EB64D321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19DEDF-0DF7-F12E-473B-AC774E931DF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757340" y="2396042"/>
            <a:ext cx="8674143" cy="2199059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6000" b="1">
                <a:latin typeface="+mj-lt"/>
              </a:defRPr>
            </a:lvl1pPr>
          </a:lstStyle>
          <a:p>
            <a:pPr lvl="0"/>
            <a:r>
              <a:rPr lang="en-US"/>
              <a:t>XXM</a:t>
            </a:r>
          </a:p>
        </p:txBody>
      </p:sp>
    </p:spTree>
    <p:extLst>
      <p:ext uri="{BB962C8B-B14F-4D97-AF65-F5344CB8AC3E}">
        <p14:creationId xmlns:p14="http://schemas.microsoft.com/office/powerpoint/2010/main" val="2084845311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arge numbers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500678DC-DFEA-C87C-3A19-6BE840FC8DF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5227" y="4560336"/>
            <a:ext cx="5089545" cy="1287624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2"/>
                </a:solidFill>
                <a:latin typeface="Mona Sans" pitchFamily="2" charset="77"/>
                <a:cs typeface="Mona Sans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And/or statement here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04EA121F-75D6-1A22-C6AF-42065EDCDA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01966" y="4560336"/>
            <a:ext cx="5089545" cy="1287624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2"/>
                </a:solidFill>
                <a:latin typeface="Mona Sans" pitchFamily="2" charset="77"/>
                <a:cs typeface="Mona Sans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And/or statement here</a:t>
            </a:r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BD93148E-2E4B-86AF-9BE4-BD9EDACECDA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5227" y="1114426"/>
            <a:ext cx="5089545" cy="128762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2"/>
                </a:solidFill>
                <a:latin typeface="Mona Sans" pitchFamily="2" charset="77"/>
                <a:cs typeface="Mona Sans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Statement here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FB82D546-50C2-CF78-C83D-207227B380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01966" y="1114426"/>
            <a:ext cx="5089545" cy="128762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2"/>
                </a:solidFill>
                <a:latin typeface="Mona Sans" pitchFamily="2" charset="77"/>
                <a:cs typeface="Mona Sans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Statement here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55A949-BEA9-FF7C-B015-F7A1420B4D51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70A96B-5D0D-7B43-3366-2E4FEEE73EF8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FE50981-70D1-F171-7765-AA3C155ED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A418F2A-A2DF-3D6F-9A6B-90742E28257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F1CD693-A017-4C86-C037-C4A65EECC24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95228" y="2396043"/>
            <a:ext cx="5089544" cy="210831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2000" b="1">
                <a:latin typeface="+mj-lt"/>
              </a:defRPr>
            </a:lvl1pPr>
          </a:lstStyle>
          <a:p>
            <a:pPr lvl="0"/>
            <a:r>
              <a:rPr lang="en-US"/>
              <a:t>XXM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8BE9868-8A8F-2F29-E110-AF545F68CA2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301967" y="2396043"/>
            <a:ext cx="5089544" cy="210831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2000" b="1">
                <a:latin typeface="+mj-lt"/>
              </a:defRPr>
            </a:lvl1pPr>
          </a:lstStyle>
          <a:p>
            <a:pPr lvl="0"/>
            <a:r>
              <a:rPr lang="en-US"/>
              <a:t>XXM</a:t>
            </a:r>
          </a:p>
        </p:txBody>
      </p:sp>
    </p:spTree>
    <p:extLst>
      <p:ext uri="{BB962C8B-B14F-4D97-AF65-F5344CB8AC3E}">
        <p14:creationId xmlns:p14="http://schemas.microsoft.com/office/powerpoint/2010/main" val="2715539652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large numbers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D9DF57F3-1E44-C033-5023-8EF713AC4B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07785" y="4099038"/>
            <a:ext cx="3522861" cy="588253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And/or statement here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A482C643-6B38-06B6-2B21-1483669C08E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31165" y="4099038"/>
            <a:ext cx="3530127" cy="588253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And/or statement here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7595165F-AFA9-1B2F-9020-CFEC02BE6B3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65446" y="4099038"/>
            <a:ext cx="3521994" cy="588253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marL="0" marR="0" lvl="0" indent="0" algn="ctr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And/or statement here</a:t>
            </a:r>
          </a:p>
          <a:p>
            <a:pPr lvl="0"/>
            <a:endParaRPr lang="en-US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EE935C4F-12DD-E12D-84FB-2551C123201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02335" y="2023286"/>
            <a:ext cx="3522861" cy="58825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Statement here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630124DD-0733-3A07-F9C7-A0560BA37F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25715" y="2023286"/>
            <a:ext cx="3530127" cy="58825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Statement here</a:t>
            </a:r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FE6E5591-1F23-FE5F-8FF8-461F0CF6928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59996" y="2023286"/>
            <a:ext cx="3521994" cy="58825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Statement here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6BF1E2-90EA-7E73-DC12-91B1E2A91052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7F3F83-A4A9-D286-D8F8-2D20F32AA77A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63C94F3-CC00-4073-F7F1-96ACAA8D2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09B8A306-E638-F972-178B-8CF7F4CE48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A6574E81-08BC-0708-86FB-C3304FE225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1385" y="2611539"/>
            <a:ext cx="3527444" cy="14571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8000" b="1">
                <a:latin typeface="+mj-lt"/>
              </a:defRPr>
            </a:lvl1pPr>
          </a:lstStyle>
          <a:p>
            <a:pPr lvl="0"/>
            <a:r>
              <a:rPr lang="en-US"/>
              <a:t>XXM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420372F-3964-6845-E32D-D3760EA3729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34115" y="2611539"/>
            <a:ext cx="3527444" cy="14571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8000" b="1">
                <a:latin typeface="+mj-lt"/>
              </a:defRPr>
            </a:lvl1pPr>
          </a:lstStyle>
          <a:p>
            <a:pPr lvl="0"/>
            <a:r>
              <a:rPr lang="en-US"/>
              <a:t>XXM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F12652-1528-8562-4236-51F3963DD92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66845" y="2611539"/>
            <a:ext cx="3527444" cy="14571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8000" b="1">
                <a:latin typeface="+mj-lt"/>
              </a:defRPr>
            </a:lvl1pPr>
          </a:lstStyle>
          <a:p>
            <a:pPr lvl="0"/>
            <a:r>
              <a:rPr lang="en-US"/>
              <a:t>XXM</a:t>
            </a:r>
          </a:p>
        </p:txBody>
      </p:sp>
    </p:spTree>
    <p:extLst>
      <p:ext uri="{BB962C8B-B14F-4D97-AF65-F5344CB8AC3E}">
        <p14:creationId xmlns:p14="http://schemas.microsoft.com/office/powerpoint/2010/main" val="2450441721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rowser Screenshot 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91EEA8B-4B1D-FB7B-5953-CF97D709856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7326" y="5013"/>
            <a:ext cx="12174174" cy="6847972"/>
          </a:xfrm>
          <a:prstGeom prst="rect">
            <a:avLst/>
          </a:prstGeom>
        </p:spPr>
      </p:pic>
      <p:sp>
        <p:nvSpPr>
          <p:cNvPr id="5" name="Picture Placeholder 17">
            <a:extLst>
              <a:ext uri="{FF2B5EF4-FFF2-40B4-BE49-F238E27FC236}">
                <a16:creationId xmlns:a16="http://schemas.microsoft.com/office/drawing/2014/main" id="{EE5952AD-1706-E99A-3B89-8B6604C0BBE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752143" y="1932318"/>
            <a:ext cx="8684537" cy="4925682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noFill/>
          </a:ln>
          <a:effectLst/>
        </p:spPr>
        <p:txBody>
          <a:bodyPr anchor="t"/>
          <a:lstStyle>
            <a:lvl1pPr algn="ctr">
              <a:defRPr sz="1200">
                <a:latin typeface="Mona Sans" pitchFamily="2" charset="77"/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screenshot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9555715-C2DE-C7BC-2ADC-5881A572F1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2140" y="1456752"/>
            <a:ext cx="8684537" cy="493439"/>
          </a:xfrm>
          <a:prstGeom prst="rect">
            <a:avLst/>
          </a:prstGeom>
        </p:spPr>
      </p:pic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C5ACCDD-EAF7-2B54-DE68-07BA0147302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752138" y="359015"/>
            <a:ext cx="8684538" cy="96012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3600"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058326217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owser Screenshot 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91EEA8B-4B1D-FB7B-5953-CF97D709856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4130" y="5013"/>
            <a:ext cx="12174174" cy="6847972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479213C0-8AF0-DF07-3459-64BFDF1E0A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2228" y="732391"/>
            <a:ext cx="9550762" cy="542656"/>
          </a:xfrm>
          <a:prstGeom prst="rect">
            <a:avLst/>
          </a:prstGeom>
        </p:spPr>
      </p:pic>
      <p:sp>
        <p:nvSpPr>
          <p:cNvPr id="5" name="Picture Placeholder 17">
            <a:extLst>
              <a:ext uri="{FF2B5EF4-FFF2-40B4-BE49-F238E27FC236}">
                <a16:creationId xmlns:a16="http://schemas.microsoft.com/office/drawing/2014/main" id="{15FD20A2-9433-89B4-060D-BC9AD071110B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5836" y="1296234"/>
            <a:ext cx="9550762" cy="5561766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noFill/>
          </a:ln>
          <a:effectLst/>
        </p:spPr>
        <p:txBody>
          <a:bodyPr anchor="t"/>
          <a:lstStyle>
            <a:lvl1pPr algn="ctr">
              <a:defRPr sz="1200">
                <a:latin typeface="Mona Sans" pitchFamily="2" charset="77"/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screenshot</a:t>
            </a:r>
          </a:p>
        </p:txBody>
      </p:sp>
    </p:spTree>
    <p:extLst>
      <p:ext uri="{BB962C8B-B14F-4D97-AF65-F5344CB8AC3E}">
        <p14:creationId xmlns:p14="http://schemas.microsoft.com/office/powerpoint/2010/main" val="2223803294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8FCC02-35AA-4595-1935-936DCBAB0B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2698F75-2378-AEC5-21A8-BD3236C41CAA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477858" y="475384"/>
            <a:ext cx="11233110" cy="5907232"/>
          </a:xfrm>
          <a:prstGeom prst="roundRect">
            <a:avLst>
              <a:gd name="adj" fmla="val 2126"/>
            </a:avLst>
          </a:prstGeom>
          <a:solidFill>
            <a:schemeClr val="tx2"/>
          </a:solidFill>
          <a:ln>
            <a:solidFill>
              <a:schemeClr val="tx2"/>
            </a:solidFill>
          </a:ln>
          <a:effectLst/>
        </p:spPr>
        <p:txBody>
          <a:bodyPr anchor="t"/>
          <a:lstStyle>
            <a:lvl1pPr algn="ctr">
              <a:defRPr>
                <a:latin typeface="Mona Sans" pitchFamily="2" charset="77"/>
              </a:defRPr>
            </a:lvl1pPr>
          </a:lstStyle>
          <a:p>
            <a:r>
              <a:rPr lang="en-US"/>
              <a:t> Click to add demo</a:t>
            </a:r>
          </a:p>
        </p:txBody>
      </p:sp>
    </p:spTree>
    <p:extLst>
      <p:ext uri="{BB962C8B-B14F-4D97-AF65-F5344CB8AC3E}">
        <p14:creationId xmlns:p14="http://schemas.microsoft.com/office/powerpoint/2010/main" val="19433819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FCB5CF14-4ACC-C0C7-A4E6-F8682B0F74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10496" y="6801"/>
            <a:ext cx="12175156" cy="6848525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42D8A4D9-8F32-DB59-469B-BCA2D87FFC83}"/>
              </a:ext>
            </a:extLst>
          </p:cNvPr>
          <p:cNvGrpSpPr/>
          <p:nvPr userDrawn="1"/>
        </p:nvGrpSpPr>
        <p:grpSpPr>
          <a:xfrm>
            <a:off x="2626202" y="2690659"/>
            <a:ext cx="7180585" cy="1476686"/>
            <a:chOff x="3041202" y="2545895"/>
            <a:chExt cx="7182456" cy="1476686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09F3F46-321F-6EC5-9894-AF5FFF219143}"/>
                </a:ext>
              </a:extLst>
            </p:cNvPr>
            <p:cNvSpPr txBox="1"/>
            <p:nvPr/>
          </p:nvSpPr>
          <p:spPr>
            <a:xfrm>
              <a:off x="4421886" y="2545895"/>
              <a:ext cx="5801772" cy="14766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sz="8996" b="0" i="0">
                  <a:latin typeface="Mona Sans Display" pitchFamily="2" charset="77"/>
                  <a:cs typeface="Mona Sans Display" pitchFamily="2" charset="77"/>
                </a:rPr>
                <a:t>Thank you</a:t>
              </a:r>
            </a:p>
          </p:txBody>
        </p:sp>
        <p:sp>
          <p:nvSpPr>
            <p:cNvPr id="31" name="Google Shape;1673;p69">
              <a:extLst>
                <a:ext uri="{FF2B5EF4-FFF2-40B4-BE49-F238E27FC236}">
                  <a16:creationId xmlns:a16="http://schemas.microsoft.com/office/drawing/2014/main" id="{C4035D34-7DC7-F577-0A06-C1DA67A89D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1202" y="2702892"/>
              <a:ext cx="1178629" cy="1162690"/>
            </a:xfrm>
            <a:custGeom>
              <a:avLst/>
              <a:gdLst/>
              <a:ahLst/>
              <a:cxnLst/>
              <a:rect l="l" t="t" r="r" b="b"/>
              <a:pathLst>
                <a:path w="212020" h="209153" extrusionOk="0">
                  <a:moveTo>
                    <a:pt x="106010" y="0"/>
                  </a:moveTo>
                  <a:cubicBezTo>
                    <a:pt x="47387" y="0"/>
                    <a:pt x="0" y="47733"/>
                    <a:pt x="0" y="106781"/>
                  </a:cubicBezTo>
                  <a:cubicBezTo>
                    <a:pt x="0" y="154009"/>
                    <a:pt x="30361" y="193958"/>
                    <a:pt x="72488" y="208090"/>
                  </a:cubicBezTo>
                  <a:cubicBezTo>
                    <a:pt x="77748" y="209152"/>
                    <a:pt x="79687" y="205805"/>
                    <a:pt x="79687" y="202963"/>
                  </a:cubicBezTo>
                  <a:cubicBezTo>
                    <a:pt x="79687" y="200493"/>
                    <a:pt x="79501" y="192019"/>
                    <a:pt x="79501" y="183174"/>
                  </a:cubicBezTo>
                  <a:cubicBezTo>
                    <a:pt x="50017" y="189549"/>
                    <a:pt x="43881" y="170451"/>
                    <a:pt x="43881" y="170451"/>
                  </a:cubicBezTo>
                  <a:cubicBezTo>
                    <a:pt x="39126" y="158073"/>
                    <a:pt x="32114" y="154885"/>
                    <a:pt x="32114" y="154885"/>
                  </a:cubicBezTo>
                  <a:cubicBezTo>
                    <a:pt x="22472" y="148351"/>
                    <a:pt x="32831" y="148351"/>
                    <a:pt x="32831" y="148351"/>
                  </a:cubicBezTo>
                  <a:cubicBezTo>
                    <a:pt x="43535" y="149042"/>
                    <a:pt x="49140" y="159295"/>
                    <a:pt x="49140" y="159295"/>
                  </a:cubicBezTo>
                  <a:cubicBezTo>
                    <a:pt x="58623" y="175577"/>
                    <a:pt x="73896" y="170982"/>
                    <a:pt x="80032" y="168140"/>
                  </a:cubicBezTo>
                  <a:cubicBezTo>
                    <a:pt x="80908" y="161234"/>
                    <a:pt x="83724" y="156479"/>
                    <a:pt x="86699" y="153823"/>
                  </a:cubicBezTo>
                  <a:cubicBezTo>
                    <a:pt x="63191" y="151353"/>
                    <a:pt x="38436" y="142162"/>
                    <a:pt x="38436" y="101123"/>
                  </a:cubicBezTo>
                  <a:cubicBezTo>
                    <a:pt x="38436" y="89462"/>
                    <a:pt x="42659" y="79926"/>
                    <a:pt x="49326" y="72489"/>
                  </a:cubicBezTo>
                  <a:cubicBezTo>
                    <a:pt x="48264" y="69833"/>
                    <a:pt x="44571" y="58863"/>
                    <a:pt x="50362" y="44200"/>
                  </a:cubicBezTo>
                  <a:cubicBezTo>
                    <a:pt x="50362" y="44200"/>
                    <a:pt x="59313" y="41358"/>
                    <a:pt x="79501" y="55170"/>
                  </a:cubicBezTo>
                  <a:cubicBezTo>
                    <a:pt x="87921" y="52859"/>
                    <a:pt x="97058" y="51611"/>
                    <a:pt x="106010" y="51611"/>
                  </a:cubicBezTo>
                  <a:cubicBezTo>
                    <a:pt x="114961" y="51611"/>
                    <a:pt x="124072" y="52859"/>
                    <a:pt x="132519" y="55170"/>
                  </a:cubicBezTo>
                  <a:cubicBezTo>
                    <a:pt x="152680" y="41358"/>
                    <a:pt x="161631" y="44200"/>
                    <a:pt x="161631" y="44200"/>
                  </a:cubicBezTo>
                  <a:cubicBezTo>
                    <a:pt x="167422" y="58863"/>
                    <a:pt x="163756" y="69833"/>
                    <a:pt x="162693" y="72489"/>
                  </a:cubicBezTo>
                  <a:cubicBezTo>
                    <a:pt x="169547" y="79926"/>
                    <a:pt x="173584" y="89462"/>
                    <a:pt x="173584" y="101123"/>
                  </a:cubicBezTo>
                  <a:cubicBezTo>
                    <a:pt x="173584" y="142162"/>
                    <a:pt x="148828" y="151167"/>
                    <a:pt x="125135" y="153823"/>
                  </a:cubicBezTo>
                  <a:cubicBezTo>
                    <a:pt x="128986" y="157170"/>
                    <a:pt x="132333" y="163545"/>
                    <a:pt x="132333" y="173612"/>
                  </a:cubicBezTo>
                  <a:cubicBezTo>
                    <a:pt x="132333" y="187955"/>
                    <a:pt x="132147" y="199430"/>
                    <a:pt x="132147" y="202963"/>
                  </a:cubicBezTo>
                  <a:cubicBezTo>
                    <a:pt x="132147" y="205805"/>
                    <a:pt x="134086" y="209152"/>
                    <a:pt x="139345" y="208090"/>
                  </a:cubicBezTo>
                  <a:cubicBezTo>
                    <a:pt x="181473" y="193958"/>
                    <a:pt x="211834" y="154009"/>
                    <a:pt x="211834" y="106781"/>
                  </a:cubicBezTo>
                  <a:cubicBezTo>
                    <a:pt x="212019" y="47733"/>
                    <a:pt x="164447" y="0"/>
                    <a:pt x="10601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399">
                <a:latin typeface="Mona Sans" pitchFamily="2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55769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lash pag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B51AF43-7AB0-2E05-EB29-4D286FDA93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25" y="5013"/>
            <a:ext cx="12174173" cy="6847972"/>
          </a:xfrm>
          <a:prstGeom prst="rect">
            <a:avLst/>
          </a:prstGeom>
        </p:spPr>
      </p:pic>
      <p:sp>
        <p:nvSpPr>
          <p:cNvPr id="2" name="Google Shape;1673;p69">
            <a:extLst>
              <a:ext uri="{FF2B5EF4-FFF2-40B4-BE49-F238E27FC236}">
                <a16:creationId xmlns:a16="http://schemas.microsoft.com/office/drawing/2014/main" id="{598AABC6-9A79-1AFD-7815-CCAD3DFE0587}"/>
              </a:ext>
            </a:extLst>
          </p:cNvPr>
          <p:cNvSpPr>
            <a:spLocks noChangeAspect="1"/>
          </p:cNvSpPr>
          <p:nvPr userDrawn="1"/>
        </p:nvSpPr>
        <p:spPr>
          <a:xfrm>
            <a:off x="5231822" y="2577854"/>
            <a:ext cx="1725181" cy="1702295"/>
          </a:xfrm>
          <a:custGeom>
            <a:avLst/>
            <a:gdLst/>
            <a:ahLst/>
            <a:cxnLst/>
            <a:rect l="l" t="t" r="r" b="b"/>
            <a:pathLst>
              <a:path w="212020" h="209153" extrusionOk="0">
                <a:moveTo>
                  <a:pt x="106010" y="0"/>
                </a:moveTo>
                <a:cubicBezTo>
                  <a:pt x="47387" y="0"/>
                  <a:pt x="0" y="47733"/>
                  <a:pt x="0" y="106781"/>
                </a:cubicBezTo>
                <a:cubicBezTo>
                  <a:pt x="0" y="154009"/>
                  <a:pt x="30361" y="193958"/>
                  <a:pt x="72488" y="208090"/>
                </a:cubicBezTo>
                <a:cubicBezTo>
                  <a:pt x="77748" y="209152"/>
                  <a:pt x="79687" y="205805"/>
                  <a:pt x="79687" y="202963"/>
                </a:cubicBezTo>
                <a:cubicBezTo>
                  <a:pt x="79687" y="200493"/>
                  <a:pt x="79501" y="192019"/>
                  <a:pt x="79501" y="183174"/>
                </a:cubicBezTo>
                <a:cubicBezTo>
                  <a:pt x="50017" y="189549"/>
                  <a:pt x="43881" y="170451"/>
                  <a:pt x="43881" y="170451"/>
                </a:cubicBezTo>
                <a:cubicBezTo>
                  <a:pt x="39126" y="158073"/>
                  <a:pt x="32114" y="154885"/>
                  <a:pt x="32114" y="154885"/>
                </a:cubicBezTo>
                <a:cubicBezTo>
                  <a:pt x="22472" y="148351"/>
                  <a:pt x="32831" y="148351"/>
                  <a:pt x="32831" y="148351"/>
                </a:cubicBezTo>
                <a:cubicBezTo>
                  <a:pt x="43535" y="149042"/>
                  <a:pt x="49140" y="159295"/>
                  <a:pt x="49140" y="159295"/>
                </a:cubicBezTo>
                <a:cubicBezTo>
                  <a:pt x="58623" y="175577"/>
                  <a:pt x="73896" y="170982"/>
                  <a:pt x="80032" y="168140"/>
                </a:cubicBezTo>
                <a:cubicBezTo>
                  <a:pt x="80908" y="161234"/>
                  <a:pt x="83724" y="156479"/>
                  <a:pt x="86699" y="153823"/>
                </a:cubicBezTo>
                <a:cubicBezTo>
                  <a:pt x="63191" y="151353"/>
                  <a:pt x="38436" y="142162"/>
                  <a:pt x="38436" y="101123"/>
                </a:cubicBezTo>
                <a:cubicBezTo>
                  <a:pt x="38436" y="89462"/>
                  <a:pt x="42659" y="79926"/>
                  <a:pt x="49326" y="72489"/>
                </a:cubicBezTo>
                <a:cubicBezTo>
                  <a:pt x="48264" y="69833"/>
                  <a:pt x="44571" y="58863"/>
                  <a:pt x="50362" y="44200"/>
                </a:cubicBezTo>
                <a:cubicBezTo>
                  <a:pt x="50362" y="44200"/>
                  <a:pt x="59313" y="41358"/>
                  <a:pt x="79501" y="55170"/>
                </a:cubicBezTo>
                <a:cubicBezTo>
                  <a:pt x="87921" y="52859"/>
                  <a:pt x="97058" y="51611"/>
                  <a:pt x="106010" y="51611"/>
                </a:cubicBezTo>
                <a:cubicBezTo>
                  <a:pt x="114961" y="51611"/>
                  <a:pt x="124072" y="52859"/>
                  <a:pt x="132519" y="55170"/>
                </a:cubicBezTo>
                <a:cubicBezTo>
                  <a:pt x="152680" y="41358"/>
                  <a:pt x="161631" y="44200"/>
                  <a:pt x="161631" y="44200"/>
                </a:cubicBezTo>
                <a:cubicBezTo>
                  <a:pt x="167422" y="58863"/>
                  <a:pt x="163756" y="69833"/>
                  <a:pt x="162693" y="72489"/>
                </a:cubicBezTo>
                <a:cubicBezTo>
                  <a:pt x="169547" y="79926"/>
                  <a:pt x="173584" y="89462"/>
                  <a:pt x="173584" y="101123"/>
                </a:cubicBezTo>
                <a:cubicBezTo>
                  <a:pt x="173584" y="142162"/>
                  <a:pt x="148828" y="151167"/>
                  <a:pt x="125135" y="153823"/>
                </a:cubicBezTo>
                <a:cubicBezTo>
                  <a:pt x="128986" y="157170"/>
                  <a:pt x="132333" y="163545"/>
                  <a:pt x="132333" y="173612"/>
                </a:cubicBezTo>
                <a:cubicBezTo>
                  <a:pt x="132333" y="187955"/>
                  <a:pt x="132147" y="199430"/>
                  <a:pt x="132147" y="202963"/>
                </a:cubicBezTo>
                <a:cubicBezTo>
                  <a:pt x="132147" y="205805"/>
                  <a:pt x="134086" y="209152"/>
                  <a:pt x="139345" y="208090"/>
                </a:cubicBezTo>
                <a:cubicBezTo>
                  <a:pt x="181473" y="193958"/>
                  <a:pt x="211834" y="154009"/>
                  <a:pt x="211834" y="106781"/>
                </a:cubicBezTo>
                <a:cubicBezTo>
                  <a:pt x="212019" y="47733"/>
                  <a:pt x="164447" y="0"/>
                  <a:pt x="1060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399">
              <a:latin typeface="Mona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317756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bg>
      <p:bgPr>
        <a:solidFill>
          <a:srgbClr val="1216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245016-00E0-3E0B-10FC-9F6A58B3B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300484"/>
            <a:ext cx="12188825" cy="5557516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32" tIns="146266" rIns="182832" bIns="14626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192" fontAlgn="base">
              <a:spcBef>
                <a:spcPct val="0"/>
              </a:spcBef>
              <a:spcAft>
                <a:spcPct val="0"/>
              </a:spcAft>
            </a:pPr>
            <a:endParaRPr lang="en-US" sz="1999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0AB2E017-C5E1-1F52-A7F6-D935C0D058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9413" y="2027466"/>
            <a:ext cx="11430000" cy="44114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tabLst/>
              <a:defRPr sz="2399" b="0" i="0">
                <a:solidFill>
                  <a:schemeClr val="tx1"/>
                </a:solidFill>
                <a:latin typeface="Mona Sans Mono" pitchFamily="2" charset="77"/>
                <a:cs typeface="Mona Sans Mono" pitchFamily="2" charset="77"/>
              </a:defRPr>
            </a:lvl1pPr>
            <a:lvl2pPr marL="346449" indent="0">
              <a:buNone/>
              <a:tabLst>
                <a:tab pos="344385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tabLst>
                <a:tab pos="569742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tabLst>
                <a:tab pos="799860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tabLst>
                <a:tab pos="1028391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57A3A8-6303-3E55-3923-A1669C65EA7E}"/>
              </a:ext>
            </a:extLst>
          </p:cNvPr>
          <p:cNvSpPr/>
          <p:nvPr userDrawn="1"/>
        </p:nvSpPr>
        <p:spPr>
          <a:xfrm>
            <a:off x="-64" y="1274017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AC7D6C-7131-887F-8B09-A424F49943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413" y="419100"/>
            <a:ext cx="11430000" cy="435131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/>
            </a:lvl1pPr>
          </a:lstStyle>
          <a:p>
            <a:pPr lvl="0"/>
            <a:r>
              <a:rPr lang="en-US"/>
              <a:t>Title should be less than 10 words</a:t>
            </a:r>
          </a:p>
        </p:txBody>
      </p:sp>
      <p:sp>
        <p:nvSpPr>
          <p:cNvPr id="17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C7537454-4AC0-A753-B73B-C33E7B36ED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413" y="1721108"/>
            <a:ext cx="11430000" cy="2057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tabLst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  <a:lvl2pPr marL="346449" indent="0">
              <a:buNone/>
              <a:tabLst>
                <a:tab pos="344385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tabLst>
                <a:tab pos="569742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tabLst>
                <a:tab pos="799860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tabLst>
                <a:tab pos="1028391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enter title</a:t>
            </a:r>
          </a:p>
        </p:txBody>
      </p:sp>
    </p:spTree>
    <p:extLst>
      <p:ext uri="{BB962C8B-B14F-4D97-AF65-F5344CB8AC3E}">
        <p14:creationId xmlns:p14="http://schemas.microsoft.com/office/powerpoint/2010/main" val="22905569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00" userDrawn="1">
          <p15:clr>
            <a:srgbClr val="FBAE40"/>
          </p15:clr>
        </p15:guide>
        <p15:guide id="2" orient="horz" pos="1392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bottom">
    <p:bg>
      <p:bgPr>
        <a:solidFill>
          <a:srgbClr val="1216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245016-00E0-3E0B-10FC-9F6A58B3B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2849822"/>
            <a:ext cx="12188825" cy="4008177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32" tIns="146266" rIns="182832" bIns="14626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192" fontAlgn="base">
              <a:spcBef>
                <a:spcPct val="0"/>
              </a:spcBef>
              <a:spcAft>
                <a:spcPct val="0"/>
              </a:spcAft>
            </a:pPr>
            <a:endParaRPr lang="en-US" sz="1999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57A3A8-6303-3E55-3923-A1669C65EA7E}"/>
              </a:ext>
            </a:extLst>
          </p:cNvPr>
          <p:cNvSpPr/>
          <p:nvPr userDrawn="1"/>
        </p:nvSpPr>
        <p:spPr>
          <a:xfrm>
            <a:off x="-64" y="2831535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AC7D6C-7131-887F-8B09-A424F49943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413" y="419100"/>
            <a:ext cx="11430000" cy="525873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/>
            </a:lvl1pPr>
          </a:lstStyle>
          <a:p>
            <a:pPr lvl="0"/>
            <a:r>
              <a:rPr lang="en-US"/>
              <a:t>Title should be less than 10 words</a:t>
            </a:r>
          </a:p>
        </p:txBody>
      </p:sp>
      <p:sp>
        <p:nvSpPr>
          <p:cNvPr id="8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56E27B45-89FC-EF1A-EF84-1D8A80CA42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9413" y="3567662"/>
            <a:ext cx="11430000" cy="28712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tabLst/>
              <a:defRPr sz="2399" b="0" i="0">
                <a:solidFill>
                  <a:schemeClr val="tx1"/>
                </a:solidFill>
                <a:latin typeface="Mona Sans Mono" pitchFamily="2" charset="77"/>
                <a:cs typeface="Mona Sans Mono" pitchFamily="2" charset="77"/>
              </a:defRPr>
            </a:lvl1pPr>
            <a:lvl2pPr marL="346449" indent="0">
              <a:buNone/>
              <a:tabLst>
                <a:tab pos="344385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tabLst>
                <a:tab pos="569742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tabLst>
                <a:tab pos="799860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tabLst>
                <a:tab pos="1028391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1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6BEE89A2-B2B5-AE63-C589-839C50DE8D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3" y="3261304"/>
            <a:ext cx="11430000" cy="2057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tabLst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  <a:lvl2pPr marL="346449" indent="0">
              <a:buNone/>
              <a:tabLst>
                <a:tab pos="344385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tabLst>
                <a:tab pos="569742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tabLst>
                <a:tab pos="799860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tabLst>
                <a:tab pos="1028391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552766B-311A-61B9-A1BF-69106CF44F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099266"/>
            <a:ext cx="11430000" cy="1320788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Optional additional text</a:t>
            </a:r>
          </a:p>
        </p:txBody>
      </p:sp>
    </p:spTree>
    <p:extLst>
      <p:ext uri="{BB962C8B-B14F-4D97-AF65-F5344CB8AC3E}">
        <p14:creationId xmlns:p14="http://schemas.microsoft.com/office/powerpoint/2010/main" val="26160821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00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top">
    <p:bg>
      <p:bgPr>
        <a:solidFill>
          <a:srgbClr val="1216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245016-00E0-3E0B-10FC-9F6A58B3B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8287"/>
            <a:ext cx="12188825" cy="4008177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32" tIns="146266" rIns="182832" bIns="14626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192" fontAlgn="base">
              <a:spcBef>
                <a:spcPct val="0"/>
              </a:spcBef>
              <a:spcAft>
                <a:spcPct val="0"/>
              </a:spcAft>
            </a:pPr>
            <a:endParaRPr lang="en-US" sz="1999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57A3A8-6303-3E55-3923-A1669C65EA7E}"/>
              </a:ext>
            </a:extLst>
          </p:cNvPr>
          <p:cNvSpPr/>
          <p:nvPr userDrawn="1"/>
        </p:nvSpPr>
        <p:spPr>
          <a:xfrm>
            <a:off x="-64" y="4026464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AC7D6C-7131-887F-8B09-A424F49943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413" y="4437946"/>
            <a:ext cx="11430000" cy="525873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/>
            </a:lvl1pPr>
          </a:lstStyle>
          <a:p>
            <a:pPr lvl="0"/>
            <a:r>
              <a:rPr lang="en-US"/>
              <a:t>Title should be less than 10 words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487473-1A3E-5EB5-5094-AD12CB0CF1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413" y="5096389"/>
            <a:ext cx="11430000" cy="1342511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Optional additional text</a:t>
            </a:r>
          </a:p>
        </p:txBody>
      </p:sp>
      <p:sp>
        <p:nvSpPr>
          <p:cNvPr id="8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56E27B45-89FC-EF1A-EF84-1D8A80CA42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9413" y="736127"/>
            <a:ext cx="11430000" cy="28712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tabLst/>
              <a:defRPr sz="2399" b="0" i="0">
                <a:solidFill>
                  <a:schemeClr val="tx1"/>
                </a:solidFill>
                <a:latin typeface="Mona Sans Mono" pitchFamily="2" charset="77"/>
                <a:cs typeface="Mona Sans Mono" pitchFamily="2" charset="77"/>
              </a:defRPr>
            </a:lvl1pPr>
            <a:lvl2pPr marL="346449" indent="0">
              <a:buNone/>
              <a:tabLst>
                <a:tab pos="344385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tabLst>
                <a:tab pos="569742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tabLst>
                <a:tab pos="799860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tabLst>
                <a:tab pos="1028391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1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6BEE89A2-B2B5-AE63-C589-839C50DE8D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3" y="429769"/>
            <a:ext cx="11430000" cy="2057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tabLst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  <a:lvl2pPr marL="346449" indent="0">
              <a:buNone/>
              <a:tabLst>
                <a:tab pos="344385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tabLst>
                <a:tab pos="569742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tabLst>
                <a:tab pos="799860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tabLst>
                <a:tab pos="1028391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enter title</a:t>
            </a:r>
          </a:p>
        </p:txBody>
      </p:sp>
    </p:spTree>
    <p:extLst>
      <p:ext uri="{BB962C8B-B14F-4D97-AF65-F5344CB8AC3E}">
        <p14:creationId xmlns:p14="http://schemas.microsoft.com/office/powerpoint/2010/main" val="39788196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00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right side">
    <p:bg>
      <p:bgPr>
        <a:solidFill>
          <a:srgbClr val="1216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245016-00E0-3E0B-10FC-9F6A58B3B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204628" y="1"/>
            <a:ext cx="6984197" cy="68580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32" tIns="146266" rIns="182832" bIns="14626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192" fontAlgn="base">
              <a:spcBef>
                <a:spcPct val="0"/>
              </a:spcBef>
              <a:spcAft>
                <a:spcPct val="0"/>
              </a:spcAft>
            </a:pPr>
            <a:endParaRPr lang="en-US" sz="1999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57A3A8-6303-3E55-3923-A1669C65EA7E}"/>
              </a:ext>
            </a:extLst>
          </p:cNvPr>
          <p:cNvSpPr/>
          <p:nvPr userDrawn="1"/>
        </p:nvSpPr>
        <p:spPr>
          <a:xfrm rot="5400000">
            <a:off x="1785576" y="3419856"/>
            <a:ext cx="685800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AC7D6C-7131-887F-8B09-A424F49943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413" y="429769"/>
            <a:ext cx="4436892" cy="1015321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/>
            </a:lvl1pPr>
          </a:lstStyle>
          <a:p>
            <a:pPr lvl="0"/>
            <a:r>
              <a:rPr lang="en-US"/>
              <a:t>Title should be less than 10 words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487473-1A3E-5EB5-5094-AD12CB0CF1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413" y="1528654"/>
            <a:ext cx="4436892" cy="4899577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Optional additional text</a:t>
            </a:r>
          </a:p>
        </p:txBody>
      </p:sp>
      <p:sp>
        <p:nvSpPr>
          <p:cNvPr id="8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56E27B45-89FC-EF1A-EF84-1D8A80CA42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2043" y="736127"/>
            <a:ext cx="6197370" cy="5692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tabLst/>
              <a:defRPr sz="2399" b="0" i="0">
                <a:solidFill>
                  <a:schemeClr val="tx1"/>
                </a:solidFill>
                <a:latin typeface="Mona Sans Mono" pitchFamily="2" charset="77"/>
                <a:cs typeface="Mona Sans Mono" pitchFamily="2" charset="77"/>
              </a:defRPr>
            </a:lvl1pPr>
            <a:lvl2pPr marL="346449" indent="0">
              <a:buNone/>
              <a:tabLst>
                <a:tab pos="344385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tabLst>
                <a:tab pos="569742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tabLst>
                <a:tab pos="799860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tabLst>
                <a:tab pos="1028391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1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6BEE89A2-B2B5-AE63-C589-839C50DE8D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12043" y="429769"/>
            <a:ext cx="6197370" cy="2057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tabLst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  <a:lvl2pPr marL="346449" indent="0">
              <a:buNone/>
              <a:tabLst>
                <a:tab pos="344385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tabLst>
                <a:tab pos="569742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tabLst>
                <a:tab pos="799860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tabLst>
                <a:tab pos="1028391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enter title</a:t>
            </a:r>
          </a:p>
        </p:txBody>
      </p:sp>
    </p:spTree>
    <p:extLst>
      <p:ext uri="{BB962C8B-B14F-4D97-AF65-F5344CB8AC3E}">
        <p14:creationId xmlns:p14="http://schemas.microsoft.com/office/powerpoint/2010/main" val="27372901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00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left side">
    <p:bg>
      <p:bgPr>
        <a:solidFill>
          <a:srgbClr val="1216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245016-00E0-3E0B-10FC-9F6A58B3B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"/>
            <a:ext cx="6984197" cy="68580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32" tIns="146266" rIns="182832" bIns="14626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192" fontAlgn="base">
              <a:spcBef>
                <a:spcPct val="0"/>
              </a:spcBef>
              <a:spcAft>
                <a:spcPct val="0"/>
              </a:spcAft>
            </a:pPr>
            <a:endParaRPr lang="en-US" sz="1999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57A3A8-6303-3E55-3923-A1669C65EA7E}"/>
              </a:ext>
            </a:extLst>
          </p:cNvPr>
          <p:cNvSpPr/>
          <p:nvPr userDrawn="1"/>
        </p:nvSpPr>
        <p:spPr>
          <a:xfrm rot="5400000">
            <a:off x="3544291" y="3419856"/>
            <a:ext cx="685800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AC7D6C-7131-887F-8B09-A424F49943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72521" y="429769"/>
            <a:ext cx="4436892" cy="1015321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/>
            </a:lvl1pPr>
          </a:lstStyle>
          <a:p>
            <a:pPr lvl="0"/>
            <a:r>
              <a:rPr lang="en-US"/>
              <a:t>Title should be less than 10 words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487473-1A3E-5EB5-5094-AD12CB0CF1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72521" y="1528654"/>
            <a:ext cx="4436892" cy="4899577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Optional additional text</a:t>
            </a:r>
          </a:p>
        </p:txBody>
      </p:sp>
      <p:sp>
        <p:nvSpPr>
          <p:cNvPr id="8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56E27B45-89FC-EF1A-EF84-1D8A80CA42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9413" y="736127"/>
            <a:ext cx="6197370" cy="5692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tabLst/>
              <a:defRPr sz="2399" b="0" i="0">
                <a:solidFill>
                  <a:schemeClr val="tx1"/>
                </a:solidFill>
                <a:latin typeface="Mona Sans Mono" pitchFamily="2" charset="77"/>
                <a:cs typeface="Mona Sans Mono" pitchFamily="2" charset="77"/>
              </a:defRPr>
            </a:lvl1pPr>
            <a:lvl2pPr marL="346449" indent="0">
              <a:buNone/>
              <a:tabLst>
                <a:tab pos="344385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tabLst>
                <a:tab pos="569742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tabLst>
                <a:tab pos="799860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tabLst>
                <a:tab pos="1028391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1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6BEE89A2-B2B5-AE63-C589-839C50DE8D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3" y="429769"/>
            <a:ext cx="6197370" cy="2057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tabLst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  <a:lvl2pPr marL="346449" indent="0">
              <a:buNone/>
              <a:tabLst>
                <a:tab pos="344385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tabLst>
                <a:tab pos="569742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tabLst>
                <a:tab pos="799860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tabLst>
                <a:tab pos="1028391" algn="l"/>
              </a:tabLst>
              <a:defRPr sz="2399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enter title</a:t>
            </a:r>
          </a:p>
        </p:txBody>
      </p:sp>
    </p:spTree>
    <p:extLst>
      <p:ext uri="{BB962C8B-B14F-4D97-AF65-F5344CB8AC3E}">
        <p14:creationId xmlns:p14="http://schemas.microsoft.com/office/powerpoint/2010/main" val="13900873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00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coming sessions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9F4A39-98B8-B98A-33F3-85772D3F089E}"/>
              </a:ext>
            </a:extLst>
          </p:cNvPr>
          <p:cNvSpPr/>
          <p:nvPr userDrawn="1"/>
        </p:nvSpPr>
        <p:spPr>
          <a:xfrm>
            <a:off x="-64" y="1624745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8F1A4861-CBF5-7449-3B84-8E5586BE2B9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1037" y="261001"/>
            <a:ext cx="11470120" cy="44855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Upcoming session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2FAA8E3D-6CBA-40BF-99B3-D539E4FB389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1036" y="789644"/>
            <a:ext cx="11470121" cy="520339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40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What’s next?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4FE209-7064-7FC1-9C03-A9879B9E295A}"/>
              </a:ext>
            </a:extLst>
          </p:cNvPr>
          <p:cNvSpPr/>
          <p:nvPr userDrawn="1"/>
        </p:nvSpPr>
        <p:spPr>
          <a:xfrm rot="16200000">
            <a:off x="6536420" y="4245944"/>
            <a:ext cx="5214968" cy="9144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FBB665-2A1C-96EB-817A-8C86B6141015}"/>
              </a:ext>
            </a:extLst>
          </p:cNvPr>
          <p:cNvSpPr/>
          <p:nvPr userDrawn="1"/>
        </p:nvSpPr>
        <p:spPr>
          <a:xfrm rot="16200000">
            <a:off x="437436" y="4245944"/>
            <a:ext cx="5214968" cy="9144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17BFBC-8CF3-C8B2-9B82-481FDE374803}"/>
              </a:ext>
            </a:extLst>
          </p:cNvPr>
          <p:cNvSpPr/>
          <p:nvPr userDrawn="1"/>
        </p:nvSpPr>
        <p:spPr>
          <a:xfrm rot="16200000">
            <a:off x="3486928" y="4245944"/>
            <a:ext cx="5214968" cy="9144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F8A09B-7551-AADC-A4AA-CF03814BEE6B}"/>
              </a:ext>
            </a:extLst>
          </p:cNvPr>
          <p:cNvSpPr txBox="1"/>
          <p:nvPr userDrawn="1"/>
        </p:nvSpPr>
        <p:spPr>
          <a:xfrm>
            <a:off x="379414" y="5078450"/>
            <a:ext cx="2258598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2000" cap="none" baseline="0">
                <a:solidFill>
                  <a:schemeClr val="tx1"/>
                </a:solidFill>
                <a:latin typeface="+mj-lt"/>
                <a:cs typeface="Mona Sans Mono" pitchFamily="2" charset="77"/>
              </a:rPr>
              <a:t>Speakers</a:t>
            </a:r>
            <a:endParaRPr lang="en-US" sz="1400" cap="none" baseline="0">
              <a:solidFill>
                <a:schemeClr val="bg2"/>
              </a:solidFill>
              <a:latin typeface="+mj-lt"/>
              <a:cs typeface="Mona Sans Mono" pitchFamily="2" charset="77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CD32313-B960-E967-A4F6-D757002DBC9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01036" y="1960223"/>
            <a:ext cx="2259012" cy="222164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4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Month XX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2BA6B84A-91C0-E68E-7657-0198A45829C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09224" y="2282741"/>
            <a:ext cx="2259012" cy="222164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4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00:00 pt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CE7A4DC3-C42E-2E8E-A22A-E85B0B47A5F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01036" y="2620183"/>
            <a:ext cx="2259012" cy="2342989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400" cap="none" baseline="0">
                <a:solidFill>
                  <a:schemeClr val="tx1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/>
              <a:t>Speaking session title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77FB55FD-9DED-E4E8-A322-28D3258CC6B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97556" y="5501505"/>
            <a:ext cx="2259012" cy="937396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cap="none" baseline="0">
                <a:solidFill>
                  <a:schemeClr val="bg2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/>
              <a:t>Mona Lisa, GitHub</a:t>
            </a:r>
          </a:p>
          <a:p>
            <a:pPr lvl="0"/>
            <a:r>
              <a:rPr lang="en-US"/>
              <a:t>Mona Lisa, GitHub</a:t>
            </a:r>
          </a:p>
          <a:p>
            <a:pPr lvl="0"/>
            <a:r>
              <a:rPr lang="en-US"/>
              <a:t>Mona Lisa, GitHub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FD5B88-F788-C6F8-7F8F-74DA4F3E5317}"/>
              </a:ext>
            </a:extLst>
          </p:cNvPr>
          <p:cNvSpPr txBox="1"/>
          <p:nvPr userDrawn="1"/>
        </p:nvSpPr>
        <p:spPr>
          <a:xfrm>
            <a:off x="3431086" y="5078450"/>
            <a:ext cx="2258598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2000" cap="none" baseline="0">
                <a:solidFill>
                  <a:schemeClr val="tx1"/>
                </a:solidFill>
                <a:latin typeface="+mj-lt"/>
                <a:cs typeface="Mona Sans Mono" pitchFamily="2" charset="77"/>
              </a:rPr>
              <a:t>Speakers</a:t>
            </a:r>
            <a:endParaRPr lang="en-US" sz="1400" cap="none" baseline="0">
              <a:solidFill>
                <a:schemeClr val="bg2"/>
              </a:solidFill>
              <a:latin typeface="+mj-lt"/>
              <a:cs typeface="Mona Sans Mono" pitchFamily="2" charset="77"/>
            </a:endParaRP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9AC6ECE7-8BB9-22BF-4B61-17CD3DCB0BF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52708" y="1960223"/>
            <a:ext cx="2259012" cy="222164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4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Month XX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A34BC507-DAE5-9EBA-1066-5FC3487C9F3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460896" y="2282741"/>
            <a:ext cx="2259012" cy="222164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4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00:00 pt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50EDDB09-A113-911D-5B1F-ABB3625AF5C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452708" y="2620183"/>
            <a:ext cx="2259012" cy="2342989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400" cap="none" baseline="0">
                <a:solidFill>
                  <a:schemeClr val="tx1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/>
              <a:t>Speaking session title</a:t>
            </a: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F772CA15-716F-ACCF-A702-56029D56CE4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449228" y="5501505"/>
            <a:ext cx="2259012" cy="937396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cap="none" baseline="0">
                <a:solidFill>
                  <a:schemeClr val="bg2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/>
              <a:t>Mona Lisa, GitHub</a:t>
            </a:r>
          </a:p>
          <a:p>
            <a:pPr lvl="0"/>
            <a:r>
              <a:rPr lang="en-US"/>
              <a:t>Mona Lisa, GitHub</a:t>
            </a:r>
          </a:p>
          <a:p>
            <a:pPr lvl="0"/>
            <a:r>
              <a:rPr lang="en-US"/>
              <a:t>Mona Lisa, GitHub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1FC7D6-F612-7664-9E3A-4126478A845F}"/>
              </a:ext>
            </a:extLst>
          </p:cNvPr>
          <p:cNvSpPr txBox="1"/>
          <p:nvPr userDrawn="1"/>
        </p:nvSpPr>
        <p:spPr>
          <a:xfrm>
            <a:off x="6482758" y="5078450"/>
            <a:ext cx="2258598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2000" cap="none" baseline="0">
                <a:solidFill>
                  <a:schemeClr val="tx1"/>
                </a:solidFill>
                <a:latin typeface="+mj-lt"/>
                <a:cs typeface="Mona Sans Mono" pitchFamily="2" charset="77"/>
              </a:rPr>
              <a:t>Speakers</a:t>
            </a:r>
            <a:endParaRPr lang="en-US" sz="1400" cap="none" baseline="0">
              <a:solidFill>
                <a:schemeClr val="bg2"/>
              </a:solidFill>
              <a:latin typeface="+mj-lt"/>
              <a:cs typeface="Mona Sans Mono" pitchFamily="2" charset="77"/>
            </a:endParaRP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2558BC99-BD98-E9A0-E76C-A12B2BA75EB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04380" y="1960223"/>
            <a:ext cx="2259012" cy="222164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4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Month XX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6F954429-D364-DE28-EE72-E3C75E9E959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512568" y="2282741"/>
            <a:ext cx="2259012" cy="222164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4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00:00 pt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A65EF855-F589-92C9-E87B-CDB854F1BBE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04380" y="2620183"/>
            <a:ext cx="2259012" cy="2342989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400" cap="none" baseline="0">
                <a:solidFill>
                  <a:schemeClr val="tx1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/>
              <a:t>Speaking session title</a:t>
            </a: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BC552040-4F29-EFA7-428F-6BB462EBB1C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00900" y="5501505"/>
            <a:ext cx="2259012" cy="937396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cap="none" baseline="0">
                <a:solidFill>
                  <a:schemeClr val="bg2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/>
              <a:t>Mona Lisa, GitHub</a:t>
            </a:r>
          </a:p>
          <a:p>
            <a:pPr lvl="0"/>
            <a:r>
              <a:rPr lang="en-US"/>
              <a:t>Mona Lisa, GitHub</a:t>
            </a:r>
          </a:p>
          <a:p>
            <a:pPr lvl="0"/>
            <a:r>
              <a:rPr lang="en-US"/>
              <a:t>Mona Lisa, GitHub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FD10DC-DB5B-C3B2-20A8-2B6F5AB71A0B}"/>
              </a:ext>
            </a:extLst>
          </p:cNvPr>
          <p:cNvSpPr txBox="1"/>
          <p:nvPr userDrawn="1"/>
        </p:nvSpPr>
        <p:spPr>
          <a:xfrm>
            <a:off x="9534430" y="5078450"/>
            <a:ext cx="2258598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2000" cap="none" baseline="0">
                <a:solidFill>
                  <a:schemeClr val="tx1"/>
                </a:solidFill>
                <a:latin typeface="+mj-lt"/>
                <a:cs typeface="Mona Sans Mono" pitchFamily="2" charset="77"/>
              </a:rPr>
              <a:t>Speakers</a:t>
            </a:r>
            <a:endParaRPr lang="en-US" sz="1400" cap="none" baseline="0">
              <a:solidFill>
                <a:schemeClr val="bg2"/>
              </a:solidFill>
              <a:latin typeface="+mj-lt"/>
              <a:cs typeface="Mona Sans Mono" pitchFamily="2" charset="77"/>
            </a:endParaRP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75A290F9-4E11-D88D-F93F-098A13D0CCB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556052" y="1960223"/>
            <a:ext cx="2259012" cy="222164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4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Month XX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21C75F43-CC7F-0FB7-AB80-E1711677C59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564240" y="2282741"/>
            <a:ext cx="2259012" cy="222164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4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00:00 pt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7F63E12E-8B7A-C3B7-63B0-22E6D968FF4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556052" y="2620183"/>
            <a:ext cx="2259012" cy="2342989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400" cap="none" baseline="0">
                <a:solidFill>
                  <a:schemeClr val="tx1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/>
              <a:t>Speaking session title</a:t>
            </a:r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2D788C8F-61CC-54C7-A30B-16AC21C98A4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552572" y="5501505"/>
            <a:ext cx="2259012" cy="937396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cap="none" baseline="0">
                <a:solidFill>
                  <a:schemeClr val="bg2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/>
              <a:t>Mona Lisa, GitHub</a:t>
            </a:r>
          </a:p>
          <a:p>
            <a:pPr lvl="0"/>
            <a:r>
              <a:rPr lang="en-US"/>
              <a:t>Mona Lisa, GitHub</a:t>
            </a:r>
          </a:p>
          <a:p>
            <a:pPr lvl="0"/>
            <a:r>
              <a:rPr lang="en-US"/>
              <a:t>Mona Lisa, GitHub</a:t>
            </a:r>
          </a:p>
        </p:txBody>
      </p:sp>
    </p:spTree>
    <p:extLst>
      <p:ext uri="{BB962C8B-B14F-4D97-AF65-F5344CB8AC3E}">
        <p14:creationId xmlns:p14="http://schemas.microsoft.com/office/powerpoint/2010/main" val="3259875271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coming sessions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9F4A39-98B8-B98A-33F3-85772D3F089E}"/>
              </a:ext>
            </a:extLst>
          </p:cNvPr>
          <p:cNvSpPr/>
          <p:nvPr userDrawn="1"/>
        </p:nvSpPr>
        <p:spPr>
          <a:xfrm>
            <a:off x="-64" y="1624745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8F1A4861-CBF5-7449-3B84-8E5586BE2B9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1037" y="261001"/>
            <a:ext cx="11416564" cy="44855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Upcoming session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2FAA8E3D-6CBA-40BF-99B3-D539E4FB389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1036" y="789644"/>
            <a:ext cx="11416565" cy="520339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40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What’s next?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FBB665-2A1C-96EB-817A-8C86B6141015}"/>
              </a:ext>
            </a:extLst>
          </p:cNvPr>
          <p:cNvSpPr/>
          <p:nvPr userDrawn="1"/>
        </p:nvSpPr>
        <p:spPr>
          <a:xfrm rot="16200000">
            <a:off x="1453934" y="4245944"/>
            <a:ext cx="5214968" cy="9144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17BFBC-8CF3-C8B2-9B82-481FDE374803}"/>
              </a:ext>
            </a:extLst>
          </p:cNvPr>
          <p:cNvSpPr/>
          <p:nvPr userDrawn="1"/>
        </p:nvSpPr>
        <p:spPr>
          <a:xfrm rot="16200000">
            <a:off x="5519924" y="4245944"/>
            <a:ext cx="5214968" cy="9144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1FC7D6-F612-7664-9E3A-4126478A845F}"/>
              </a:ext>
            </a:extLst>
          </p:cNvPr>
          <p:cNvSpPr txBox="1"/>
          <p:nvPr userDrawn="1"/>
        </p:nvSpPr>
        <p:spPr>
          <a:xfrm>
            <a:off x="8545437" y="5078450"/>
            <a:ext cx="3241760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2000" cap="none" baseline="0">
                <a:solidFill>
                  <a:schemeClr val="tx1"/>
                </a:solidFill>
                <a:latin typeface="+mj-lt"/>
                <a:cs typeface="Mona Sans Mono" pitchFamily="2" charset="77"/>
              </a:rPr>
              <a:t>Speakers</a:t>
            </a:r>
            <a:endParaRPr lang="en-US" sz="1400" cap="none" baseline="0">
              <a:solidFill>
                <a:schemeClr val="bg2"/>
              </a:solidFill>
              <a:latin typeface="+mj-lt"/>
              <a:cs typeface="Mona Sans Mono" pitchFamily="2" charset="77"/>
            </a:endParaRP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2558BC99-BD98-E9A0-E76C-A12B2BA75EB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567059" y="1960223"/>
            <a:ext cx="3242354" cy="222164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4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Month XX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6F954429-D364-DE28-EE72-E3C75E9E959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575247" y="2282741"/>
            <a:ext cx="3242354" cy="222164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4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00:00 pt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A65EF855-F589-92C9-E87B-CDB854F1BBE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567059" y="2620183"/>
            <a:ext cx="3242354" cy="2342989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400" cap="none" baseline="0">
                <a:solidFill>
                  <a:schemeClr val="tx1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/>
              <a:t>Speaking session title</a:t>
            </a: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BC552040-4F29-EFA7-428F-6BB462EBB1C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563579" y="5501505"/>
            <a:ext cx="3242354" cy="937396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cap="none" baseline="0">
                <a:solidFill>
                  <a:schemeClr val="bg2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/>
              <a:t>Mona Lisa, GitHub</a:t>
            </a:r>
          </a:p>
          <a:p>
            <a:pPr lvl="0"/>
            <a:r>
              <a:rPr lang="en-US"/>
              <a:t>Mona Lisa, GitHub</a:t>
            </a:r>
          </a:p>
          <a:p>
            <a:pPr lvl="0"/>
            <a:r>
              <a:rPr lang="en-US"/>
              <a:t>Mona Lisa, GitHub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ECDC9D-A9C5-EA5D-2991-4927CAB981B1}"/>
              </a:ext>
            </a:extLst>
          </p:cNvPr>
          <p:cNvSpPr txBox="1"/>
          <p:nvPr userDrawn="1"/>
        </p:nvSpPr>
        <p:spPr>
          <a:xfrm>
            <a:off x="4473532" y="5078450"/>
            <a:ext cx="3241760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2000" cap="none" baseline="0">
                <a:solidFill>
                  <a:schemeClr val="tx1"/>
                </a:solidFill>
                <a:latin typeface="+mj-lt"/>
                <a:cs typeface="Mona Sans Mono" pitchFamily="2" charset="77"/>
              </a:rPr>
              <a:t>Speakers</a:t>
            </a:r>
            <a:endParaRPr lang="en-US" sz="1400" cap="none" baseline="0">
              <a:solidFill>
                <a:schemeClr val="bg2"/>
              </a:solidFill>
              <a:latin typeface="+mj-lt"/>
              <a:cs typeface="Mona Sans Mono" pitchFamily="2" charset="77"/>
            </a:endParaRP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BE209C3E-CBA2-4388-7354-C401E752170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73235" y="1960223"/>
            <a:ext cx="3242354" cy="222164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4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Month XX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7AA8C722-C38B-3C51-FF92-AD22CFCB07B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73235" y="2282741"/>
            <a:ext cx="3242354" cy="222164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4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00:00 pt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54CE6C2E-1F68-FD06-81FC-BAD12AA8A07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473235" y="2620183"/>
            <a:ext cx="3242354" cy="2342989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400" cap="none" baseline="0">
                <a:solidFill>
                  <a:schemeClr val="tx1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/>
              <a:t>Speaking session 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539B0886-898F-8026-441D-8D625EBCF4C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473235" y="5501505"/>
            <a:ext cx="3242354" cy="937396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cap="none" baseline="0">
                <a:solidFill>
                  <a:schemeClr val="bg2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/>
              <a:t>Mona Lisa, GitHub</a:t>
            </a:r>
          </a:p>
          <a:p>
            <a:pPr lvl="0"/>
            <a:r>
              <a:rPr lang="en-US"/>
              <a:t>Mona Lisa, GitHub</a:t>
            </a:r>
          </a:p>
          <a:p>
            <a:pPr lvl="0"/>
            <a:r>
              <a:rPr lang="en-US"/>
              <a:t>Mona Lisa, GitHub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149C7E-58C1-7FC5-CE18-5BB25441E5E0}"/>
              </a:ext>
            </a:extLst>
          </p:cNvPr>
          <p:cNvSpPr txBox="1"/>
          <p:nvPr userDrawn="1"/>
        </p:nvSpPr>
        <p:spPr>
          <a:xfrm>
            <a:off x="379413" y="5078450"/>
            <a:ext cx="3241760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2000" cap="none" baseline="0">
                <a:solidFill>
                  <a:schemeClr val="tx1"/>
                </a:solidFill>
                <a:latin typeface="+mj-lt"/>
                <a:cs typeface="Mona Sans Mono" pitchFamily="2" charset="77"/>
              </a:rPr>
              <a:t>Speakers</a:t>
            </a:r>
            <a:endParaRPr lang="en-US" sz="1400" cap="none" baseline="0">
              <a:solidFill>
                <a:schemeClr val="bg2"/>
              </a:solidFill>
              <a:latin typeface="+mj-lt"/>
              <a:cs typeface="Mona Sans Mono" pitchFamily="2" charset="77"/>
            </a:endParaRP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0C818F45-CF9D-D8B8-6846-05242F59920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01035" y="1960223"/>
            <a:ext cx="3242354" cy="222164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4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Month XX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9E4BE7F6-4C8B-1E7B-DF5F-E204B3B1EFF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09223" y="2282741"/>
            <a:ext cx="3242354" cy="222164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4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00:00 pt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692C9990-FDCA-B688-5094-2C534B47B6E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01035" y="2620183"/>
            <a:ext cx="3242354" cy="2342989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400" cap="none" baseline="0">
                <a:solidFill>
                  <a:schemeClr val="tx1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/>
              <a:t>Speaking session title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778E96A0-C17D-41F8-DEDA-1C248B7B18B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97555" y="5501505"/>
            <a:ext cx="3242354" cy="937396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cap="none" baseline="0">
                <a:solidFill>
                  <a:schemeClr val="bg2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/>
              <a:t>Mona Lisa, GitHub</a:t>
            </a:r>
          </a:p>
          <a:p>
            <a:pPr lvl="0"/>
            <a:r>
              <a:rPr lang="en-US"/>
              <a:t>Mona Lisa, GitHub</a:t>
            </a:r>
          </a:p>
          <a:p>
            <a:pPr lvl="0"/>
            <a:r>
              <a:rPr lang="en-US"/>
              <a:t>Mona Lisa, GitHub</a:t>
            </a:r>
          </a:p>
        </p:txBody>
      </p:sp>
    </p:spTree>
    <p:extLst>
      <p:ext uri="{BB962C8B-B14F-4D97-AF65-F5344CB8AC3E}">
        <p14:creationId xmlns:p14="http://schemas.microsoft.com/office/powerpoint/2010/main" val="72989086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coming session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9F4A39-98B8-B98A-33F3-85772D3F089E}"/>
              </a:ext>
            </a:extLst>
          </p:cNvPr>
          <p:cNvSpPr/>
          <p:nvPr userDrawn="1"/>
        </p:nvSpPr>
        <p:spPr>
          <a:xfrm>
            <a:off x="-64" y="1624745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8F1A4861-CBF5-7449-3B84-8E5586BE2B9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1037" y="261001"/>
            <a:ext cx="11416564" cy="44855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Upcoming session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2FAA8E3D-6CBA-40BF-99B3-D539E4FB389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1036" y="789644"/>
            <a:ext cx="11416565" cy="520339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40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What’s next?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FBB665-2A1C-96EB-817A-8C86B6141015}"/>
              </a:ext>
            </a:extLst>
          </p:cNvPr>
          <p:cNvSpPr/>
          <p:nvPr userDrawn="1"/>
        </p:nvSpPr>
        <p:spPr>
          <a:xfrm rot="16200000">
            <a:off x="3486928" y="4245944"/>
            <a:ext cx="5214968" cy="9144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ECDC9D-A9C5-EA5D-2991-4927CAB981B1}"/>
              </a:ext>
            </a:extLst>
          </p:cNvPr>
          <p:cNvSpPr txBox="1"/>
          <p:nvPr userDrawn="1"/>
        </p:nvSpPr>
        <p:spPr>
          <a:xfrm>
            <a:off x="6499720" y="5078450"/>
            <a:ext cx="5287398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2000" cap="none" baseline="0">
                <a:solidFill>
                  <a:schemeClr val="tx1"/>
                </a:solidFill>
                <a:latin typeface="+mj-lt"/>
                <a:cs typeface="Mona Sans Mono" pitchFamily="2" charset="77"/>
              </a:rPr>
              <a:t>Speakers</a:t>
            </a:r>
            <a:endParaRPr lang="en-US" sz="1400" cap="none" baseline="0">
              <a:solidFill>
                <a:schemeClr val="bg2"/>
              </a:solidFill>
              <a:latin typeface="+mj-lt"/>
              <a:cs typeface="Mona Sans Mono" pitchFamily="2" charset="77"/>
            </a:endParaRP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BE209C3E-CBA2-4388-7354-C401E752170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499422" y="1960223"/>
            <a:ext cx="5288367" cy="222164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4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Month XX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7AA8C722-C38B-3C51-FF92-AD22CFCB07B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499422" y="2282741"/>
            <a:ext cx="5288367" cy="222164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4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00:00 pt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54CE6C2E-1F68-FD06-81FC-BAD12AA8A07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499422" y="2620183"/>
            <a:ext cx="5288367" cy="2342989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400" cap="none" baseline="0">
                <a:solidFill>
                  <a:schemeClr val="tx1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/>
              <a:t>Speaking session 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539B0886-898F-8026-441D-8D625EBCF4C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99422" y="5501505"/>
            <a:ext cx="5288367" cy="937396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cap="none" baseline="0">
                <a:solidFill>
                  <a:schemeClr val="bg2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/>
              <a:t>Mona Lisa, GitHub</a:t>
            </a:r>
          </a:p>
          <a:p>
            <a:pPr lvl="0"/>
            <a:r>
              <a:rPr lang="en-US"/>
              <a:t>Mona Lisa, GitHub</a:t>
            </a:r>
          </a:p>
          <a:p>
            <a:pPr lvl="0"/>
            <a:r>
              <a:rPr lang="en-US"/>
              <a:t>Mona Lisa, GitHub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149C7E-58C1-7FC5-CE18-5BB25441E5E0}"/>
              </a:ext>
            </a:extLst>
          </p:cNvPr>
          <p:cNvSpPr txBox="1"/>
          <p:nvPr userDrawn="1"/>
        </p:nvSpPr>
        <p:spPr>
          <a:xfrm>
            <a:off x="379412" y="5078450"/>
            <a:ext cx="528709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2000" cap="none" baseline="0">
                <a:solidFill>
                  <a:schemeClr val="tx1"/>
                </a:solidFill>
                <a:latin typeface="+mj-lt"/>
                <a:cs typeface="Mona Sans Mono" pitchFamily="2" charset="77"/>
              </a:rPr>
              <a:t>Speakers</a:t>
            </a:r>
            <a:endParaRPr lang="en-US" sz="1400" cap="none" baseline="0">
              <a:solidFill>
                <a:schemeClr val="bg2"/>
              </a:solidFill>
              <a:latin typeface="+mj-lt"/>
              <a:cs typeface="Mona Sans Mono" pitchFamily="2" charset="77"/>
            </a:endParaRP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0C818F45-CF9D-D8B8-6846-05242F59920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01035" y="1960223"/>
            <a:ext cx="5288068" cy="222164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4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Month XX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9E4BE7F6-4C8B-1E7B-DF5F-E204B3B1EFF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09223" y="2282741"/>
            <a:ext cx="5288068" cy="222164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4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00:00 pt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692C9990-FDCA-B688-5094-2C534B47B6E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01035" y="2620183"/>
            <a:ext cx="5288068" cy="2342989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400" cap="none" baseline="0">
                <a:solidFill>
                  <a:schemeClr val="tx1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/>
              <a:t>Speaking session title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778E96A0-C17D-41F8-DEDA-1C248B7B18B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97555" y="5501505"/>
            <a:ext cx="5288068" cy="937396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cap="none" baseline="0">
                <a:solidFill>
                  <a:schemeClr val="bg2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/>
              <a:t>Mona Lisa, GitHub</a:t>
            </a:r>
          </a:p>
          <a:p>
            <a:pPr lvl="0"/>
            <a:r>
              <a:rPr lang="en-US"/>
              <a:t>Mona Lisa, GitHub</a:t>
            </a:r>
          </a:p>
          <a:p>
            <a:pPr lvl="0"/>
            <a:r>
              <a:rPr lang="en-US"/>
              <a:t>Mona Lisa, GitHub</a:t>
            </a:r>
          </a:p>
        </p:txBody>
      </p:sp>
    </p:spTree>
    <p:extLst>
      <p:ext uri="{BB962C8B-B14F-4D97-AF65-F5344CB8AC3E}">
        <p14:creationId xmlns:p14="http://schemas.microsoft.com/office/powerpoint/2010/main" val="3561504061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coming sessions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9F4A39-98B8-B98A-33F3-85772D3F089E}"/>
              </a:ext>
            </a:extLst>
          </p:cNvPr>
          <p:cNvSpPr/>
          <p:nvPr userDrawn="1"/>
        </p:nvSpPr>
        <p:spPr>
          <a:xfrm rot="5400000">
            <a:off x="368617" y="3419856"/>
            <a:ext cx="685800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8F1A4861-CBF5-7449-3B84-8E5586BE2B9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1038" y="261001"/>
            <a:ext cx="2984888" cy="44855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Upcoming session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2FAA8E3D-6CBA-40BF-99B3-D539E4FB389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1036" y="789644"/>
            <a:ext cx="2984889" cy="520339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40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What’s next?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149C7E-58C1-7FC5-CE18-5BB25441E5E0}"/>
              </a:ext>
            </a:extLst>
          </p:cNvPr>
          <p:cNvSpPr txBox="1"/>
          <p:nvPr userDrawn="1"/>
        </p:nvSpPr>
        <p:spPr>
          <a:xfrm>
            <a:off x="4209098" y="5078450"/>
            <a:ext cx="7577303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2000" cap="none" baseline="0">
                <a:solidFill>
                  <a:schemeClr val="tx1"/>
                </a:solidFill>
                <a:latin typeface="+mj-lt"/>
                <a:cs typeface="Mona Sans Mono" pitchFamily="2" charset="77"/>
              </a:rPr>
              <a:t>Speakers</a:t>
            </a:r>
            <a:endParaRPr lang="en-US" sz="1400" cap="none" baseline="0">
              <a:solidFill>
                <a:schemeClr val="bg2"/>
              </a:solidFill>
              <a:latin typeface="+mj-lt"/>
              <a:cs typeface="Mona Sans Mono" pitchFamily="2" charset="77"/>
            </a:endParaRP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0C818F45-CF9D-D8B8-6846-05242F59920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230721" y="419100"/>
            <a:ext cx="7578692" cy="222164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4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Month XX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9E4BE7F6-4C8B-1E7B-DF5F-E204B3B1EFF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238909" y="741618"/>
            <a:ext cx="7578692" cy="222164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4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00:00 pt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692C9990-FDCA-B688-5094-2C534B47B6E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230721" y="1106213"/>
            <a:ext cx="7578692" cy="3856959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400" cap="none" baseline="0">
                <a:solidFill>
                  <a:schemeClr val="tx1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/>
              <a:t>Speaking session title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778E96A0-C17D-41F8-DEDA-1C248B7B18B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227241" y="5501505"/>
            <a:ext cx="7578692" cy="937396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cap="none" baseline="0">
                <a:solidFill>
                  <a:schemeClr val="bg2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/>
              <a:t>Mona Lisa, GitHub</a:t>
            </a:r>
          </a:p>
          <a:p>
            <a:pPr lvl="0"/>
            <a:r>
              <a:rPr lang="en-US"/>
              <a:t>Mona Lisa, GitHub</a:t>
            </a:r>
          </a:p>
          <a:p>
            <a:pPr lvl="0"/>
            <a:r>
              <a:rPr lang="en-US"/>
              <a:t>Mona Lisa, GitHub</a:t>
            </a:r>
          </a:p>
        </p:txBody>
      </p:sp>
    </p:spTree>
    <p:extLst>
      <p:ext uri="{BB962C8B-B14F-4D97-AF65-F5344CB8AC3E}">
        <p14:creationId xmlns:p14="http://schemas.microsoft.com/office/powerpoint/2010/main" val="2329629196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5409BE0-34A8-CF07-CA53-CB48BE2F633D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DB64E7-AFB5-6828-FD1B-8B2FCD40DFAE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5094258-4B63-C0D4-8BB5-813D2F09B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7B092491-412C-FCE6-7BE8-A2C83F3401E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10061591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entire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1667871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633110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Subtit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934219-9B18-8925-0B79-BF8DB5FD4165}"/>
              </a:ext>
            </a:extLst>
          </p:cNvPr>
          <p:cNvSpPr txBox="1"/>
          <p:nvPr/>
        </p:nvSpPr>
        <p:spPr>
          <a:xfrm>
            <a:off x="9353835" y="-1045029"/>
            <a:ext cx="184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799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51F7D6A9-0B03-B598-268C-7410B09FF4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0248" y="5159830"/>
            <a:ext cx="10816015" cy="990019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1799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Subtitle information here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B8BD3C84-FADE-BF52-5760-D3D87F6A37D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0248" y="708152"/>
            <a:ext cx="10816014" cy="3693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Consolas" panose="02000009000000000000" pitchFamily="49" charset="77"/>
                <a:cs typeface="Arial" panose="020B0604020202020204" pitchFamily="34" charset="0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EF8970-F0DD-E62A-43D3-7E11393071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248" y="1273358"/>
            <a:ext cx="10816015" cy="3217000"/>
          </a:xfrm>
        </p:spPr>
        <p:txBody>
          <a:bodyPr anchor="t">
            <a:noAutofit/>
          </a:bodyPr>
          <a:lstStyle>
            <a:lvl1pPr algn="l">
              <a:defRPr sz="4799"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Title should be less than ten words</a:t>
            </a:r>
          </a:p>
        </p:txBody>
      </p:sp>
    </p:spTree>
    <p:extLst>
      <p:ext uri="{BB962C8B-B14F-4D97-AF65-F5344CB8AC3E}">
        <p14:creationId xmlns:p14="http://schemas.microsoft.com/office/powerpoint/2010/main" val="4184084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 slide_1 feature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00204856-CD24-8057-1203-7141F8F20A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963" r="24963"/>
          <a:stretch/>
        </p:blipFill>
        <p:spPr>
          <a:xfrm>
            <a:off x="0" y="0"/>
            <a:ext cx="6103556" cy="6856284"/>
          </a:xfrm>
          <a:prstGeom prst="rect">
            <a:avLst/>
          </a:prstGeom>
        </p:spPr>
      </p:pic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03AF28A6-B070-B885-F8CA-0E00F2B98D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00814" y="4876636"/>
            <a:ext cx="5290749" cy="156412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2000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Supporting text if applicable. Keep it short and sweet.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656DB74B-7768-E4E4-612D-C65C931648C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00815" y="1551887"/>
            <a:ext cx="5280812" cy="290751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40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A value prop in sentence case that is 12 words or less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CE0F08-0F7F-10BB-C56C-0AD80081B6D0}"/>
              </a:ext>
            </a:extLst>
          </p:cNvPr>
          <p:cNvSpPr/>
          <p:nvPr userDrawn="1"/>
        </p:nvSpPr>
        <p:spPr>
          <a:xfrm rot="16200000">
            <a:off x="2665412" y="3419856"/>
            <a:ext cx="685800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35B85DC-1FB8-AD01-19A0-1DA3AD067C2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-527302" y="749299"/>
            <a:ext cx="6183566" cy="6428741"/>
          </a:xfrm>
          <a:prstGeom prst="roundRect">
            <a:avLst>
              <a:gd name="adj" fmla="val 2672"/>
            </a:avLst>
          </a:prstGeom>
          <a:solidFill>
            <a:schemeClr val="tx2"/>
          </a:solidFill>
          <a:ln>
            <a:noFill/>
          </a:ln>
        </p:spPr>
        <p:txBody>
          <a:bodyPr/>
          <a:lstStyle>
            <a:lvl1pPr algn="r">
              <a:defRPr b="0" i="0">
                <a:latin typeface="Mona Sans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450D3DE2-2F7D-C9E3-5BF9-87FB945F6DB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95846" y="419100"/>
            <a:ext cx="5290750" cy="21851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Beta / Coming soon / GA / Q120XX</a:t>
            </a:r>
          </a:p>
        </p:txBody>
      </p:sp>
    </p:spTree>
    <p:extLst>
      <p:ext uri="{BB962C8B-B14F-4D97-AF65-F5344CB8AC3E}">
        <p14:creationId xmlns:p14="http://schemas.microsoft.com/office/powerpoint/2010/main" val="31288190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 slide_1 feature reversed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693D13-78EA-543E-5D41-5380F04BC0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963" r="24963"/>
          <a:stretch/>
        </p:blipFill>
        <p:spPr>
          <a:xfrm flipH="1">
            <a:off x="6085269" y="0"/>
            <a:ext cx="6103556" cy="6856284"/>
          </a:xfrm>
          <a:prstGeom prst="rect">
            <a:avLst/>
          </a:prstGeom>
        </p:spPr>
      </p:pic>
      <p:sp>
        <p:nvSpPr>
          <p:cNvPr id="6" name="Picture Placeholder 20">
            <a:extLst>
              <a:ext uri="{FF2B5EF4-FFF2-40B4-BE49-F238E27FC236}">
                <a16:creationId xmlns:a16="http://schemas.microsoft.com/office/drawing/2014/main" id="{34BCE49D-7D4A-5959-6369-52812BF74BF1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532559" y="749299"/>
            <a:ext cx="6183566" cy="6428741"/>
          </a:xfrm>
          <a:prstGeom prst="roundRect">
            <a:avLst>
              <a:gd name="adj" fmla="val 2672"/>
            </a:avLst>
          </a:prstGeom>
          <a:solidFill>
            <a:schemeClr val="tx2"/>
          </a:solidFill>
          <a:ln>
            <a:noFill/>
          </a:ln>
        </p:spPr>
        <p:txBody>
          <a:bodyPr/>
          <a:lstStyle>
            <a:lvl1pPr>
              <a:defRPr b="0" i="0">
                <a:latin typeface="Mona Sans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CE0F08-0F7F-10BB-C56C-0AD80081B6D0}"/>
              </a:ext>
            </a:extLst>
          </p:cNvPr>
          <p:cNvSpPr/>
          <p:nvPr userDrawn="1"/>
        </p:nvSpPr>
        <p:spPr>
          <a:xfrm rot="16200000">
            <a:off x="2665412" y="3419856"/>
            <a:ext cx="685800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089D5335-C96D-E95B-16A0-68F5003BB8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97194" y="4876636"/>
            <a:ext cx="5290749" cy="156412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2000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Supporting text if applicable. Keep it short and sweet.</a:t>
            </a:r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0BC0037D-0E70-A251-C6EC-E449B4C409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97195" y="419100"/>
            <a:ext cx="5290750" cy="21851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Beta / Coming soon / GA / Q120XX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78C13ED2-5FA6-0091-83DA-9EB1C3D51C3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7195" y="1551887"/>
            <a:ext cx="5280812" cy="290751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40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A value prop in sentence case that is 12 words or less</a:t>
            </a:r>
          </a:p>
        </p:txBody>
      </p:sp>
    </p:spTree>
    <p:extLst>
      <p:ext uri="{BB962C8B-B14F-4D97-AF65-F5344CB8AC3E}">
        <p14:creationId xmlns:p14="http://schemas.microsoft.com/office/powerpoint/2010/main" val="2392518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 slide_1 feature stacked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00204856-CD24-8057-1203-7141F8F20A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9154" b="19154"/>
          <a:stretch/>
        </p:blipFill>
        <p:spPr>
          <a:xfrm>
            <a:off x="-64" y="2627377"/>
            <a:ext cx="12188952" cy="4229732"/>
          </a:xfrm>
          <a:prstGeom prst="rect">
            <a:avLst/>
          </a:prstGeom>
        </p:spPr>
      </p:pic>
      <p:sp>
        <p:nvSpPr>
          <p:cNvPr id="6" name="Picture Placeholder 20">
            <a:extLst>
              <a:ext uri="{FF2B5EF4-FFF2-40B4-BE49-F238E27FC236}">
                <a16:creationId xmlns:a16="http://schemas.microsoft.com/office/drawing/2014/main" id="{34BCE49D-7D4A-5959-6369-52812BF74BF1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69620" y="3147472"/>
            <a:ext cx="10652760" cy="6428741"/>
          </a:xfrm>
          <a:prstGeom prst="roundRect">
            <a:avLst>
              <a:gd name="adj" fmla="val 2672"/>
            </a:avLst>
          </a:prstGeom>
          <a:solidFill>
            <a:schemeClr val="tx2"/>
          </a:solidFill>
          <a:ln>
            <a:noFill/>
          </a:ln>
        </p:spPr>
        <p:txBody>
          <a:bodyPr/>
          <a:lstStyle>
            <a:lvl1pPr algn="ctr">
              <a:defRPr b="0" i="0">
                <a:latin typeface="Mona Sans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CE0F08-0F7F-10BB-C56C-0AD80081B6D0}"/>
              </a:ext>
            </a:extLst>
          </p:cNvPr>
          <p:cNvSpPr/>
          <p:nvPr userDrawn="1"/>
        </p:nvSpPr>
        <p:spPr>
          <a:xfrm>
            <a:off x="-64" y="2627376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0BC0037D-0E70-A251-C6EC-E449B4C409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49037" y="192962"/>
            <a:ext cx="5290750" cy="44855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Beta / Coming soon / GA / Q120XX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78C13ED2-5FA6-0091-83DA-9EB1C3D51C3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336166" y="1185900"/>
            <a:ext cx="7516494" cy="1226592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A value prop in sentence case that is 12 words or less</a:t>
            </a:r>
          </a:p>
        </p:txBody>
      </p:sp>
    </p:spTree>
    <p:extLst>
      <p:ext uri="{BB962C8B-B14F-4D97-AF65-F5344CB8AC3E}">
        <p14:creationId xmlns:p14="http://schemas.microsoft.com/office/powerpoint/2010/main" val="41161845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 slide_1 feature stacked reversed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00204856-CD24-8057-1203-7141F8F20A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9154" b="19154"/>
          <a:stretch/>
        </p:blipFill>
        <p:spPr>
          <a:xfrm>
            <a:off x="-64" y="0"/>
            <a:ext cx="12188952" cy="42297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E0F08-0F7F-10BB-C56C-0AD80081B6D0}"/>
              </a:ext>
            </a:extLst>
          </p:cNvPr>
          <p:cNvSpPr/>
          <p:nvPr userDrawn="1"/>
        </p:nvSpPr>
        <p:spPr>
          <a:xfrm>
            <a:off x="-64" y="4228208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0BC0037D-0E70-A251-C6EC-E449B4C409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49037" y="4447970"/>
            <a:ext cx="5290750" cy="44855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Beta / Coming soon / GA / Q120XX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78C13ED2-5FA6-0091-83DA-9EB1C3D51C3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336166" y="5440908"/>
            <a:ext cx="7516494" cy="1226592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A value prop in sentence case that is 12 words or less</a:t>
            </a:r>
          </a:p>
        </p:txBody>
      </p:sp>
      <p:sp>
        <p:nvSpPr>
          <p:cNvPr id="4" name="Picture Placeholder 20">
            <a:extLst>
              <a:ext uri="{FF2B5EF4-FFF2-40B4-BE49-F238E27FC236}">
                <a16:creationId xmlns:a16="http://schemas.microsoft.com/office/drawing/2014/main" id="{AA4053AD-75A3-1E16-C45D-A4D99AFA25F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68032" y="-2714121"/>
            <a:ext cx="10652760" cy="6428741"/>
          </a:xfrm>
          <a:prstGeom prst="roundRect">
            <a:avLst>
              <a:gd name="adj" fmla="val 2672"/>
            </a:avLst>
          </a:prstGeom>
          <a:solidFill>
            <a:schemeClr val="tx2"/>
          </a:solidFill>
          <a:ln>
            <a:noFill/>
          </a:ln>
        </p:spPr>
        <p:txBody>
          <a:bodyPr anchor="b"/>
          <a:lstStyle>
            <a:lvl1pPr algn="ctr">
              <a:defRPr b="0" i="0">
                <a:latin typeface="Mona Sans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595937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 slide_2 features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2D64B8-34E1-4937-25FE-406F84EDC8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721" r="18721"/>
          <a:stretch/>
        </p:blipFill>
        <p:spPr>
          <a:xfrm>
            <a:off x="4050340" y="-4695"/>
            <a:ext cx="4064544" cy="365467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4" name="Picture Placeholder 17">
            <a:extLst>
              <a:ext uri="{FF2B5EF4-FFF2-40B4-BE49-F238E27FC236}">
                <a16:creationId xmlns:a16="http://schemas.microsoft.com/office/drawing/2014/main" id="{AE72DC64-3427-AFC6-843B-C22989B5E75E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043599" y="0"/>
            <a:ext cx="4069080" cy="36576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b"/>
          <a:lstStyle>
            <a:lvl1pPr algn="ctr">
              <a:defRPr sz="1200">
                <a:latin typeface="Mona Sans" pitchFamily="2" charset="77"/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 err="1"/>
              <a:t>png</a:t>
            </a:r>
            <a:r>
              <a:rPr lang="en-US"/>
              <a:t> screenshot of UIC</a:t>
            </a:r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A92CA3AF-B2EB-3185-F18B-A668DC3EAA8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8131" y="301752"/>
            <a:ext cx="3215719" cy="41514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9B274079-B7C8-86A7-F089-E3FEB12032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56018" y="4103094"/>
            <a:ext cx="3656389" cy="45720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24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New feature/tool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6D7792B5-B94C-2AB1-FA51-FFF827B09E0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56019" y="5840339"/>
            <a:ext cx="3656388" cy="6004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Mona Sans" pitchFamily="2" charset="77"/>
                <a:cs typeface="Mona Sans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8A38638D-9B3C-6593-76D6-29FA9106172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256019" y="3856809"/>
            <a:ext cx="3656388" cy="22853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Beta / Coming soon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3BDF527A-805F-6A5C-6909-613A0CCB78E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131" y="4876636"/>
            <a:ext cx="3215719" cy="156412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800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Supporting text if applicable. Keep it short and sweet.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BFFA00-0090-743F-31E3-B414931685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8720" r="18720"/>
          <a:stretch/>
        </p:blipFill>
        <p:spPr>
          <a:xfrm flipH="1">
            <a:off x="8124156" y="0"/>
            <a:ext cx="4064669" cy="365467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527AE50-1001-CF95-24AB-048A0B32CA1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24606" y="4103094"/>
            <a:ext cx="3675307" cy="45720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24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New feature/tool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A3E129A8-D1A6-079E-E3A8-918C1C1541D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24607" y="5840339"/>
            <a:ext cx="3675306" cy="6004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Mona Sans" pitchFamily="2" charset="77"/>
                <a:cs typeface="Mona Sans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1B428CA3-4C5F-B04A-F35D-C687AF6E728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24607" y="3856809"/>
            <a:ext cx="3675306" cy="22853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Beta / Coming soon</a:t>
            </a:r>
          </a:p>
        </p:txBody>
      </p:sp>
      <p:sp>
        <p:nvSpPr>
          <p:cNvPr id="31" name="Picture Placeholder 17">
            <a:extLst>
              <a:ext uri="{FF2B5EF4-FFF2-40B4-BE49-F238E27FC236}">
                <a16:creationId xmlns:a16="http://schemas.microsoft.com/office/drawing/2014/main" id="{E46D96F4-1674-24FD-1942-9EEC6A304D4D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119745" y="0"/>
            <a:ext cx="4069080" cy="36576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b"/>
          <a:lstStyle>
            <a:lvl1pPr algn="ctr">
              <a:defRPr sz="1200">
                <a:latin typeface="Mona Sans" pitchFamily="2" charset="77"/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 err="1"/>
              <a:t>png</a:t>
            </a:r>
            <a:r>
              <a:rPr lang="en-US"/>
              <a:t> screenshot of UIC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CFED61-0236-6830-E78A-899470D8F08B}"/>
              </a:ext>
            </a:extLst>
          </p:cNvPr>
          <p:cNvSpPr/>
          <p:nvPr userDrawn="1"/>
        </p:nvSpPr>
        <p:spPr>
          <a:xfrm rot="16200000">
            <a:off x="612195" y="3419856"/>
            <a:ext cx="685800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312473-7A6A-2787-D94B-D07AC44EC650}"/>
              </a:ext>
            </a:extLst>
          </p:cNvPr>
          <p:cNvSpPr/>
          <p:nvPr userDrawn="1"/>
        </p:nvSpPr>
        <p:spPr>
          <a:xfrm rot="16200000">
            <a:off x="4690583" y="3424428"/>
            <a:ext cx="6858000" cy="9144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3EEB1FF-C2B7-8EB1-4744-72463444379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18131" y="820123"/>
            <a:ext cx="3215719" cy="3953764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>
                <a:latin typeface="+mj-lt"/>
              </a:defRPr>
            </a:lvl1pPr>
          </a:lstStyle>
          <a:p>
            <a:pPr lvl="0"/>
            <a:r>
              <a:rPr lang="en-US"/>
              <a:t>A value prop    in sentence case that is 12 words or less</a:t>
            </a:r>
          </a:p>
        </p:txBody>
      </p:sp>
    </p:spTree>
    <p:extLst>
      <p:ext uri="{BB962C8B-B14F-4D97-AF65-F5344CB8AC3E}">
        <p14:creationId xmlns:p14="http://schemas.microsoft.com/office/powerpoint/2010/main" val="27281581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 slide_3 features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E0847312-12CA-8F39-AA6F-6ADB6D54C2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062" r="11062"/>
          <a:stretch/>
        </p:blipFill>
        <p:spPr>
          <a:xfrm>
            <a:off x="0" y="1643033"/>
            <a:ext cx="4051542" cy="292640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D86813C-723F-2AAB-C542-CA738940D3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0734" r="10734"/>
          <a:stretch/>
        </p:blipFill>
        <p:spPr>
          <a:xfrm>
            <a:off x="4051605" y="1643033"/>
            <a:ext cx="4085614" cy="292640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AD17D1C-96CB-E045-494D-28BE8A143F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111" r="11111"/>
          <a:stretch/>
        </p:blipFill>
        <p:spPr>
          <a:xfrm>
            <a:off x="8142459" y="1643033"/>
            <a:ext cx="4046366" cy="292640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18D77D3-DF7D-EE7C-7AE3-D2BF0934CB3F}"/>
              </a:ext>
            </a:extLst>
          </p:cNvPr>
          <p:cNvSpPr/>
          <p:nvPr userDrawn="1"/>
        </p:nvSpPr>
        <p:spPr>
          <a:xfrm>
            <a:off x="-64" y="1624745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DAE2A4A7-43BA-83E1-35C9-AF7736C4A39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1037" y="261001"/>
            <a:ext cx="11408376" cy="44855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8583063B-551E-0136-37C6-776A6A57B3E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1036" y="789644"/>
            <a:ext cx="11408377" cy="520339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40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Title should be 10 words or less</a:t>
            </a:r>
          </a:p>
        </p:txBody>
      </p:sp>
      <p:sp>
        <p:nvSpPr>
          <p:cNvPr id="27" name="Picture Placeholder 17">
            <a:extLst>
              <a:ext uri="{FF2B5EF4-FFF2-40B4-BE49-F238E27FC236}">
                <a16:creationId xmlns:a16="http://schemas.microsoft.com/office/drawing/2014/main" id="{86A42130-1691-8EF0-A132-4D8D89F0B4D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0" y="1660782"/>
            <a:ext cx="4051542" cy="292640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b"/>
          <a:lstStyle>
            <a:lvl1pPr algn="ctr">
              <a:defRPr sz="1200">
                <a:latin typeface="Mona Sans" pitchFamily="2" charset="77"/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 err="1"/>
              <a:t>png</a:t>
            </a:r>
            <a:r>
              <a:rPr lang="en-US"/>
              <a:t> screenshot of UIC</a:t>
            </a:r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76BED89-B97F-616B-3513-F2A30485F93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0425" y="4986367"/>
            <a:ext cx="3258482" cy="45720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24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New feature/tool</a:t>
            </a:r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A7D7130F-501F-F3C1-83F6-1673E21F39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0425" y="6066121"/>
            <a:ext cx="3258481" cy="6004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Mona Sans" pitchFamily="2" charset="77"/>
                <a:cs typeface="Mona Sans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FE5D7148-4C97-DED7-8FA3-92FE8019279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00425" y="4740082"/>
            <a:ext cx="3258481" cy="22853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Beta / Coming soon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DE3714C-57B5-8211-2899-D6A9F0EDAECD}"/>
              </a:ext>
            </a:extLst>
          </p:cNvPr>
          <p:cNvSpPr/>
          <p:nvPr userDrawn="1"/>
        </p:nvSpPr>
        <p:spPr>
          <a:xfrm rot="16200000">
            <a:off x="5519924" y="4245944"/>
            <a:ext cx="5214968" cy="9144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BF0C1D3-CFBC-CD01-B646-A888B1B50BA4}"/>
              </a:ext>
            </a:extLst>
          </p:cNvPr>
          <p:cNvSpPr/>
          <p:nvPr userDrawn="1"/>
        </p:nvSpPr>
        <p:spPr>
          <a:xfrm rot="16200000">
            <a:off x="1453934" y="4245944"/>
            <a:ext cx="5214968" cy="9144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Placeholder 23">
            <a:extLst>
              <a:ext uri="{FF2B5EF4-FFF2-40B4-BE49-F238E27FC236}">
                <a16:creationId xmlns:a16="http://schemas.microsoft.com/office/drawing/2014/main" id="{848A06DA-8380-2B7D-6D53-21015887557C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465171" y="4986367"/>
            <a:ext cx="3258482" cy="45720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24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New feature/tool</a:t>
            </a:r>
          </a:p>
        </p:txBody>
      </p:sp>
      <p:sp>
        <p:nvSpPr>
          <p:cNvPr id="37" name="Text Placeholder 23">
            <a:extLst>
              <a:ext uri="{FF2B5EF4-FFF2-40B4-BE49-F238E27FC236}">
                <a16:creationId xmlns:a16="http://schemas.microsoft.com/office/drawing/2014/main" id="{E497D4C9-705A-6337-6475-7829FA30697F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465172" y="6066121"/>
            <a:ext cx="3258481" cy="6004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Mona Sans" pitchFamily="2" charset="77"/>
                <a:cs typeface="Mona Sans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38" name="Text Placeholder 23">
            <a:extLst>
              <a:ext uri="{FF2B5EF4-FFF2-40B4-BE49-F238E27FC236}">
                <a16:creationId xmlns:a16="http://schemas.microsoft.com/office/drawing/2014/main" id="{CBEF5523-1A00-D786-4BAF-5534913A506F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465172" y="4740082"/>
            <a:ext cx="3258481" cy="22853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Beta / Coming soon</a:t>
            </a:r>
          </a:p>
        </p:txBody>
      </p:sp>
      <p:sp>
        <p:nvSpPr>
          <p:cNvPr id="39" name="Text Placeholder 23">
            <a:extLst>
              <a:ext uri="{FF2B5EF4-FFF2-40B4-BE49-F238E27FC236}">
                <a16:creationId xmlns:a16="http://schemas.microsoft.com/office/drawing/2014/main" id="{D9035FCD-D750-E381-696D-0B5A31A10FC6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8517729" y="4986367"/>
            <a:ext cx="3258482" cy="45720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24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New feature/tool</a:t>
            </a:r>
          </a:p>
        </p:txBody>
      </p:sp>
      <p:sp>
        <p:nvSpPr>
          <p:cNvPr id="40" name="Text Placeholder 23">
            <a:extLst>
              <a:ext uri="{FF2B5EF4-FFF2-40B4-BE49-F238E27FC236}">
                <a16:creationId xmlns:a16="http://schemas.microsoft.com/office/drawing/2014/main" id="{21603BFE-F5E6-B35A-67AD-751CACD1074F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8517729" y="6066121"/>
            <a:ext cx="3258481" cy="6004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Mona Sans" pitchFamily="2" charset="77"/>
                <a:cs typeface="Mona Sans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41" name="Text Placeholder 23">
            <a:extLst>
              <a:ext uri="{FF2B5EF4-FFF2-40B4-BE49-F238E27FC236}">
                <a16:creationId xmlns:a16="http://schemas.microsoft.com/office/drawing/2014/main" id="{158A3786-2B9F-95F3-C340-FB8C9993E4F9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8517729" y="4740082"/>
            <a:ext cx="3258481" cy="22853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Beta / Coming soon</a:t>
            </a:r>
          </a:p>
        </p:txBody>
      </p:sp>
      <p:sp>
        <p:nvSpPr>
          <p:cNvPr id="45" name="Picture Placeholder 17">
            <a:extLst>
              <a:ext uri="{FF2B5EF4-FFF2-40B4-BE49-F238E27FC236}">
                <a16:creationId xmlns:a16="http://schemas.microsoft.com/office/drawing/2014/main" id="{5063B618-0C13-D8CA-44DA-A033A973C943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4068641" y="1660782"/>
            <a:ext cx="4051542" cy="292640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b"/>
          <a:lstStyle>
            <a:lvl1pPr algn="ctr">
              <a:defRPr sz="1200">
                <a:latin typeface="Mona Sans" pitchFamily="2" charset="77"/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 err="1"/>
              <a:t>png</a:t>
            </a:r>
            <a:r>
              <a:rPr lang="en-US"/>
              <a:t> screenshot of UIC</a:t>
            </a:r>
          </a:p>
        </p:txBody>
      </p:sp>
      <p:sp>
        <p:nvSpPr>
          <p:cNvPr id="46" name="Picture Placeholder 17">
            <a:extLst>
              <a:ext uri="{FF2B5EF4-FFF2-40B4-BE49-F238E27FC236}">
                <a16:creationId xmlns:a16="http://schemas.microsoft.com/office/drawing/2014/main" id="{DF4BCA15-A215-2C5F-489F-16459C45286A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137283" y="1660782"/>
            <a:ext cx="4051542" cy="292640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b"/>
          <a:lstStyle>
            <a:lvl1pPr algn="ctr">
              <a:defRPr sz="1200">
                <a:latin typeface="Mona Sans" pitchFamily="2" charset="77"/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 err="1"/>
              <a:t>png</a:t>
            </a:r>
            <a:r>
              <a:rPr lang="en-US"/>
              <a:t> screenshot of UIC</a:t>
            </a:r>
          </a:p>
        </p:txBody>
      </p:sp>
    </p:spTree>
    <p:extLst>
      <p:ext uri="{BB962C8B-B14F-4D97-AF65-F5344CB8AC3E}">
        <p14:creationId xmlns:p14="http://schemas.microsoft.com/office/powerpoint/2010/main" val="40526327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rowser Screenshot 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91EEA8B-4B1D-FB7B-5953-CF97D709856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7327" y="5013"/>
            <a:ext cx="12174172" cy="6847971"/>
          </a:xfrm>
          <a:prstGeom prst="rect">
            <a:avLst/>
          </a:prstGeom>
        </p:spPr>
      </p:pic>
      <p:sp>
        <p:nvSpPr>
          <p:cNvPr id="5" name="Picture Placeholder 17">
            <a:extLst>
              <a:ext uri="{FF2B5EF4-FFF2-40B4-BE49-F238E27FC236}">
                <a16:creationId xmlns:a16="http://schemas.microsoft.com/office/drawing/2014/main" id="{EE5952AD-1706-E99A-3B89-8B6604C0BBE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752143" y="1932318"/>
            <a:ext cx="8684537" cy="4925682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noFill/>
          </a:ln>
          <a:effectLst/>
        </p:spPr>
        <p:txBody>
          <a:bodyPr anchor="t"/>
          <a:lstStyle>
            <a:lvl1pPr algn="ctr">
              <a:defRPr sz="1200">
                <a:latin typeface="Mona Sans" pitchFamily="2" charset="77"/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screenshot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E4B8FCF-32DB-92F9-105A-65A529B3AF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2140" y="1456752"/>
            <a:ext cx="8684537" cy="493439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E8DAFA-5D7E-FDA5-5D4D-B247151A1F9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752138" y="359015"/>
            <a:ext cx="8684538" cy="96012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3600"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761584307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owser Screenshot 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91EEA8B-4B1D-FB7B-5953-CF97D709856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4131" y="5013"/>
            <a:ext cx="12174172" cy="684797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AF1FB9F9-1A4C-E103-F662-BE10F2DA48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2228" y="732752"/>
            <a:ext cx="9544369" cy="542293"/>
          </a:xfrm>
          <a:prstGeom prst="rect">
            <a:avLst/>
          </a:prstGeom>
        </p:spPr>
      </p:pic>
      <p:sp>
        <p:nvSpPr>
          <p:cNvPr id="5" name="Picture Placeholder 17">
            <a:extLst>
              <a:ext uri="{FF2B5EF4-FFF2-40B4-BE49-F238E27FC236}">
                <a16:creationId xmlns:a16="http://schemas.microsoft.com/office/drawing/2014/main" id="{15FD20A2-9433-89B4-060D-BC9AD071110B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5836" y="1296234"/>
            <a:ext cx="9550762" cy="5561766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noFill/>
          </a:ln>
          <a:effectLst/>
        </p:spPr>
        <p:txBody>
          <a:bodyPr anchor="t"/>
          <a:lstStyle>
            <a:lvl1pPr algn="ctr">
              <a:defRPr sz="1200">
                <a:latin typeface="Mona Sans" pitchFamily="2" charset="77"/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screenshot</a:t>
            </a:r>
          </a:p>
        </p:txBody>
      </p:sp>
    </p:spTree>
    <p:extLst>
      <p:ext uri="{BB962C8B-B14F-4D97-AF65-F5344CB8AC3E}">
        <p14:creationId xmlns:p14="http://schemas.microsoft.com/office/powerpoint/2010/main" val="1236581246"/>
      </p:ext>
    </p:extLst>
  </p:cSld>
  <p:clrMapOvr>
    <a:masterClrMapping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8FCC02-35AA-4595-1935-936DCBAB0B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0" y="893"/>
            <a:ext cx="12188824" cy="6856213"/>
          </a:xfrm>
          <a:prstGeom prst="rect">
            <a:avLst/>
          </a:prstGeom>
        </p:spPr>
      </p:pic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2698F75-2378-AEC5-21A8-BD3236C41CAA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477858" y="475384"/>
            <a:ext cx="11233110" cy="5907232"/>
          </a:xfrm>
          <a:prstGeom prst="roundRect">
            <a:avLst>
              <a:gd name="adj" fmla="val 2126"/>
            </a:avLst>
          </a:prstGeom>
          <a:solidFill>
            <a:schemeClr val="tx2"/>
          </a:solidFill>
          <a:ln>
            <a:solidFill>
              <a:schemeClr val="tx2"/>
            </a:solidFill>
          </a:ln>
          <a:effectLst/>
        </p:spPr>
        <p:txBody>
          <a:bodyPr anchor="t"/>
          <a:lstStyle>
            <a:lvl1pPr algn="ctr">
              <a:defRPr>
                <a:latin typeface="Mona Sans" pitchFamily="2" charset="77"/>
              </a:defRPr>
            </a:lvl1pPr>
          </a:lstStyle>
          <a:p>
            <a:r>
              <a:rPr lang="en-US"/>
              <a:t> Click to add demo</a:t>
            </a:r>
          </a:p>
        </p:txBody>
      </p:sp>
    </p:spTree>
    <p:extLst>
      <p:ext uri="{BB962C8B-B14F-4D97-AF65-F5344CB8AC3E}">
        <p14:creationId xmlns:p14="http://schemas.microsoft.com/office/powerpoint/2010/main" val="4684920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FCB5CF14-4ACC-C0C7-A4E6-F8682B0F74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10496" y="6801"/>
            <a:ext cx="12175155" cy="684852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2704E05-3017-F48B-EF25-894E448037B0}"/>
              </a:ext>
            </a:extLst>
          </p:cNvPr>
          <p:cNvGrpSpPr/>
          <p:nvPr userDrawn="1"/>
        </p:nvGrpSpPr>
        <p:grpSpPr>
          <a:xfrm>
            <a:off x="2626202" y="2690659"/>
            <a:ext cx="7000601" cy="1476686"/>
            <a:chOff x="3041202" y="2545895"/>
            <a:chExt cx="7002425" cy="147668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103879D-F49C-7DAE-7C4C-930B0BA1C09A}"/>
                </a:ext>
              </a:extLst>
            </p:cNvPr>
            <p:cNvSpPr txBox="1"/>
            <p:nvPr/>
          </p:nvSpPr>
          <p:spPr>
            <a:xfrm>
              <a:off x="4421886" y="2545895"/>
              <a:ext cx="5621741" cy="14766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sz="8996" b="0" i="0">
                  <a:latin typeface="Mona Sans Display" pitchFamily="2" charset="77"/>
                  <a:cs typeface="Mona Sans Display" pitchFamily="2" charset="77"/>
                </a:rPr>
                <a:t>Thank you</a:t>
              </a:r>
            </a:p>
          </p:txBody>
        </p:sp>
        <p:sp>
          <p:nvSpPr>
            <p:cNvPr id="4" name="Google Shape;1673;p69">
              <a:extLst>
                <a:ext uri="{FF2B5EF4-FFF2-40B4-BE49-F238E27FC236}">
                  <a16:creationId xmlns:a16="http://schemas.microsoft.com/office/drawing/2014/main" id="{6B456841-E331-430A-62FE-06BEF20486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1202" y="2702892"/>
              <a:ext cx="1178629" cy="1162690"/>
            </a:xfrm>
            <a:custGeom>
              <a:avLst/>
              <a:gdLst/>
              <a:ahLst/>
              <a:cxnLst/>
              <a:rect l="l" t="t" r="r" b="b"/>
              <a:pathLst>
                <a:path w="212020" h="209153" extrusionOk="0">
                  <a:moveTo>
                    <a:pt x="106010" y="0"/>
                  </a:moveTo>
                  <a:cubicBezTo>
                    <a:pt x="47387" y="0"/>
                    <a:pt x="0" y="47733"/>
                    <a:pt x="0" y="106781"/>
                  </a:cubicBezTo>
                  <a:cubicBezTo>
                    <a:pt x="0" y="154009"/>
                    <a:pt x="30361" y="193958"/>
                    <a:pt x="72488" y="208090"/>
                  </a:cubicBezTo>
                  <a:cubicBezTo>
                    <a:pt x="77748" y="209152"/>
                    <a:pt x="79687" y="205805"/>
                    <a:pt x="79687" y="202963"/>
                  </a:cubicBezTo>
                  <a:cubicBezTo>
                    <a:pt x="79687" y="200493"/>
                    <a:pt x="79501" y="192019"/>
                    <a:pt x="79501" y="183174"/>
                  </a:cubicBezTo>
                  <a:cubicBezTo>
                    <a:pt x="50017" y="189549"/>
                    <a:pt x="43881" y="170451"/>
                    <a:pt x="43881" y="170451"/>
                  </a:cubicBezTo>
                  <a:cubicBezTo>
                    <a:pt x="39126" y="158073"/>
                    <a:pt x="32114" y="154885"/>
                    <a:pt x="32114" y="154885"/>
                  </a:cubicBezTo>
                  <a:cubicBezTo>
                    <a:pt x="22472" y="148351"/>
                    <a:pt x="32831" y="148351"/>
                    <a:pt x="32831" y="148351"/>
                  </a:cubicBezTo>
                  <a:cubicBezTo>
                    <a:pt x="43535" y="149042"/>
                    <a:pt x="49140" y="159295"/>
                    <a:pt x="49140" y="159295"/>
                  </a:cubicBezTo>
                  <a:cubicBezTo>
                    <a:pt x="58623" y="175577"/>
                    <a:pt x="73896" y="170982"/>
                    <a:pt x="80032" y="168140"/>
                  </a:cubicBezTo>
                  <a:cubicBezTo>
                    <a:pt x="80908" y="161234"/>
                    <a:pt x="83724" y="156479"/>
                    <a:pt x="86699" y="153823"/>
                  </a:cubicBezTo>
                  <a:cubicBezTo>
                    <a:pt x="63191" y="151353"/>
                    <a:pt x="38436" y="142162"/>
                    <a:pt x="38436" y="101123"/>
                  </a:cubicBezTo>
                  <a:cubicBezTo>
                    <a:pt x="38436" y="89462"/>
                    <a:pt x="42659" y="79926"/>
                    <a:pt x="49326" y="72489"/>
                  </a:cubicBezTo>
                  <a:cubicBezTo>
                    <a:pt x="48264" y="69833"/>
                    <a:pt x="44571" y="58863"/>
                    <a:pt x="50362" y="44200"/>
                  </a:cubicBezTo>
                  <a:cubicBezTo>
                    <a:pt x="50362" y="44200"/>
                    <a:pt x="59313" y="41358"/>
                    <a:pt x="79501" y="55170"/>
                  </a:cubicBezTo>
                  <a:cubicBezTo>
                    <a:pt x="87921" y="52859"/>
                    <a:pt x="97058" y="51611"/>
                    <a:pt x="106010" y="51611"/>
                  </a:cubicBezTo>
                  <a:cubicBezTo>
                    <a:pt x="114961" y="51611"/>
                    <a:pt x="124072" y="52859"/>
                    <a:pt x="132519" y="55170"/>
                  </a:cubicBezTo>
                  <a:cubicBezTo>
                    <a:pt x="152680" y="41358"/>
                    <a:pt x="161631" y="44200"/>
                    <a:pt x="161631" y="44200"/>
                  </a:cubicBezTo>
                  <a:cubicBezTo>
                    <a:pt x="167422" y="58863"/>
                    <a:pt x="163756" y="69833"/>
                    <a:pt x="162693" y="72489"/>
                  </a:cubicBezTo>
                  <a:cubicBezTo>
                    <a:pt x="169547" y="79926"/>
                    <a:pt x="173584" y="89462"/>
                    <a:pt x="173584" y="101123"/>
                  </a:cubicBezTo>
                  <a:cubicBezTo>
                    <a:pt x="173584" y="142162"/>
                    <a:pt x="148828" y="151167"/>
                    <a:pt x="125135" y="153823"/>
                  </a:cubicBezTo>
                  <a:cubicBezTo>
                    <a:pt x="128986" y="157170"/>
                    <a:pt x="132333" y="163545"/>
                    <a:pt x="132333" y="173612"/>
                  </a:cubicBezTo>
                  <a:cubicBezTo>
                    <a:pt x="132333" y="187955"/>
                    <a:pt x="132147" y="199430"/>
                    <a:pt x="132147" y="202963"/>
                  </a:cubicBezTo>
                  <a:cubicBezTo>
                    <a:pt x="132147" y="205805"/>
                    <a:pt x="134086" y="209152"/>
                    <a:pt x="139345" y="208090"/>
                  </a:cubicBezTo>
                  <a:cubicBezTo>
                    <a:pt x="181473" y="193958"/>
                    <a:pt x="211834" y="154009"/>
                    <a:pt x="211834" y="106781"/>
                  </a:cubicBezTo>
                  <a:cubicBezTo>
                    <a:pt x="212019" y="47733"/>
                    <a:pt x="164447" y="0"/>
                    <a:pt x="10601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399">
                <a:latin typeface="Mona Sans" pitchFamily="2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6072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lash pag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B51AF43-7AB0-2E05-EB29-4D286FDA93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25" y="5013"/>
            <a:ext cx="12174172" cy="6847971"/>
          </a:xfrm>
          <a:prstGeom prst="rect">
            <a:avLst/>
          </a:prstGeom>
        </p:spPr>
      </p:pic>
      <p:sp>
        <p:nvSpPr>
          <p:cNvPr id="2" name="Google Shape;1673;p69">
            <a:extLst>
              <a:ext uri="{FF2B5EF4-FFF2-40B4-BE49-F238E27FC236}">
                <a16:creationId xmlns:a16="http://schemas.microsoft.com/office/drawing/2014/main" id="{598AABC6-9A79-1AFD-7815-CCAD3DFE0587}"/>
              </a:ext>
            </a:extLst>
          </p:cNvPr>
          <p:cNvSpPr>
            <a:spLocks noChangeAspect="1"/>
          </p:cNvSpPr>
          <p:nvPr userDrawn="1"/>
        </p:nvSpPr>
        <p:spPr>
          <a:xfrm>
            <a:off x="5231822" y="2577854"/>
            <a:ext cx="1725181" cy="1702295"/>
          </a:xfrm>
          <a:custGeom>
            <a:avLst/>
            <a:gdLst/>
            <a:ahLst/>
            <a:cxnLst/>
            <a:rect l="l" t="t" r="r" b="b"/>
            <a:pathLst>
              <a:path w="212020" h="209153" extrusionOk="0">
                <a:moveTo>
                  <a:pt x="106010" y="0"/>
                </a:moveTo>
                <a:cubicBezTo>
                  <a:pt x="47387" y="0"/>
                  <a:pt x="0" y="47733"/>
                  <a:pt x="0" y="106781"/>
                </a:cubicBezTo>
                <a:cubicBezTo>
                  <a:pt x="0" y="154009"/>
                  <a:pt x="30361" y="193958"/>
                  <a:pt x="72488" y="208090"/>
                </a:cubicBezTo>
                <a:cubicBezTo>
                  <a:pt x="77748" y="209152"/>
                  <a:pt x="79687" y="205805"/>
                  <a:pt x="79687" y="202963"/>
                </a:cubicBezTo>
                <a:cubicBezTo>
                  <a:pt x="79687" y="200493"/>
                  <a:pt x="79501" y="192019"/>
                  <a:pt x="79501" y="183174"/>
                </a:cubicBezTo>
                <a:cubicBezTo>
                  <a:pt x="50017" y="189549"/>
                  <a:pt x="43881" y="170451"/>
                  <a:pt x="43881" y="170451"/>
                </a:cubicBezTo>
                <a:cubicBezTo>
                  <a:pt x="39126" y="158073"/>
                  <a:pt x="32114" y="154885"/>
                  <a:pt x="32114" y="154885"/>
                </a:cubicBezTo>
                <a:cubicBezTo>
                  <a:pt x="22472" y="148351"/>
                  <a:pt x="32831" y="148351"/>
                  <a:pt x="32831" y="148351"/>
                </a:cubicBezTo>
                <a:cubicBezTo>
                  <a:pt x="43535" y="149042"/>
                  <a:pt x="49140" y="159295"/>
                  <a:pt x="49140" y="159295"/>
                </a:cubicBezTo>
                <a:cubicBezTo>
                  <a:pt x="58623" y="175577"/>
                  <a:pt x="73896" y="170982"/>
                  <a:pt x="80032" y="168140"/>
                </a:cubicBezTo>
                <a:cubicBezTo>
                  <a:pt x="80908" y="161234"/>
                  <a:pt x="83724" y="156479"/>
                  <a:pt x="86699" y="153823"/>
                </a:cubicBezTo>
                <a:cubicBezTo>
                  <a:pt x="63191" y="151353"/>
                  <a:pt x="38436" y="142162"/>
                  <a:pt x="38436" y="101123"/>
                </a:cubicBezTo>
                <a:cubicBezTo>
                  <a:pt x="38436" y="89462"/>
                  <a:pt x="42659" y="79926"/>
                  <a:pt x="49326" y="72489"/>
                </a:cubicBezTo>
                <a:cubicBezTo>
                  <a:pt x="48264" y="69833"/>
                  <a:pt x="44571" y="58863"/>
                  <a:pt x="50362" y="44200"/>
                </a:cubicBezTo>
                <a:cubicBezTo>
                  <a:pt x="50362" y="44200"/>
                  <a:pt x="59313" y="41358"/>
                  <a:pt x="79501" y="55170"/>
                </a:cubicBezTo>
                <a:cubicBezTo>
                  <a:pt x="87921" y="52859"/>
                  <a:pt x="97058" y="51611"/>
                  <a:pt x="106010" y="51611"/>
                </a:cubicBezTo>
                <a:cubicBezTo>
                  <a:pt x="114961" y="51611"/>
                  <a:pt x="124072" y="52859"/>
                  <a:pt x="132519" y="55170"/>
                </a:cubicBezTo>
                <a:cubicBezTo>
                  <a:pt x="152680" y="41358"/>
                  <a:pt x="161631" y="44200"/>
                  <a:pt x="161631" y="44200"/>
                </a:cubicBezTo>
                <a:cubicBezTo>
                  <a:pt x="167422" y="58863"/>
                  <a:pt x="163756" y="69833"/>
                  <a:pt x="162693" y="72489"/>
                </a:cubicBezTo>
                <a:cubicBezTo>
                  <a:pt x="169547" y="79926"/>
                  <a:pt x="173584" y="89462"/>
                  <a:pt x="173584" y="101123"/>
                </a:cubicBezTo>
                <a:cubicBezTo>
                  <a:pt x="173584" y="142162"/>
                  <a:pt x="148828" y="151167"/>
                  <a:pt x="125135" y="153823"/>
                </a:cubicBezTo>
                <a:cubicBezTo>
                  <a:pt x="128986" y="157170"/>
                  <a:pt x="132333" y="163545"/>
                  <a:pt x="132333" y="173612"/>
                </a:cubicBezTo>
                <a:cubicBezTo>
                  <a:pt x="132333" y="187955"/>
                  <a:pt x="132147" y="199430"/>
                  <a:pt x="132147" y="202963"/>
                </a:cubicBezTo>
                <a:cubicBezTo>
                  <a:pt x="132147" y="205805"/>
                  <a:pt x="134086" y="209152"/>
                  <a:pt x="139345" y="208090"/>
                </a:cubicBezTo>
                <a:cubicBezTo>
                  <a:pt x="181473" y="193958"/>
                  <a:pt x="211834" y="154009"/>
                  <a:pt x="211834" y="106781"/>
                </a:cubicBezTo>
                <a:cubicBezTo>
                  <a:pt x="212019" y="47733"/>
                  <a:pt x="164447" y="0"/>
                  <a:pt x="1060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399">
              <a:latin typeface="Mona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910510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nal/Town Halls_Blan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073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Splash page - event log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7">
            <a:extLst>
              <a:ext uri="{FF2B5EF4-FFF2-40B4-BE49-F238E27FC236}">
                <a16:creationId xmlns:a16="http://schemas.microsoft.com/office/drawing/2014/main" id="{1FFF5AE7-693A-1EA1-448A-851073E1E86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4413" y="887158"/>
            <a:ext cx="5262373" cy="5083685"/>
          </a:xfrm>
          <a:prstGeom prst="roundRect">
            <a:avLst>
              <a:gd name="adj" fmla="val 2850"/>
            </a:avLst>
          </a:prstGeom>
          <a:noFill/>
          <a:ln>
            <a:solidFill>
              <a:schemeClr val="tx2"/>
            </a:solidFill>
          </a:ln>
          <a:effectLst>
            <a:outerShdw blurRad="226684" dist="365489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1799">
                <a:latin typeface="Aptos" pitchFamily="2" charset="77"/>
              </a:defRPr>
            </a:lvl1pPr>
          </a:lstStyle>
          <a:p>
            <a:r>
              <a:rPr lang="en-US"/>
              <a:t>Click to add an image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CB63979A-A17F-E938-C84A-1AB2E69FC6A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8573" y="4406717"/>
            <a:ext cx="4434754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Aptos" pitchFamily="2" charset="77"/>
                <a:cs typeface="Arial" panose="020B0604020202020204" pitchFamily="34" charset="0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9C4B9E08-03E4-3991-C992-D35CCFCE104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8575" y="1573761"/>
            <a:ext cx="4434751" cy="2685089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3599" b="1" i="0">
                <a:latin typeface="Aptos" pitchFamily="2" charset="77"/>
                <a:cs typeface="Arial" panose="020B0604020202020204" pitchFamily="34" charset="0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Statement that should be 10 words or less</a:t>
            </a:r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37D3A4FC-8E41-6E24-0959-8E3974B113A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8573" y="887157"/>
            <a:ext cx="4434753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Consolas" panose="02000009000000000000" pitchFamily="49" charset="77"/>
                <a:cs typeface="Arial" panose="020B0604020202020204" pitchFamily="34" charset="0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429065790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urity_Roadmap slide_1 fea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79C7943A-B90A-54C3-B112-3171A8FDB2F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86477" y="0"/>
            <a:ext cx="6102348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5FBBC732-E702-3E6F-497C-7F29694D13F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579" y="4899086"/>
            <a:ext cx="5328138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36049FF2-2512-15EC-0BC5-02E04BA2768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0579" y="394788"/>
            <a:ext cx="5328140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rgbClr val="B6BFB8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Beta / Coming soon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70DE6B89-9C84-0073-FFF4-317627227D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579" y="1078523"/>
            <a:ext cx="5328138" cy="286043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The name of the new feature/tool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F09B9F-3FE4-6399-1385-FFD635ADD1DA}"/>
              </a:ext>
            </a:extLst>
          </p:cNvPr>
          <p:cNvSpPr/>
          <p:nvPr/>
        </p:nvSpPr>
        <p:spPr>
          <a:xfrm>
            <a:off x="6048085" y="0"/>
            <a:ext cx="365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17D17F9-863A-DEA9-AD9D-B5963C46FDA4}"/>
              </a:ext>
            </a:extLst>
          </p:cNvPr>
          <p:cNvSpPr/>
          <p:nvPr/>
        </p:nvSpPr>
        <p:spPr>
          <a:xfrm>
            <a:off x="-6315529" y="1078345"/>
            <a:ext cx="2668469" cy="415936"/>
          </a:xfrm>
          <a:prstGeom prst="roundRect">
            <a:avLst>
              <a:gd name="adj" fmla="val 50000"/>
            </a:avLst>
          </a:prstGeom>
          <a:noFill/>
          <a:ln w="12700">
            <a:gradFill flip="none" rotWithShape="1">
              <a:gsLst>
                <a:gs pos="0">
                  <a:srgbClr val="8342FB"/>
                </a:gs>
                <a:gs pos="47000">
                  <a:srgbClr val="3194FF"/>
                </a:gs>
                <a:gs pos="100000">
                  <a:schemeClr val="accent3"/>
                </a:gs>
              </a:gsLst>
              <a:lin ang="189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>
                <a:latin typeface="Aptos" pitchFamily="2" charset="77"/>
              </a:rPr>
              <a:t>       </a:t>
            </a:r>
            <a:r>
              <a:rPr lang="en-US" sz="1600">
                <a:latin typeface="Aptos" pitchFamily="2" charset="77"/>
              </a:rPr>
              <a:t>Copilot feature name</a:t>
            </a:r>
          </a:p>
        </p:txBody>
      </p:sp>
      <p:grpSp>
        <p:nvGrpSpPr>
          <p:cNvPr id="17" name="Google Shape;1693;p69">
            <a:extLst>
              <a:ext uri="{FF2B5EF4-FFF2-40B4-BE49-F238E27FC236}">
                <a16:creationId xmlns:a16="http://schemas.microsoft.com/office/drawing/2014/main" id="{90C9FAD5-5318-45E8-71B2-93F19CCC648E}"/>
              </a:ext>
            </a:extLst>
          </p:cNvPr>
          <p:cNvGrpSpPr/>
          <p:nvPr/>
        </p:nvGrpSpPr>
        <p:grpSpPr>
          <a:xfrm>
            <a:off x="-6165313" y="1201727"/>
            <a:ext cx="192334" cy="160586"/>
            <a:chOff x="690700" y="246575"/>
            <a:chExt cx="6228425" cy="5199000"/>
          </a:xfrm>
        </p:grpSpPr>
        <p:sp>
          <p:nvSpPr>
            <p:cNvPr id="18" name="Google Shape;1694;p69">
              <a:extLst>
                <a:ext uri="{FF2B5EF4-FFF2-40B4-BE49-F238E27FC236}">
                  <a16:creationId xmlns:a16="http://schemas.microsoft.com/office/drawing/2014/main" id="{9181ADA1-486B-A4ED-A80A-733E51A55A58}"/>
                </a:ext>
              </a:extLst>
            </p:cNvPr>
            <p:cNvSpPr/>
            <p:nvPr/>
          </p:nvSpPr>
          <p:spPr>
            <a:xfrm>
              <a:off x="690700" y="246575"/>
              <a:ext cx="6228425" cy="5199000"/>
            </a:xfrm>
            <a:custGeom>
              <a:avLst/>
              <a:gdLst/>
              <a:ahLst/>
              <a:cxnLst/>
              <a:rect l="l" t="t" r="r" b="b"/>
              <a:pathLst>
                <a:path w="249137" h="207960" extrusionOk="0">
                  <a:moveTo>
                    <a:pt x="248256" y="155809"/>
                  </a:moveTo>
                  <a:cubicBezTo>
                    <a:pt x="239350" y="171352"/>
                    <a:pt x="187470" y="207959"/>
                    <a:pt x="124585" y="207959"/>
                  </a:cubicBezTo>
                  <a:cubicBezTo>
                    <a:pt x="61666" y="207959"/>
                    <a:pt x="9787" y="171352"/>
                    <a:pt x="880" y="155809"/>
                  </a:cubicBezTo>
                  <a:cubicBezTo>
                    <a:pt x="203" y="154691"/>
                    <a:pt x="0" y="153404"/>
                    <a:pt x="0" y="152084"/>
                  </a:cubicBezTo>
                  <a:lnTo>
                    <a:pt x="0" y="124451"/>
                  </a:lnTo>
                  <a:cubicBezTo>
                    <a:pt x="0" y="123333"/>
                    <a:pt x="169" y="122182"/>
                    <a:pt x="610" y="121132"/>
                  </a:cubicBezTo>
                  <a:cubicBezTo>
                    <a:pt x="4470" y="111413"/>
                    <a:pt x="14595" y="97326"/>
                    <a:pt x="27633" y="93567"/>
                  </a:cubicBezTo>
                  <a:cubicBezTo>
                    <a:pt x="29360" y="89097"/>
                    <a:pt x="31934" y="82629"/>
                    <a:pt x="34338" y="77820"/>
                  </a:cubicBezTo>
                  <a:cubicBezTo>
                    <a:pt x="33932" y="74163"/>
                    <a:pt x="33796" y="70370"/>
                    <a:pt x="33796" y="66543"/>
                  </a:cubicBezTo>
                  <a:cubicBezTo>
                    <a:pt x="33796" y="52727"/>
                    <a:pt x="36708" y="40637"/>
                    <a:pt x="45513" y="31596"/>
                  </a:cubicBezTo>
                  <a:cubicBezTo>
                    <a:pt x="49644" y="27397"/>
                    <a:pt x="54758" y="24146"/>
                    <a:pt x="60820" y="21741"/>
                  </a:cubicBezTo>
                  <a:cubicBezTo>
                    <a:pt x="75347" y="9923"/>
                    <a:pt x="96004" y="1"/>
                    <a:pt x="124348" y="1"/>
                  </a:cubicBezTo>
                  <a:cubicBezTo>
                    <a:pt x="152692" y="1"/>
                    <a:pt x="173789" y="9923"/>
                    <a:pt x="188317" y="21741"/>
                  </a:cubicBezTo>
                  <a:cubicBezTo>
                    <a:pt x="194379" y="24146"/>
                    <a:pt x="199492" y="27397"/>
                    <a:pt x="203624" y="31596"/>
                  </a:cubicBezTo>
                  <a:cubicBezTo>
                    <a:pt x="212428" y="40637"/>
                    <a:pt x="215374" y="52727"/>
                    <a:pt x="215374" y="66543"/>
                  </a:cubicBezTo>
                  <a:cubicBezTo>
                    <a:pt x="215374" y="70370"/>
                    <a:pt x="215205" y="74163"/>
                    <a:pt x="214833" y="77820"/>
                  </a:cubicBezTo>
                  <a:cubicBezTo>
                    <a:pt x="217203" y="82629"/>
                    <a:pt x="219777" y="89097"/>
                    <a:pt x="221504" y="93567"/>
                  </a:cubicBezTo>
                  <a:cubicBezTo>
                    <a:pt x="234575" y="97326"/>
                    <a:pt x="244667" y="111413"/>
                    <a:pt x="248527" y="121132"/>
                  </a:cubicBezTo>
                  <a:cubicBezTo>
                    <a:pt x="248967" y="122182"/>
                    <a:pt x="249137" y="123333"/>
                    <a:pt x="249137" y="124451"/>
                  </a:cubicBezTo>
                  <a:lnTo>
                    <a:pt x="249137" y="152084"/>
                  </a:lnTo>
                  <a:cubicBezTo>
                    <a:pt x="249137" y="153404"/>
                    <a:pt x="248933" y="154691"/>
                    <a:pt x="248256" y="155809"/>
                  </a:cubicBezTo>
                  <a:close/>
                  <a:moveTo>
                    <a:pt x="133017" y="63191"/>
                  </a:moveTo>
                  <a:cubicBezTo>
                    <a:pt x="132577" y="59770"/>
                    <a:pt x="132374" y="56689"/>
                    <a:pt x="132340" y="53912"/>
                  </a:cubicBezTo>
                  <a:lnTo>
                    <a:pt x="132340" y="53709"/>
                  </a:lnTo>
                  <a:cubicBezTo>
                    <a:pt x="132374" y="45717"/>
                    <a:pt x="134101" y="40536"/>
                    <a:pt x="136912" y="37353"/>
                  </a:cubicBezTo>
                  <a:cubicBezTo>
                    <a:pt x="140434" y="33289"/>
                    <a:pt x="147748" y="30173"/>
                    <a:pt x="163190" y="31867"/>
                  </a:cubicBezTo>
                  <a:cubicBezTo>
                    <a:pt x="178801" y="33526"/>
                    <a:pt x="187538" y="37420"/>
                    <a:pt x="192482" y="42466"/>
                  </a:cubicBezTo>
                  <a:cubicBezTo>
                    <a:pt x="197291" y="47376"/>
                    <a:pt x="199797" y="54725"/>
                    <a:pt x="199797" y="66543"/>
                  </a:cubicBezTo>
                  <a:cubicBezTo>
                    <a:pt x="199797" y="79107"/>
                    <a:pt x="198002" y="86523"/>
                    <a:pt x="194006" y="91061"/>
                  </a:cubicBezTo>
                  <a:cubicBezTo>
                    <a:pt x="190213" y="95328"/>
                    <a:pt x="182763" y="98849"/>
                    <a:pt x="166441" y="98849"/>
                  </a:cubicBezTo>
                  <a:cubicBezTo>
                    <a:pt x="153878" y="98849"/>
                    <a:pt x="146698" y="94752"/>
                    <a:pt x="142127" y="89097"/>
                  </a:cubicBezTo>
                  <a:cubicBezTo>
                    <a:pt x="137183" y="83035"/>
                    <a:pt x="134406" y="74163"/>
                    <a:pt x="133017" y="63191"/>
                  </a:cubicBezTo>
                  <a:close/>
                  <a:moveTo>
                    <a:pt x="116119" y="63191"/>
                  </a:moveTo>
                  <a:cubicBezTo>
                    <a:pt x="116560" y="59770"/>
                    <a:pt x="116797" y="56689"/>
                    <a:pt x="116797" y="53912"/>
                  </a:cubicBezTo>
                  <a:lnTo>
                    <a:pt x="116797" y="53709"/>
                  </a:lnTo>
                  <a:cubicBezTo>
                    <a:pt x="116763" y="45717"/>
                    <a:pt x="115036" y="40536"/>
                    <a:pt x="112259" y="37353"/>
                  </a:cubicBezTo>
                  <a:cubicBezTo>
                    <a:pt x="108703" y="33289"/>
                    <a:pt x="101388" y="30173"/>
                    <a:pt x="85980" y="31867"/>
                  </a:cubicBezTo>
                  <a:cubicBezTo>
                    <a:pt x="70335" y="33526"/>
                    <a:pt x="61598" y="37420"/>
                    <a:pt x="56654" y="42466"/>
                  </a:cubicBezTo>
                  <a:cubicBezTo>
                    <a:pt x="51879" y="47376"/>
                    <a:pt x="49340" y="54725"/>
                    <a:pt x="49340" y="66543"/>
                  </a:cubicBezTo>
                  <a:cubicBezTo>
                    <a:pt x="49340" y="79107"/>
                    <a:pt x="51168" y="86523"/>
                    <a:pt x="55130" y="91061"/>
                  </a:cubicBezTo>
                  <a:cubicBezTo>
                    <a:pt x="58923" y="95328"/>
                    <a:pt x="66373" y="98849"/>
                    <a:pt x="82696" y="98849"/>
                  </a:cubicBezTo>
                  <a:cubicBezTo>
                    <a:pt x="95259" y="98849"/>
                    <a:pt x="102438" y="94752"/>
                    <a:pt x="107010" y="89097"/>
                  </a:cubicBezTo>
                  <a:cubicBezTo>
                    <a:pt x="111954" y="83035"/>
                    <a:pt x="114731" y="74163"/>
                    <a:pt x="116119" y="63191"/>
                  </a:cubicBezTo>
                  <a:close/>
                  <a:moveTo>
                    <a:pt x="126346" y="93634"/>
                  </a:moveTo>
                  <a:cubicBezTo>
                    <a:pt x="126956" y="93634"/>
                    <a:pt x="125770" y="93634"/>
                    <a:pt x="126346" y="93634"/>
                  </a:cubicBezTo>
                  <a:cubicBezTo>
                    <a:pt x="125770" y="93634"/>
                    <a:pt x="123366" y="93634"/>
                    <a:pt x="122790" y="93634"/>
                  </a:cubicBezTo>
                  <a:cubicBezTo>
                    <a:pt x="121673" y="95497"/>
                    <a:pt x="120454" y="97258"/>
                    <a:pt x="119099" y="98917"/>
                  </a:cubicBezTo>
                  <a:cubicBezTo>
                    <a:pt x="111107" y="108738"/>
                    <a:pt x="99187" y="114393"/>
                    <a:pt x="82696" y="114393"/>
                  </a:cubicBezTo>
                  <a:cubicBezTo>
                    <a:pt x="64815" y="114393"/>
                    <a:pt x="51676" y="110668"/>
                    <a:pt x="43447" y="101355"/>
                  </a:cubicBezTo>
                  <a:cubicBezTo>
                    <a:pt x="43007" y="100814"/>
                    <a:pt x="42567" y="100272"/>
                    <a:pt x="42567" y="100272"/>
                  </a:cubicBezTo>
                  <a:lnTo>
                    <a:pt x="41551" y="101355"/>
                  </a:lnTo>
                  <a:lnTo>
                    <a:pt x="41551" y="169659"/>
                  </a:lnTo>
                  <a:cubicBezTo>
                    <a:pt x="56451" y="177752"/>
                    <a:pt x="88419" y="192280"/>
                    <a:pt x="124585" y="192280"/>
                  </a:cubicBezTo>
                  <a:cubicBezTo>
                    <a:pt x="160752" y="192280"/>
                    <a:pt x="192686" y="177752"/>
                    <a:pt x="207586" y="169659"/>
                  </a:cubicBezTo>
                  <a:lnTo>
                    <a:pt x="207586" y="101355"/>
                  </a:lnTo>
                  <a:lnTo>
                    <a:pt x="206570" y="100272"/>
                  </a:lnTo>
                  <a:cubicBezTo>
                    <a:pt x="206570" y="100272"/>
                    <a:pt x="206231" y="100712"/>
                    <a:pt x="205689" y="101355"/>
                  </a:cubicBezTo>
                  <a:cubicBezTo>
                    <a:pt x="197460" y="110668"/>
                    <a:pt x="184321" y="114393"/>
                    <a:pt x="166441" y="114393"/>
                  </a:cubicBezTo>
                  <a:cubicBezTo>
                    <a:pt x="149949" y="114393"/>
                    <a:pt x="138029" y="108738"/>
                    <a:pt x="130037" y="98917"/>
                  </a:cubicBezTo>
                  <a:cubicBezTo>
                    <a:pt x="128683" y="97258"/>
                    <a:pt x="127464" y="95497"/>
                    <a:pt x="126346" y="936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01113" tIns="101113" rIns="101113" bIns="101113" anchor="ctr" anchorCtr="0">
              <a:noAutofit/>
            </a:bodyPr>
            <a:lstStyle/>
            <a:p>
              <a:endParaRPr sz="1990">
                <a:latin typeface="Aptos" pitchFamily="2" charset="77"/>
              </a:endParaRPr>
            </a:p>
          </p:txBody>
        </p:sp>
        <p:sp>
          <p:nvSpPr>
            <p:cNvPr id="19" name="Google Shape;1695;p69">
              <a:extLst>
                <a:ext uri="{FF2B5EF4-FFF2-40B4-BE49-F238E27FC236}">
                  <a16:creationId xmlns:a16="http://schemas.microsoft.com/office/drawing/2014/main" id="{D2EB6D54-1D04-3426-1116-BD526BBF8BCE}"/>
                </a:ext>
              </a:extLst>
            </p:cNvPr>
            <p:cNvSpPr/>
            <p:nvPr/>
          </p:nvSpPr>
          <p:spPr>
            <a:xfrm>
              <a:off x="2962100" y="3350200"/>
              <a:ext cx="453800" cy="1005800"/>
            </a:xfrm>
            <a:custGeom>
              <a:avLst/>
              <a:gdLst/>
              <a:ahLst/>
              <a:cxnLst/>
              <a:rect l="l" t="t" r="r" b="b"/>
              <a:pathLst>
                <a:path w="18152" h="40232" extrusionOk="0">
                  <a:moveTo>
                    <a:pt x="9076" y="1"/>
                  </a:moveTo>
                  <a:cubicBezTo>
                    <a:pt x="14088" y="1"/>
                    <a:pt x="18152" y="4064"/>
                    <a:pt x="18152" y="9076"/>
                  </a:cubicBezTo>
                  <a:lnTo>
                    <a:pt x="18152" y="31156"/>
                  </a:lnTo>
                  <a:cubicBezTo>
                    <a:pt x="18152" y="36167"/>
                    <a:pt x="14088" y="40231"/>
                    <a:pt x="9076" y="40231"/>
                  </a:cubicBezTo>
                  <a:cubicBezTo>
                    <a:pt x="4064" y="40231"/>
                    <a:pt x="1" y="36167"/>
                    <a:pt x="1" y="31156"/>
                  </a:cubicBezTo>
                  <a:lnTo>
                    <a:pt x="1" y="9076"/>
                  </a:lnTo>
                  <a:cubicBezTo>
                    <a:pt x="1" y="4064"/>
                    <a:pt x="4064" y="1"/>
                    <a:pt x="90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01113" tIns="101113" rIns="101113" bIns="101113" anchor="ctr" anchorCtr="0">
              <a:noAutofit/>
            </a:bodyPr>
            <a:lstStyle/>
            <a:p>
              <a:endParaRPr sz="1990">
                <a:latin typeface="Aptos" pitchFamily="2" charset="77"/>
              </a:endParaRPr>
            </a:p>
          </p:txBody>
        </p:sp>
        <p:sp>
          <p:nvSpPr>
            <p:cNvPr id="20" name="Google Shape;1696;p69">
              <a:extLst>
                <a:ext uri="{FF2B5EF4-FFF2-40B4-BE49-F238E27FC236}">
                  <a16:creationId xmlns:a16="http://schemas.microsoft.com/office/drawing/2014/main" id="{9B8CA1D0-EE17-781A-D7C4-3837D25A1339}"/>
                </a:ext>
              </a:extLst>
            </p:cNvPr>
            <p:cNvSpPr/>
            <p:nvPr/>
          </p:nvSpPr>
          <p:spPr>
            <a:xfrm>
              <a:off x="4194750" y="3350200"/>
              <a:ext cx="453800" cy="1005800"/>
            </a:xfrm>
            <a:custGeom>
              <a:avLst/>
              <a:gdLst/>
              <a:ahLst/>
              <a:cxnLst/>
              <a:rect l="l" t="t" r="r" b="b"/>
              <a:pathLst>
                <a:path w="18152" h="40232" extrusionOk="0">
                  <a:moveTo>
                    <a:pt x="9076" y="1"/>
                  </a:moveTo>
                  <a:cubicBezTo>
                    <a:pt x="14088" y="1"/>
                    <a:pt x="18152" y="4064"/>
                    <a:pt x="18152" y="9076"/>
                  </a:cubicBezTo>
                  <a:lnTo>
                    <a:pt x="18152" y="31156"/>
                  </a:lnTo>
                  <a:cubicBezTo>
                    <a:pt x="18152" y="36167"/>
                    <a:pt x="14088" y="40231"/>
                    <a:pt x="9076" y="40231"/>
                  </a:cubicBezTo>
                  <a:cubicBezTo>
                    <a:pt x="4064" y="40231"/>
                    <a:pt x="1" y="36167"/>
                    <a:pt x="1" y="31156"/>
                  </a:cubicBezTo>
                  <a:lnTo>
                    <a:pt x="1" y="9076"/>
                  </a:lnTo>
                  <a:cubicBezTo>
                    <a:pt x="1" y="4064"/>
                    <a:pt x="4064" y="1"/>
                    <a:pt x="90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01113" tIns="101113" rIns="101113" bIns="101113" anchor="ctr" anchorCtr="0">
              <a:noAutofit/>
            </a:bodyPr>
            <a:lstStyle/>
            <a:p>
              <a:endParaRPr sz="1990">
                <a:latin typeface="Aptos" pitchFamily="2" charset="77"/>
              </a:endParaRPr>
            </a:p>
          </p:txBody>
        </p:sp>
      </p:grp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681F3C19-4A00-5C21-68D9-AE3DB7F3C883}"/>
              </a:ext>
            </a:extLst>
          </p:cNvPr>
          <p:cNvSpPr txBox="1">
            <a:spLocks/>
          </p:cNvSpPr>
          <p:nvPr/>
        </p:nvSpPr>
        <p:spPr>
          <a:xfrm>
            <a:off x="-6354264" y="4899086"/>
            <a:ext cx="5328138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B6BFB8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99"/>
              <a:t>Supporting text if applicable. Keep it short and sweet.</a:t>
            </a:r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C30760E8-5FE2-1485-13D4-2511792EDD61}"/>
              </a:ext>
            </a:extLst>
          </p:cNvPr>
          <p:cNvSpPr txBox="1">
            <a:spLocks/>
          </p:cNvSpPr>
          <p:nvPr/>
        </p:nvSpPr>
        <p:spPr>
          <a:xfrm>
            <a:off x="-6354264" y="394788"/>
            <a:ext cx="5328140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B6BFB8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accent2"/>
                </a:solidFill>
              </a:rPr>
              <a:t>Beta / Coming soon </a:t>
            </a:r>
          </a:p>
        </p:txBody>
      </p:sp>
      <p:sp>
        <p:nvSpPr>
          <p:cNvPr id="23" name="Title 3">
            <a:extLst>
              <a:ext uri="{FF2B5EF4-FFF2-40B4-BE49-F238E27FC236}">
                <a16:creationId xmlns:a16="http://schemas.microsoft.com/office/drawing/2014/main" id="{89E16DA8-14E9-7B47-04BA-0D076C597EF0}"/>
              </a:ext>
            </a:extLst>
          </p:cNvPr>
          <p:cNvSpPr txBox="1">
            <a:spLocks/>
          </p:cNvSpPr>
          <p:nvPr/>
        </p:nvSpPr>
        <p:spPr>
          <a:xfrm>
            <a:off x="-6354264" y="1814385"/>
            <a:ext cx="5328138" cy="28604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Aptos" pitchFamily="2" charset="77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599"/>
              <a:t>A value prop in sentence case that is 12 words or less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705596-F813-0C20-3648-BC8286CDA0A0}"/>
              </a:ext>
            </a:extLst>
          </p:cNvPr>
          <p:cNvSpPr/>
          <p:nvPr/>
        </p:nvSpPr>
        <p:spPr>
          <a:xfrm>
            <a:off x="-686758" y="0"/>
            <a:ext cx="365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</p:spTree>
    <p:extLst>
      <p:ext uri="{BB962C8B-B14F-4D97-AF65-F5344CB8AC3E}">
        <p14:creationId xmlns:p14="http://schemas.microsoft.com/office/powerpoint/2010/main" val="316085227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ocked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6F6C720-DF33-D17F-F413-FB11274DEF80}"/>
              </a:ext>
            </a:extLst>
          </p:cNvPr>
          <p:cNvSpPr/>
          <p:nvPr/>
        </p:nvSpPr>
        <p:spPr>
          <a:xfrm>
            <a:off x="-5220" y="-887828"/>
            <a:ext cx="914162" cy="457200"/>
          </a:xfrm>
          <a:prstGeom prst="roundRect">
            <a:avLst>
              <a:gd name="adj" fmla="val 50000"/>
            </a:avLst>
          </a:prstGeom>
          <a:solidFill>
            <a:srgbClr val="FF507A"/>
          </a:solidFill>
          <a:ln>
            <a:solidFill>
              <a:schemeClr val="tx2"/>
            </a:solidFill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0">
                <a:solidFill>
                  <a:schemeClr val="tx1"/>
                </a:solidFill>
                <a:latin typeface="Aptos" pitchFamily="2" charset="77"/>
              </a:rPr>
              <a:t>Locked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89459C-3D23-DFF1-35FB-F4DBA62BC888}"/>
              </a:ext>
            </a:extLst>
          </p:cNvPr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7148946"/>
            <a:ext cx="2659380" cy="1777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3DC181-FD35-DCFF-793A-2CC1A0FF3EC2}"/>
              </a:ext>
            </a:extLst>
          </p:cNvPr>
          <p:cNvSpPr txBox="1"/>
          <p:nvPr/>
        </p:nvSpPr>
        <p:spPr>
          <a:xfrm>
            <a:off x="6863470" y="7101159"/>
            <a:ext cx="5325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latin typeface="Aptos" pitchFamily="2" charset="77"/>
              </a:rPr>
              <a:t>slide expiration _ TUES, NOV 26 2024</a:t>
            </a:r>
          </a:p>
        </p:txBody>
      </p:sp>
    </p:spTree>
    <p:extLst>
      <p:ext uri="{BB962C8B-B14F-4D97-AF65-F5344CB8AC3E}">
        <p14:creationId xmlns:p14="http://schemas.microsoft.com/office/powerpoint/2010/main" val="3253376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ral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301947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I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684057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x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17115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urity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251456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Subtit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934219-9B18-8925-0B79-BF8DB5FD4165}"/>
              </a:ext>
            </a:extLst>
          </p:cNvPr>
          <p:cNvSpPr txBox="1"/>
          <p:nvPr/>
        </p:nvSpPr>
        <p:spPr>
          <a:xfrm>
            <a:off x="9353835" y="-1045029"/>
            <a:ext cx="184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798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51F7D6A9-0B03-B598-268C-7410B09FF4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0248" y="5159830"/>
            <a:ext cx="10816015" cy="990019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1799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Subtitle information here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B8BD3C84-FADE-BF52-5760-D3D87F6A37D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0248" y="708152"/>
            <a:ext cx="10816014" cy="3693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Consolas" panose="02000009000000000000" pitchFamily="49" charset="77"/>
                <a:cs typeface="Arial" panose="020B0604020202020204" pitchFamily="34" charset="0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EF8970-F0DD-E62A-43D3-7E11393071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248" y="1273358"/>
            <a:ext cx="10816015" cy="3217000"/>
          </a:xfrm>
        </p:spPr>
        <p:txBody>
          <a:bodyPr anchor="t">
            <a:noAutofit/>
          </a:bodyPr>
          <a:lstStyle>
            <a:lvl1pPr algn="l">
              <a:defRPr sz="4799"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Title should be less than ten words</a:t>
            </a:r>
          </a:p>
        </p:txBody>
      </p:sp>
    </p:spTree>
    <p:extLst>
      <p:ext uri="{BB962C8B-B14F-4D97-AF65-F5344CB8AC3E}">
        <p14:creationId xmlns:p14="http://schemas.microsoft.com/office/powerpoint/2010/main" val="3985834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pilot feature specif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84294AE0-E645-1541-C038-65257873C8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5321" y="1814385"/>
            <a:ext cx="5328138" cy="286043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that is 12 words or less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0CA7047B-FC9E-2F4B-64FE-BC46899C114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85321" y="394788"/>
            <a:ext cx="5328140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11BD58C5-5777-489F-B991-F7C4D4CC64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85321" y="4899086"/>
            <a:ext cx="5328138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marR="0" indent="0" algn="l" defTabSz="9141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799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r>
              <a:rPr lang="en-US"/>
              <a:t>Supporting text if applicable. Keep it short and sweet.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2AFB5C47-8B12-3D29-6D72-04EE3AD28E9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6102348" cy="6858000"/>
          </a:xfrm>
          <a:prstGeom prst="rect">
            <a:avLst/>
          </a:prstGeom>
          <a:gradFill>
            <a:gsLst>
              <a:gs pos="100000">
                <a:srgbClr val="8CF2A6"/>
              </a:gs>
              <a:gs pos="0">
                <a:srgbClr val="C16EFF"/>
              </a:gs>
              <a:gs pos="52000">
                <a:srgbClr val="3194FF"/>
              </a:gs>
            </a:gsLst>
            <a:lin ang="2700000" scaled="1"/>
          </a:gra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E1FB2B-F5E5-2C68-1A89-CD4A95829E20}"/>
              </a:ext>
            </a:extLst>
          </p:cNvPr>
          <p:cNvSpPr/>
          <p:nvPr/>
        </p:nvSpPr>
        <p:spPr>
          <a:xfrm>
            <a:off x="6101747" y="0"/>
            <a:ext cx="365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367E21-C90B-17FB-D3FE-53FEEB49ED1A}"/>
              </a:ext>
            </a:extLst>
          </p:cNvPr>
          <p:cNvSpPr/>
          <p:nvPr userDrawn="1"/>
        </p:nvSpPr>
        <p:spPr>
          <a:xfrm>
            <a:off x="6101747" y="0"/>
            <a:ext cx="365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</p:spTree>
    <p:extLst>
      <p:ext uri="{BB962C8B-B14F-4D97-AF65-F5344CB8AC3E}">
        <p14:creationId xmlns:p14="http://schemas.microsoft.com/office/powerpoint/2010/main" val="363125106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pilot feature specif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F3B6736-5737-D701-0E58-0C9EB2DD4C76}"/>
              </a:ext>
            </a:extLst>
          </p:cNvPr>
          <p:cNvSpPr/>
          <p:nvPr/>
        </p:nvSpPr>
        <p:spPr>
          <a:xfrm rot="5400000">
            <a:off x="6076125" y="-6074601"/>
            <a:ext cx="36576" cy="121857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B439ED-7498-1CDD-489D-2D06C8A09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277951"/>
            <a:ext cx="12185778" cy="1127328"/>
          </a:xfrm>
          <a:prstGeom prst="rect">
            <a:avLst/>
          </a:prstGeom>
        </p:spPr>
        <p:txBody>
          <a:bodyPr anchor="t"/>
          <a:lstStyle>
            <a:lvl1pPr algn="ctr"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</a:t>
            </a:r>
            <a:br>
              <a:rPr lang="en-US"/>
            </a:br>
            <a:r>
              <a:rPr lang="en-US"/>
              <a:t>that is 12 words or less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57A727C7-5F13-A52A-4A2C-7FC2467078E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0343" y="263101"/>
            <a:ext cx="5328140" cy="28673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2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2C702E-5817-7BF0-B0F9-A0E1BAECBFB5}"/>
              </a:ext>
            </a:extLst>
          </p:cNvPr>
          <p:cNvSpPr/>
          <p:nvPr userDrawn="1"/>
        </p:nvSpPr>
        <p:spPr>
          <a:xfrm rot="5400000">
            <a:off x="6076125" y="-6074601"/>
            <a:ext cx="36576" cy="121857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</p:spTree>
    <p:extLst>
      <p:ext uri="{BB962C8B-B14F-4D97-AF65-F5344CB8AC3E}">
        <p14:creationId xmlns:p14="http://schemas.microsoft.com/office/powerpoint/2010/main" val="14227207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urity feature specif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2AFB5C47-8B12-3D29-6D72-04EE3AD28E9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6102348" cy="6858000"/>
          </a:xfrm>
          <a:prstGeom prst="rect">
            <a:avLst/>
          </a:prstGeom>
          <a:gradFill>
            <a:gsLst>
              <a:gs pos="100000">
                <a:srgbClr val="9EECFF"/>
              </a:gs>
              <a:gs pos="0">
                <a:srgbClr val="3194FF"/>
              </a:gs>
            </a:gsLst>
            <a:lin ang="2700000" scaled="1"/>
          </a:gra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362230-C912-A080-0D76-BAD92A2A4CBE}"/>
              </a:ext>
            </a:extLst>
          </p:cNvPr>
          <p:cNvSpPr/>
          <p:nvPr/>
        </p:nvSpPr>
        <p:spPr>
          <a:xfrm>
            <a:off x="6101747" y="0"/>
            <a:ext cx="365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30DED90-C8A1-712C-7287-27FF7BF3A1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5321" y="1814385"/>
            <a:ext cx="5328138" cy="286043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that is 12 words or less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19F1A0AB-79B7-AB7D-46CD-5F3E3DE38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85321" y="394788"/>
            <a:ext cx="5328140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55B49007-0D35-3B56-802C-A03CE7C08D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85321" y="4899086"/>
            <a:ext cx="5328138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marR="0" indent="0" algn="l" defTabSz="9141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799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r>
              <a:rPr lang="en-US"/>
              <a:t>Supporting text if applicable. Keep it short and sweet.</a:t>
            </a:r>
          </a:p>
        </p:txBody>
      </p:sp>
    </p:spTree>
    <p:extLst>
      <p:ext uri="{BB962C8B-B14F-4D97-AF65-F5344CB8AC3E}">
        <p14:creationId xmlns:p14="http://schemas.microsoft.com/office/powerpoint/2010/main" val="277777623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our statement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6105375C-8468-A60A-35F4-F2E865BCA2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36317" y="1957715"/>
            <a:ext cx="3238707" cy="457200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Aptos" pitchFamily="2" charset="77"/>
                <a:cs typeface="Arial" panose="020B0604020202020204" pitchFamily="34" charset="0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Statement 1</a:t>
            </a:r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880850F9-DBA5-87B5-AFD9-06937D861D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36317" y="2432664"/>
            <a:ext cx="3238706" cy="91440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11" name="Picture Placeholder 24">
            <a:extLst>
              <a:ext uri="{FF2B5EF4-FFF2-40B4-BE49-F238E27FC236}">
                <a16:creationId xmlns:a16="http://schemas.microsoft.com/office/drawing/2014/main" id="{EB5D7FED-59FD-275C-B51E-A317DA91E5A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636317" y="1418460"/>
            <a:ext cx="365665" cy="365760"/>
          </a:xfr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3F452737-E01C-517A-4B05-910B9B6DCF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36317" y="4139883"/>
            <a:ext cx="3238707" cy="457200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Aptos" pitchFamily="2" charset="77"/>
                <a:cs typeface="Arial" panose="020B0604020202020204" pitchFamily="34" charset="0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Statement 3</a:t>
            </a:r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4D081FFC-16E5-7744-FD3D-9E04413B3B5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36317" y="4614832"/>
            <a:ext cx="3238706" cy="91440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14" name="Picture Placeholder 24">
            <a:extLst>
              <a:ext uri="{FF2B5EF4-FFF2-40B4-BE49-F238E27FC236}">
                <a16:creationId xmlns:a16="http://schemas.microsoft.com/office/drawing/2014/main" id="{CE225B63-8F69-3259-9E10-F34A10DAC56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636317" y="3600628"/>
            <a:ext cx="365665" cy="365760"/>
          </a:xfr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E87E6B0B-83D1-4AA0-E720-5C62B8601C1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30038" y="1957715"/>
            <a:ext cx="3238707" cy="457200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Aptos" pitchFamily="2" charset="77"/>
                <a:cs typeface="Arial" panose="020B0604020202020204" pitchFamily="34" charset="0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Statement 2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31FE0450-DA87-2749-0CF7-CA6E4DDB4E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330038" y="2432664"/>
            <a:ext cx="3238706" cy="91440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24" name="Picture Placeholder 24">
            <a:extLst>
              <a:ext uri="{FF2B5EF4-FFF2-40B4-BE49-F238E27FC236}">
                <a16:creationId xmlns:a16="http://schemas.microsoft.com/office/drawing/2014/main" id="{2CBF0351-2BE0-7A68-1357-B289321082E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330038" y="1418460"/>
            <a:ext cx="365665" cy="365760"/>
          </a:xfr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219DD41-C1D8-75E3-C46D-A28B1FFE9FF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30038" y="4139883"/>
            <a:ext cx="3238707" cy="457200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Aptos" pitchFamily="2" charset="77"/>
                <a:cs typeface="Arial" panose="020B0604020202020204" pitchFamily="34" charset="0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Statement 4</a:t>
            </a:r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03229E1C-F844-A238-49DB-038A784709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30038" y="4614832"/>
            <a:ext cx="3238706" cy="91440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29" name="Picture Placeholder 24">
            <a:extLst>
              <a:ext uri="{FF2B5EF4-FFF2-40B4-BE49-F238E27FC236}">
                <a16:creationId xmlns:a16="http://schemas.microsoft.com/office/drawing/2014/main" id="{AC66BFF0-7E82-C663-C55A-2FC7CDFBC16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8330038" y="3600628"/>
            <a:ext cx="365665" cy="365760"/>
          </a:xfr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BB2AB4-C828-3430-78EB-DEBABFA1C0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250" y="1957716"/>
            <a:ext cx="3461052" cy="3571517"/>
          </a:xfrm>
        </p:spPr>
        <p:txBody>
          <a:bodyPr anchor="t">
            <a:noAutofit/>
          </a:bodyPr>
          <a:lstStyle>
            <a:lvl1pPr algn="l">
              <a:defRPr sz="4799"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Title should be less than ten words</a:t>
            </a:r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68AEC395-7F97-4BE3-5FE1-60D8D627C49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0249" y="1426607"/>
            <a:ext cx="3461052" cy="36576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Consolas" panose="02000009000000000000" pitchFamily="49" charset="77"/>
                <a:cs typeface="Arial" panose="020B0604020202020204" pitchFamily="34" charset="0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447911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I_Large number &amp; statemen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blue sky with clouds&#10;&#10;AI-generated content may be incorrect.">
            <a:extLst>
              <a:ext uri="{FF2B5EF4-FFF2-40B4-BE49-F238E27FC236}">
                <a16:creationId xmlns:a16="http://schemas.microsoft.com/office/drawing/2014/main" id="{58960C67-0FEF-76A6-AD49-528B3E8E245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264" y="0"/>
            <a:ext cx="6100677" cy="6858000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4D9AF2ED-3216-A0DB-3B2F-2F8D011C120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9303" y="2451284"/>
            <a:ext cx="5089545" cy="1955433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1996" b="1" i="0" spc="-300">
                <a:solidFill>
                  <a:schemeClr val="bg1"/>
                </a:solidFill>
                <a:latin typeface="Aptos" pitchFamily="2" charset="77"/>
              </a:defRPr>
            </a:lvl1pPr>
          </a:lstStyle>
          <a:p>
            <a:r>
              <a:rPr lang="en-US"/>
              <a:t>XXM</a:t>
            </a:r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695EE8D7-ECE2-9E6B-6D33-216903961B0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99302" y="4406717"/>
            <a:ext cx="5089545" cy="138451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1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And/or statement here</a:t>
            </a:r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1D69AF07-CF7E-EC05-D359-1D0CEF0097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99302" y="1066772"/>
            <a:ext cx="5089545" cy="1334528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1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Statement here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0F3FB04-B8E4-3529-78EA-6396FB756359}"/>
              </a:ext>
            </a:extLst>
          </p:cNvPr>
          <p:cNvSpPr/>
          <p:nvPr/>
        </p:nvSpPr>
        <p:spPr>
          <a:xfrm>
            <a:off x="6094413" y="0"/>
            <a:ext cx="365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1E3EC00F-A751-32AF-B158-5684CEF4EDD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04824" y="4899086"/>
            <a:ext cx="5328138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3160BE5B-2BA3-D923-86BE-6A1E7BEAB11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04824" y="394788"/>
            <a:ext cx="5328140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rgbClr val="B6BFB8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99BC23C1-D9EB-EBDD-BF6B-F0076FC5726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504468" y="1078522"/>
            <a:ext cx="5328494" cy="2862072"/>
          </a:xfrm>
          <a:prstGeom prst="rect">
            <a:avLst/>
          </a:prstGeom>
        </p:spPr>
        <p:txBody>
          <a:bodyPr/>
          <a:lstStyle>
            <a:lvl1pPr>
              <a:defRPr sz="3599" b="1" i="0">
                <a:solidFill>
                  <a:schemeClr val="tx1"/>
                </a:solidFill>
                <a:latin typeface="Aptos" pitchFamily="2" charset="77"/>
                <a:cs typeface="Aptos" pitchFamily="2" charset="77"/>
              </a:defRPr>
            </a:lvl1pPr>
          </a:lstStyle>
          <a:p>
            <a:pPr lvl="0"/>
            <a:r>
              <a:rPr lang="en-US"/>
              <a:t>Statement that should be 10 words or less</a:t>
            </a:r>
          </a:p>
        </p:txBody>
      </p:sp>
    </p:spTree>
    <p:extLst>
      <p:ext uri="{BB962C8B-B14F-4D97-AF65-F5344CB8AC3E}">
        <p14:creationId xmlns:p14="http://schemas.microsoft.com/office/powerpoint/2010/main" val="227011638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owser / two statement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60FCB388-AE2B-FEE6-EDFC-B51DA5958C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456554" y="966819"/>
            <a:ext cx="4865587" cy="5073650"/>
          </a:xfrm>
          <a:prstGeom prst="rect">
            <a:avLst/>
          </a:prstGeom>
          <a:solidFill>
            <a:schemeClr val="bg1"/>
          </a:solidFill>
          <a:effectLst>
            <a:outerShdw blurRad="420955" dist="232110" dir="5100000" algn="t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algn="ctr">
              <a:defRPr sz="1799">
                <a:latin typeface="Aptos" pitchFamily="2" charset="77"/>
              </a:defRPr>
            </a:lvl1pPr>
          </a:lstStyle>
          <a:p>
            <a:r>
              <a:rPr lang="en-US"/>
              <a:t>Screenshot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4D961E-D8F1-1621-0B65-EF22EBFBFA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58184" y="963376"/>
            <a:ext cx="6261694" cy="198493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599"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Title should be less </a:t>
            </a:r>
            <a:br>
              <a:rPr lang="en-US"/>
            </a:br>
            <a:r>
              <a:rPr lang="en-US"/>
              <a:t>than ten words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2474E636-F179-E536-9454-DE09228009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8184" y="4186527"/>
            <a:ext cx="3047799" cy="52795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Aptos" pitchFamily="2" charset="77"/>
                <a:cs typeface="Arial" panose="020B0604020202020204" pitchFamily="34" charset="0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Statement 1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CE169238-2E1E-D6F8-F1D2-A248C049870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8185" y="4737676"/>
            <a:ext cx="3047798" cy="105591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Try your best to keep your description no more than three lines</a:t>
            </a:r>
          </a:p>
        </p:txBody>
      </p:sp>
      <p:sp>
        <p:nvSpPr>
          <p:cNvPr id="8" name="Picture Placeholder 24">
            <a:extLst>
              <a:ext uri="{FF2B5EF4-FFF2-40B4-BE49-F238E27FC236}">
                <a16:creationId xmlns:a16="http://schemas.microsoft.com/office/drawing/2014/main" id="{8FBCA652-A806-87EE-B85F-BCFDB1B4066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58184" y="3647272"/>
            <a:ext cx="365665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73709F95-17EA-8C2B-E043-7CB31556A6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72079" y="4186527"/>
            <a:ext cx="3047799" cy="52795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Aptos" pitchFamily="2" charset="77"/>
                <a:cs typeface="Arial" panose="020B0604020202020204" pitchFamily="34" charset="0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Statement 2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7213201B-9B16-0B3D-E146-6B725E1AF60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972079" y="4737676"/>
            <a:ext cx="3047798" cy="105591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Try your best to keep your description no more than three lines</a:t>
            </a:r>
          </a:p>
        </p:txBody>
      </p:sp>
      <p:sp>
        <p:nvSpPr>
          <p:cNvPr id="18" name="Picture Placeholder 24">
            <a:extLst>
              <a:ext uri="{FF2B5EF4-FFF2-40B4-BE49-F238E27FC236}">
                <a16:creationId xmlns:a16="http://schemas.microsoft.com/office/drawing/2014/main" id="{9465DD82-942D-4363-BDF8-DEBD3E0B5B00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972079" y="3647272"/>
            <a:ext cx="365665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7717653C-80DF-3DD2-FC16-37BB8FC2866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8184" y="574423"/>
            <a:ext cx="3461052" cy="36576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Consolas" panose="02000009000000000000" pitchFamily="49" charset="77"/>
                <a:cs typeface="Arial" panose="020B0604020202020204" pitchFamily="34" charset="0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7AE14FBB-7CBC-D32F-39FD-4ABA51B008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56555" y="492221"/>
            <a:ext cx="8684538" cy="47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42583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rge statemen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D297C2-5418-53A0-4896-D3DF23A984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3B4A32-ECA6-046E-1DE4-D4275E8AE1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4938" y="1392320"/>
            <a:ext cx="10178950" cy="40733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5998"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Large Statement</a:t>
            </a:r>
          </a:p>
        </p:txBody>
      </p:sp>
    </p:spTree>
    <p:extLst>
      <p:ext uri="{BB962C8B-B14F-4D97-AF65-F5344CB8AC3E}">
        <p14:creationId xmlns:p14="http://schemas.microsoft.com/office/powerpoint/2010/main" val="81224670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2682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oadmap slide_1 feature stacked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D66609-CC3C-9FFB-681F-7C5BE88A3C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38309"/>
          <a:stretch>
            <a:fillRect/>
          </a:stretch>
        </p:blipFill>
        <p:spPr>
          <a:xfrm>
            <a:off x="-64" y="2627377"/>
            <a:ext cx="12188952" cy="4229732"/>
          </a:xfrm>
          <a:prstGeom prst="rect">
            <a:avLst/>
          </a:prstGeom>
        </p:spPr>
      </p:pic>
      <p:sp>
        <p:nvSpPr>
          <p:cNvPr id="3" name="Picture Placeholder 20">
            <a:extLst>
              <a:ext uri="{FF2B5EF4-FFF2-40B4-BE49-F238E27FC236}">
                <a16:creationId xmlns:a16="http://schemas.microsoft.com/office/drawing/2014/main" id="{7C2B2D0B-3DF8-E88D-2E48-D387F867400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69620" y="3147472"/>
            <a:ext cx="10652760" cy="6428741"/>
          </a:xfrm>
          <a:prstGeom prst="roundRect">
            <a:avLst>
              <a:gd name="adj" fmla="val 2672"/>
            </a:avLst>
          </a:prstGeom>
          <a:solidFill>
            <a:schemeClr val="tx2"/>
          </a:solidFill>
          <a:ln>
            <a:noFill/>
          </a:ln>
        </p:spPr>
        <p:txBody>
          <a:bodyPr/>
          <a:lstStyle>
            <a:lvl1pPr algn="ctr">
              <a:defRPr b="0" i="0">
                <a:latin typeface="Mona Sans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5B1A28-2AE4-D9F2-F22F-7969CE329140}"/>
              </a:ext>
            </a:extLst>
          </p:cNvPr>
          <p:cNvSpPr/>
          <p:nvPr userDrawn="1"/>
        </p:nvSpPr>
        <p:spPr>
          <a:xfrm>
            <a:off x="-64" y="2627376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6345DBC2-1000-6AA6-48F5-8139726DE02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49037" y="192962"/>
            <a:ext cx="5290750" cy="44855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Beta / Coming soon / GA / Q120XX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68DFC8AC-7EA9-216E-0677-57987A765EE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336166" y="1185900"/>
            <a:ext cx="7516494" cy="1226592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A value prop in sentence case that is 12 words or less</a:t>
            </a:r>
          </a:p>
        </p:txBody>
      </p:sp>
    </p:spTree>
    <p:extLst>
      <p:ext uri="{BB962C8B-B14F-4D97-AF65-F5344CB8AC3E}">
        <p14:creationId xmlns:p14="http://schemas.microsoft.com/office/powerpoint/2010/main" val="15140139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30.xml"/><Relationship Id="rId39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25.xml"/><Relationship Id="rId34" Type="http://schemas.openxmlformats.org/officeDocument/2006/relationships/slideLayout" Target="../slideLayouts/slideLayout38.xml"/><Relationship Id="rId42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4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15.xml"/><Relationship Id="rId24" Type="http://schemas.openxmlformats.org/officeDocument/2006/relationships/slideLayout" Target="../slideLayouts/slideLayout28.xml"/><Relationship Id="rId32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7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3.xml"/><Relationship Id="rId31" Type="http://schemas.openxmlformats.org/officeDocument/2006/relationships/slideLayout" Target="../slideLayouts/slideLayout35.xml"/><Relationship Id="rId44" Type="http://schemas.openxmlformats.org/officeDocument/2006/relationships/slideLayout" Target="../slideLayouts/slideLayout48.xml"/><Relationship Id="rId52" Type="http://schemas.openxmlformats.org/officeDocument/2006/relationships/slideLayout" Target="../slideLayouts/slideLayout56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9.xml"/><Relationship Id="rId43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52.xml"/><Relationship Id="rId8" Type="http://schemas.openxmlformats.org/officeDocument/2006/relationships/slideLayout" Target="../slideLayouts/slideLayout12.xml"/><Relationship Id="rId51" Type="http://schemas.openxmlformats.org/officeDocument/2006/relationships/slideLayout" Target="../slideLayouts/slideLayout55.xml"/><Relationship Id="rId3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5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24.xml"/><Relationship Id="rId41" Type="http://schemas.openxmlformats.org/officeDocument/2006/relationships/slideLayout" Target="../slideLayouts/slideLayout45.xml"/><Relationship Id="rId54" Type="http://schemas.openxmlformats.org/officeDocument/2006/relationships/theme" Target="../theme/theme2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9.xml"/><Relationship Id="rId23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32.xml"/><Relationship Id="rId36" Type="http://schemas.openxmlformats.org/officeDocument/2006/relationships/slideLayout" Target="../slideLayouts/slideLayout40.xml"/><Relationship Id="rId49" Type="http://schemas.openxmlformats.org/officeDocument/2006/relationships/slideLayout" Target="../slideLayouts/slideLayout5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85.xml"/><Relationship Id="rId2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84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78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110" y="457200"/>
            <a:ext cx="11015651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048" y="1435504"/>
            <a:ext cx="11015651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88825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064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32" tIns="146266" rIns="182832" bIns="14626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9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99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532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32" tIns="146266" rIns="182832" bIns="14626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9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99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5400000">
            <a:off x="9506549" y="2743379"/>
            <a:ext cx="6858000" cy="137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3090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</p:sldLayoutIdLst>
  <p:transition>
    <p:fade/>
  </p:transition>
  <p:hf sldNum="0" hdr="0" ftr="0" dt="0"/>
  <p:txStyles>
    <p:titleStyle>
      <a:lvl1pPr algn="l" defTabSz="932462" rtl="0" eaLnBrk="1" latinLnBrk="0" hangingPunct="1">
        <a:lnSpc>
          <a:spcPct val="100000"/>
        </a:lnSpc>
        <a:spcBef>
          <a:spcPct val="0"/>
        </a:spcBef>
        <a:buNone/>
        <a:defRPr lang="en-US" sz="3599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531" marR="0" indent="-228531" algn="l" defTabSz="93246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799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063" marR="0" indent="-228531" algn="l" defTabSz="93246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999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028" marR="0" indent="-199965" algn="l" defTabSz="93246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710" marR="0" indent="-180921" algn="l" defTabSz="93246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631" marR="0" indent="-168225" algn="l" defTabSz="93246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4270" indent="-233116" algn="l" defTabSz="932462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3030503" indent="-233116" algn="l" defTabSz="932462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96734" indent="-233116" algn="l" defTabSz="932462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962966" indent="-233116" algn="l" defTabSz="932462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4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66231" algn="l" defTabSz="9324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32462" algn="l" defTabSz="9324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98693" algn="l" defTabSz="9324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64924" algn="l" defTabSz="9324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331156" algn="l" defTabSz="9324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97387" algn="l" defTabSz="9324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63618" algn="l" defTabSz="9324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729850" algn="l" defTabSz="9324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216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169EE6ED-0099-7E39-0444-27E44B92272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3535" y="0"/>
            <a:ext cx="2842191" cy="6858000"/>
            <a:chOff x="12325985" y="0"/>
            <a:chExt cx="4758055" cy="5486369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0F2BA80-7EE4-9C70-1FD3-58C8722D6521}"/>
                </a:ext>
              </a:extLst>
            </p:cNvPr>
            <p:cNvGrpSpPr/>
            <p:nvPr userDrawn="1"/>
          </p:nvGrpSpPr>
          <p:grpSpPr>
            <a:xfrm>
              <a:off x="12325986" y="1371595"/>
              <a:ext cx="4757228" cy="685799"/>
              <a:chOff x="12325986" y="1714511"/>
              <a:chExt cx="4757228" cy="685799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319561C-5038-5565-72E8-17F0FB1526F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325986" y="1714511"/>
                <a:ext cx="792779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Green 1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#BFFFD1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9157791-B842-4F20-8005-A8B173F3D57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119317" y="1714511"/>
                <a:ext cx="792779" cy="685799"/>
              </a:xfrm>
              <a:prstGeom prst="rect">
                <a:avLst/>
              </a:prstGeom>
              <a:solidFill>
                <a:srgbClr val="8BF1A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Green 2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#8CF2A9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4EBD69B-7DBB-E92D-C2BF-973FF9BFDCF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912096" y="1714511"/>
                <a:ext cx="792779" cy="68579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Green 3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#5FED83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CEF7C09-DB8A-E5AE-2B30-9640E7B9A10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704876" y="1714511"/>
                <a:ext cx="792779" cy="685799"/>
              </a:xfrm>
              <a:prstGeom prst="rect">
                <a:avLst/>
              </a:prstGeom>
              <a:solidFill>
                <a:srgbClr val="0FBF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Green 4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#0FBF3E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6F371A8-67AF-2360-1DCC-603E23D1DE3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497655" y="1714511"/>
                <a:ext cx="792779" cy="685799"/>
              </a:xfrm>
              <a:prstGeom prst="rect">
                <a:avLst/>
              </a:prstGeom>
              <a:solidFill>
                <a:srgbClr val="0E68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tx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Green 5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#0E6836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F471AAD-7952-B7A5-A445-C9B8AF15F75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290435" y="1714511"/>
                <a:ext cx="792779" cy="685799"/>
              </a:xfrm>
              <a:prstGeom prst="rect">
                <a:avLst/>
              </a:prstGeom>
              <a:solidFill>
                <a:srgbClr val="0A241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tx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Green 6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#0A241B</a:t>
                </a: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AD076A22-F406-6100-C1FC-34F47CF7EA2A}"/>
                </a:ext>
              </a:extLst>
            </p:cNvPr>
            <p:cNvGrpSpPr/>
            <p:nvPr userDrawn="1"/>
          </p:nvGrpSpPr>
          <p:grpSpPr>
            <a:xfrm>
              <a:off x="12325986" y="2057390"/>
              <a:ext cx="4757228" cy="685799"/>
              <a:chOff x="12325986" y="2571764"/>
              <a:chExt cx="4757228" cy="685799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67F0C9F-665E-1EF3-3606-E304E0C2B8C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325986" y="2571764"/>
                <a:ext cx="792779" cy="685799"/>
              </a:xfrm>
              <a:prstGeom prst="rect">
                <a:avLst/>
              </a:prstGeom>
              <a:solidFill>
                <a:srgbClr val="FFC9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Pink 1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#FFC9F2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9BDB3CF-4D81-CDAF-9FC5-1BFD7B057E2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119317" y="2571764"/>
                <a:ext cx="792779" cy="685799"/>
              </a:xfrm>
              <a:prstGeom prst="rect">
                <a:avLst/>
              </a:prstGeom>
              <a:solidFill>
                <a:srgbClr val="FF80D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bg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Pink 2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#FF80D2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AE38616-4A66-F023-C93F-5D80D8486F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912096" y="2571764"/>
                <a:ext cx="792779" cy="685799"/>
              </a:xfrm>
              <a:prstGeom prst="rect">
                <a:avLst/>
              </a:prstGeom>
              <a:solidFill>
                <a:srgbClr val="FF4A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Pink 3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#FF4AC0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853A31-3AB1-1D67-8303-2D05E1D4B22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704876" y="2571764"/>
                <a:ext cx="792779" cy="685799"/>
              </a:xfrm>
              <a:prstGeom prst="rect">
                <a:avLst/>
              </a:prstGeom>
              <a:solidFill>
                <a:srgbClr val="CA218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latin typeface="Mona Sans" pitchFamily="2" charset="77"/>
                  </a:rPr>
                  <a:t>Pink 4</a:t>
                </a:r>
                <a:br>
                  <a:rPr lang="en-US" sz="500">
                    <a:latin typeface="Mona Sans" pitchFamily="2" charset="77"/>
                  </a:rPr>
                </a:br>
                <a:r>
                  <a:rPr lang="en-US" sz="500">
                    <a:latin typeface="Mona Sans" pitchFamily="2" charset="77"/>
                  </a:rPr>
                  <a:t>#CA2186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3251814-A83E-03C6-B315-8AD124F3850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497655" y="2571764"/>
                <a:ext cx="792779" cy="685799"/>
              </a:xfrm>
              <a:prstGeom prst="rect">
                <a:avLst/>
              </a:prstGeom>
              <a:solidFill>
                <a:srgbClr val="95286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tx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Pink 5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#952866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9562318-E55A-CFA8-1D78-F45A3957F2B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290435" y="2571764"/>
                <a:ext cx="792779" cy="685799"/>
              </a:xfrm>
              <a:prstGeom prst="rect">
                <a:avLst/>
              </a:prstGeom>
              <a:solidFill>
                <a:srgbClr val="30081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tx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Pink 6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#30081F</a:t>
                </a: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E90DAE8F-5963-5DFF-B073-C42E55649EA3}"/>
                </a:ext>
              </a:extLst>
            </p:cNvPr>
            <p:cNvGrpSpPr/>
            <p:nvPr userDrawn="1"/>
          </p:nvGrpSpPr>
          <p:grpSpPr>
            <a:xfrm>
              <a:off x="12325986" y="2743185"/>
              <a:ext cx="4757228" cy="685799"/>
              <a:chOff x="12325986" y="3429012"/>
              <a:chExt cx="4757228" cy="68579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7999A41-03DF-F610-7C49-F6692C78FB7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325986" y="3429012"/>
                <a:ext cx="792779" cy="685799"/>
              </a:xfrm>
              <a:prstGeom prst="rect">
                <a:avLst/>
              </a:prstGeom>
              <a:solidFill>
                <a:srgbClr val="C898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bg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Purple 1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#C898FD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89CA3B9-4BF0-1949-616D-0B2EA55959F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119317" y="3429012"/>
                <a:ext cx="792779" cy="685799"/>
              </a:xfrm>
              <a:prstGeom prst="rect">
                <a:avLst/>
              </a:prstGeom>
              <a:solidFill>
                <a:srgbClr val="B870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bg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Purple 2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#B870FF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9B02A1A-0DE7-747E-6A28-5FDF49774BF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912096" y="3429012"/>
                <a:ext cx="792779" cy="685799"/>
              </a:xfrm>
              <a:prstGeom prst="rect">
                <a:avLst/>
              </a:prstGeom>
              <a:solidFill>
                <a:srgbClr val="8534F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r>
                  <a:rPr lang="en-US" sz="1000" b="1">
                    <a:solidFill>
                      <a:schemeClr val="tx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Purple 3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#8534F3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48EA80C-BB55-7FC5-694F-2714AD929F6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704876" y="3429012"/>
                <a:ext cx="792779" cy="685799"/>
              </a:xfrm>
              <a:prstGeom prst="rect">
                <a:avLst/>
              </a:prstGeom>
              <a:solidFill>
                <a:srgbClr val="43179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latin typeface="Mona Sans" pitchFamily="2" charset="77"/>
                  </a:rPr>
                  <a:t>Purple 4</a:t>
                </a:r>
                <a:br>
                  <a:rPr lang="en-US" sz="500">
                    <a:latin typeface="Mona Sans" pitchFamily="2" charset="77"/>
                  </a:rPr>
                </a:br>
                <a:r>
                  <a:rPr lang="en-US" sz="500">
                    <a:latin typeface="Mona Sans" pitchFamily="2" charset="77"/>
                  </a:rPr>
                  <a:t>#43179E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5B0C3663-BFC4-D311-EB73-0557F493CD8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497655" y="3429012"/>
                <a:ext cx="792779" cy="685799"/>
              </a:xfrm>
              <a:prstGeom prst="rect">
                <a:avLst/>
              </a:prstGeom>
              <a:solidFill>
                <a:srgbClr val="26115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latin typeface="Mona Sans" pitchFamily="2" charset="77"/>
                  </a:rPr>
                  <a:t>Purple</a:t>
                </a: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 5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#26115F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442435D-6AE1-A538-C69B-0164689EA2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290435" y="3429012"/>
                <a:ext cx="792779" cy="685799"/>
              </a:xfrm>
              <a:prstGeom prst="rect">
                <a:avLst/>
              </a:prstGeom>
              <a:solidFill>
                <a:srgbClr val="1600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latin typeface="Mona Sans" pitchFamily="2" charset="77"/>
                  </a:rPr>
                  <a:t>Purple</a:t>
                </a: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 6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#160048</a:t>
                </a:r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D41175D5-4921-18D8-FD2C-DC8C420F95AE}"/>
                </a:ext>
              </a:extLst>
            </p:cNvPr>
            <p:cNvGrpSpPr/>
            <p:nvPr userDrawn="1"/>
          </p:nvGrpSpPr>
          <p:grpSpPr>
            <a:xfrm>
              <a:off x="12325986" y="3429012"/>
              <a:ext cx="4757228" cy="685799"/>
              <a:chOff x="12325986" y="4286261"/>
              <a:chExt cx="4757228" cy="685799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29CC705-1EEA-674A-EAFF-C49DDDE8097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325986" y="4286261"/>
                <a:ext cx="792779" cy="685799"/>
              </a:xfrm>
              <a:prstGeom prst="rect">
                <a:avLst/>
              </a:prstGeom>
              <a:solidFill>
                <a:srgbClr val="F4A87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bg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Orange 1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#F4A876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89FDBA3-1408-F444-D364-1FECD89B013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119317" y="4286261"/>
                <a:ext cx="792779" cy="685799"/>
              </a:xfrm>
              <a:prstGeom prst="rect">
                <a:avLst/>
              </a:prstGeom>
              <a:solidFill>
                <a:srgbClr val="F08A3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bg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Orange 2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#F08A3A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B127713-B777-35F9-6BE4-BD9ACE18757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912096" y="4286261"/>
                <a:ext cx="792779" cy="685799"/>
              </a:xfrm>
              <a:prstGeom prst="rect">
                <a:avLst/>
              </a:prstGeom>
              <a:solidFill>
                <a:srgbClr val="FE4C2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r>
                  <a:rPr lang="en-US" sz="1000" b="1">
                    <a:solidFill>
                      <a:schemeClr val="tx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Orange 3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#FE4C25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73445D2-BB0A-CE75-FDF4-180ACEC6F42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704876" y="4286261"/>
                <a:ext cx="792779" cy="685799"/>
              </a:xfrm>
              <a:prstGeom prst="rect">
                <a:avLst/>
              </a:prstGeom>
              <a:solidFill>
                <a:srgbClr val="C5321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latin typeface="Mona Sans" pitchFamily="2" charset="77"/>
                  </a:rPr>
                  <a:t>Orange 4</a:t>
                </a:r>
                <a:br>
                  <a:rPr lang="en-US" sz="500">
                    <a:latin typeface="Mona Sans" pitchFamily="2" charset="77"/>
                  </a:rPr>
                </a:br>
                <a:r>
                  <a:rPr lang="en-US" sz="500">
                    <a:latin typeface="Mona Sans" pitchFamily="2" charset="77"/>
                  </a:rPr>
                  <a:t>#C53211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A305C54-4BF1-88C3-5DBA-865494D9683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497655" y="4286261"/>
                <a:ext cx="792779" cy="685799"/>
              </a:xfrm>
              <a:prstGeom prst="rect">
                <a:avLst/>
              </a:prstGeom>
              <a:solidFill>
                <a:srgbClr val="801E0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latin typeface="Mona Sans" pitchFamily="2" charset="77"/>
                  </a:rPr>
                  <a:t>Orange</a:t>
                </a: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 5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#801E0F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C3B9EA5-513E-9292-E089-074EBCEE24B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290435" y="4286261"/>
                <a:ext cx="792779" cy="685799"/>
              </a:xfrm>
              <a:prstGeom prst="rect">
                <a:avLst/>
              </a:prstGeom>
              <a:solidFill>
                <a:srgbClr val="500A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latin typeface="Mona Sans" pitchFamily="2" charset="77"/>
                  </a:rPr>
                  <a:t>Orange</a:t>
                </a: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 6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#500A00</a:t>
                </a:r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29CC5654-A978-ED44-8E01-7785DFA9929E}"/>
                </a:ext>
              </a:extLst>
            </p:cNvPr>
            <p:cNvGrpSpPr/>
            <p:nvPr userDrawn="1"/>
          </p:nvGrpSpPr>
          <p:grpSpPr>
            <a:xfrm>
              <a:off x="12325986" y="4114775"/>
              <a:ext cx="4757228" cy="685799"/>
              <a:chOff x="12325986" y="5143506"/>
              <a:chExt cx="4757228" cy="685799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482C72E-1865-1A9D-C6BA-9E158E62923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325986" y="5143506"/>
                <a:ext cx="792779" cy="685799"/>
              </a:xfrm>
              <a:prstGeom prst="rect">
                <a:avLst/>
              </a:prstGeom>
              <a:solidFill>
                <a:srgbClr val="9EEC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bg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Blue 1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#9EECFF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1A97AF2-A2AD-5D61-0F2C-04E7C32134C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119317" y="5143506"/>
                <a:ext cx="792779" cy="685799"/>
              </a:xfrm>
              <a:prstGeom prst="rect">
                <a:avLst/>
              </a:prstGeom>
              <a:solidFill>
                <a:srgbClr val="309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bg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Blue 2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#3094FF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A75B383-60D6-B1FE-F15F-FFF87F74F64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912096" y="5143506"/>
                <a:ext cx="792779" cy="685799"/>
              </a:xfrm>
              <a:prstGeom prst="rect">
                <a:avLst/>
              </a:prstGeom>
              <a:solidFill>
                <a:srgbClr val="1A61F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bg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Blue 3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#1A61FE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7A50CE3C-16BF-E4A0-59C4-CC2F67BAA72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704876" y="5143506"/>
                <a:ext cx="792779" cy="685799"/>
              </a:xfrm>
              <a:prstGeom prst="rect">
                <a:avLst/>
              </a:prstGeom>
              <a:solidFill>
                <a:srgbClr val="0527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endParaRPr lang="en-US" sz="500">
                  <a:latin typeface="Mona Sans" pitchFamily="2" charset="77"/>
                </a:endParaRPr>
              </a:p>
              <a:p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latin typeface="Mona Sans" pitchFamily="2" charset="77"/>
                  </a:rPr>
                  <a:t>Blue 4</a:t>
                </a:r>
                <a:br>
                  <a:rPr lang="en-US" sz="500">
                    <a:latin typeface="Mona Sans" pitchFamily="2" charset="77"/>
                  </a:rPr>
                </a:br>
                <a:r>
                  <a:rPr lang="en-US" sz="500">
                    <a:latin typeface="Mona Sans" pitchFamily="2" charset="77"/>
                  </a:rPr>
                  <a:t>#0527FC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DBEA97A-62FB-27FA-421F-8A071DF618F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497655" y="5143506"/>
                <a:ext cx="792779" cy="685799"/>
              </a:xfrm>
              <a:prstGeom prst="rect">
                <a:avLst/>
              </a:prstGeom>
              <a:solidFill>
                <a:srgbClr val="21218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latin typeface="Mona Sans" pitchFamily="2" charset="77"/>
                  </a:rPr>
                  <a:t>Blue</a:t>
                </a: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 5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#212183</a:t>
                </a: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CEAC834-9ACE-1DFD-694D-957EA662A0B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290435" y="5143506"/>
                <a:ext cx="792779" cy="685799"/>
              </a:xfrm>
              <a:prstGeom prst="rect">
                <a:avLst/>
              </a:prstGeom>
              <a:solidFill>
                <a:srgbClr val="001C4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latin typeface="Mona Sans" pitchFamily="2" charset="77"/>
                  </a:rPr>
                  <a:t>Blue</a:t>
                </a: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 6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#001C4D</a:t>
                </a: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5959B7E2-B4FF-699A-FD1A-BD0B5F7B828E}"/>
                </a:ext>
              </a:extLst>
            </p:cNvPr>
            <p:cNvGrpSpPr/>
            <p:nvPr userDrawn="1"/>
          </p:nvGrpSpPr>
          <p:grpSpPr>
            <a:xfrm>
              <a:off x="12325986" y="4800570"/>
              <a:ext cx="4757228" cy="685799"/>
              <a:chOff x="12325986" y="6000747"/>
              <a:chExt cx="4757228" cy="685799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7F02298E-0226-A6F3-4D96-5DCF12CB007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325986" y="6000747"/>
                <a:ext cx="792779" cy="685799"/>
              </a:xfrm>
              <a:prstGeom prst="rect">
                <a:avLst/>
              </a:prstGeom>
              <a:solidFill>
                <a:srgbClr val="DCFF9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Lime 1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#DCFF96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5E6ABC20-5776-53A4-FA5B-3A5A6A5C97A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119317" y="6000747"/>
                <a:ext cx="792779" cy="685799"/>
              </a:xfrm>
              <a:prstGeom prst="rect">
                <a:avLst/>
              </a:prstGeom>
              <a:solidFill>
                <a:srgbClr val="D3FA3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bg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Lime 2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#D3FA37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BF84E9A-D0F5-7453-557E-3609208CD50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912096" y="6000747"/>
                <a:ext cx="792779" cy="685799"/>
              </a:xfrm>
              <a:prstGeom prst="rect">
                <a:avLst/>
              </a:prstGeom>
              <a:solidFill>
                <a:srgbClr val="D8BD0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r>
                  <a:rPr lang="en-US" sz="1000" b="1">
                    <a:solidFill>
                      <a:schemeClr val="tx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Lime 3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#D8BD0E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932173E-2B8D-237F-D9F8-37F1C5C0670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704875" y="6000747"/>
                <a:ext cx="792779" cy="685799"/>
              </a:xfrm>
              <a:prstGeom prst="rect">
                <a:avLst/>
              </a:prstGeom>
              <a:solidFill>
                <a:srgbClr val="C086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Lime 4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#C08600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B1723E42-8029-18C4-9BBD-E7853FE1372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497655" y="6000747"/>
                <a:ext cx="792779" cy="685799"/>
              </a:xfrm>
              <a:prstGeom prst="rect">
                <a:avLst/>
              </a:prstGeom>
              <a:solidFill>
                <a:srgbClr val="DA72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Lime 5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#DA7210</a:t>
                </a: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57FEAB6-B1E4-C358-0546-5A595F9799D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290435" y="6000747"/>
                <a:ext cx="792779" cy="685799"/>
              </a:xfrm>
              <a:prstGeom prst="rect">
                <a:avLst/>
              </a:prstGeom>
              <a:solidFill>
                <a:srgbClr val="7031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latin typeface="Mona Sans" pitchFamily="2" charset="77"/>
                  </a:rPr>
                  <a:t>Lime</a:t>
                </a: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 6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#703100</a:t>
                </a: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690B54F0-26E4-4D48-8631-A62714B758A5}"/>
                </a:ext>
              </a:extLst>
            </p:cNvPr>
            <p:cNvGrpSpPr/>
            <p:nvPr userDrawn="1"/>
          </p:nvGrpSpPr>
          <p:grpSpPr>
            <a:xfrm>
              <a:off x="12325986" y="685795"/>
              <a:ext cx="4757228" cy="685800"/>
              <a:chOff x="12325986" y="857254"/>
              <a:chExt cx="4757228" cy="685800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9FDB61CB-7039-E520-BD37-6E293AC8BB0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325986" y="857254"/>
                <a:ext cx="1189100" cy="685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tx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Black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#000000</a:t>
                </a: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57C95AB3-4712-8FE4-3FEE-5B4A80EE957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894114" y="857254"/>
                <a:ext cx="1189100" cy="685800"/>
              </a:xfrm>
              <a:prstGeom prst="rect">
                <a:avLst/>
              </a:prstGeom>
              <a:solidFill>
                <a:srgbClr val="90969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r>
                  <a:rPr lang="en-US" sz="1000" b="1">
                    <a:solidFill>
                      <a:schemeClr val="tx1"/>
                    </a:solidFill>
                    <a:latin typeface="Mona Sans" pitchFamily="2" charset="77"/>
                  </a:rPr>
                  <a:t>A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Gray 4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#909692</a:t>
                </a: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EF046EF-A277-5CB4-CCA8-A8E75DEADAF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705013" y="857254"/>
                <a:ext cx="1189100" cy="685800"/>
              </a:xfrm>
              <a:prstGeom prst="rect">
                <a:avLst/>
              </a:prstGeom>
              <a:solidFill>
                <a:srgbClr val="23292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tx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Gray 5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#232925</a:t>
                </a: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DC8D512E-AF18-6AB8-B05F-22D11D443FC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514259" y="857254"/>
                <a:ext cx="1189100" cy="685800"/>
              </a:xfrm>
              <a:prstGeom prst="rect">
                <a:avLst/>
              </a:prstGeom>
              <a:solidFill>
                <a:srgbClr val="10141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tx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Gray 6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#101411</a:t>
                </a: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7DFF577F-D86D-2D50-E6E4-C44735DCD7FB}"/>
                </a:ext>
              </a:extLst>
            </p:cNvPr>
            <p:cNvGrpSpPr/>
            <p:nvPr userDrawn="1"/>
          </p:nvGrpSpPr>
          <p:grpSpPr>
            <a:xfrm>
              <a:off x="12325985" y="0"/>
              <a:ext cx="4758055" cy="685800"/>
              <a:chOff x="12325985" y="0"/>
              <a:chExt cx="4758055" cy="685800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49A14993-C36D-C2A1-B747-8B7D1C1CAC6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515912" y="0"/>
                <a:ext cx="1189100" cy="685800"/>
              </a:xfrm>
              <a:prstGeom prst="rect">
                <a:avLst/>
              </a:prstGeom>
              <a:solidFill>
                <a:srgbClr val="F2F5F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 lvl="0" indent="0" algn="l" defTabSz="91408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>
                  <a:solidFill>
                    <a:schemeClr val="bg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Gray 1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#F2F5F3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AA974A61-8AE7-CBBF-F43E-C201786DA92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705769" y="0"/>
                <a:ext cx="1189100" cy="685800"/>
              </a:xfrm>
              <a:prstGeom prst="rect">
                <a:avLst/>
              </a:prstGeom>
              <a:solidFill>
                <a:srgbClr val="E4EB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Gray 2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#E4EBE6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D698BCD-B6DC-F607-B67C-78F3388BA1D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894940" y="0"/>
                <a:ext cx="1189100" cy="685800"/>
              </a:xfrm>
              <a:prstGeom prst="rect">
                <a:avLst/>
              </a:prstGeom>
              <a:solidFill>
                <a:srgbClr val="B6BF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r>
                  <a:rPr lang="en-US" sz="500" b="1">
                    <a:solidFill>
                      <a:schemeClr val="bg1"/>
                    </a:solidFill>
                    <a:latin typeface="Mona Sans" pitchFamily="2" charset="77"/>
                  </a:rPr>
                  <a:t> 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Gray 3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#B6BFB8</a:t>
                </a: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855C327-3987-359D-8304-4CCF274AE5E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325985" y="0"/>
                <a:ext cx="1189100" cy="685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bg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White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#FFFFFF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575594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781" r:id="rId3"/>
    <p:sldLayoutId id="2147483664" r:id="rId4"/>
    <p:sldLayoutId id="2147483666" r:id="rId5"/>
    <p:sldLayoutId id="2147483783" r:id="rId6"/>
    <p:sldLayoutId id="2147483667" r:id="rId7"/>
    <p:sldLayoutId id="2147483784" r:id="rId8"/>
    <p:sldLayoutId id="2147483785" r:id="rId9"/>
    <p:sldLayoutId id="2147483786" r:id="rId10"/>
    <p:sldLayoutId id="2147483668" r:id="rId11"/>
    <p:sldLayoutId id="2147483669" r:id="rId12"/>
    <p:sldLayoutId id="2147483801" r:id="rId13"/>
    <p:sldLayoutId id="2147483802" r:id="rId14"/>
    <p:sldLayoutId id="2147483803" r:id="rId15"/>
    <p:sldLayoutId id="2147483804" r:id="rId16"/>
    <p:sldLayoutId id="2147483805" r:id="rId17"/>
    <p:sldLayoutId id="2147483811" r:id="rId18"/>
    <p:sldLayoutId id="2147483812" r:id="rId19"/>
    <p:sldLayoutId id="2147483813" r:id="rId20"/>
    <p:sldLayoutId id="2147483814" r:id="rId21"/>
    <p:sldLayoutId id="2147483815" r:id="rId22"/>
    <p:sldLayoutId id="2147483816" r:id="rId23"/>
    <p:sldLayoutId id="2147483817" r:id="rId24"/>
    <p:sldLayoutId id="2147483818" r:id="rId25"/>
    <p:sldLayoutId id="2147483819" r:id="rId26"/>
    <p:sldLayoutId id="2147483982" r:id="rId27"/>
    <p:sldLayoutId id="2147483820" r:id="rId28"/>
    <p:sldLayoutId id="2147483821" r:id="rId29"/>
    <p:sldLayoutId id="2147483822" r:id="rId30"/>
    <p:sldLayoutId id="2147483823" r:id="rId31"/>
    <p:sldLayoutId id="2147483824" r:id="rId32"/>
    <p:sldLayoutId id="2147483825" r:id="rId33"/>
    <p:sldLayoutId id="2147483826" r:id="rId34"/>
    <p:sldLayoutId id="2147483827" r:id="rId35"/>
    <p:sldLayoutId id="2147483670" r:id="rId36"/>
    <p:sldLayoutId id="2147483671" r:id="rId37"/>
    <p:sldLayoutId id="2147483672" r:id="rId38"/>
    <p:sldLayoutId id="2147483673" r:id="rId39"/>
    <p:sldLayoutId id="2147483674" r:id="rId40"/>
    <p:sldLayoutId id="2147483972" r:id="rId41"/>
    <p:sldLayoutId id="2147483978" r:id="rId42"/>
    <p:sldLayoutId id="2147483979" r:id="rId43"/>
    <p:sldLayoutId id="2147483980" r:id="rId44"/>
    <p:sldLayoutId id="2147483981" r:id="rId45"/>
    <p:sldLayoutId id="2147483968" r:id="rId46"/>
    <p:sldLayoutId id="2147483969" r:id="rId47"/>
    <p:sldLayoutId id="2147483970" r:id="rId48"/>
    <p:sldLayoutId id="2147483971" r:id="rId49"/>
    <p:sldLayoutId id="2147483675" r:id="rId50"/>
    <p:sldLayoutId id="2147483676" r:id="rId51"/>
    <p:sldLayoutId id="2147483977" r:id="rId52"/>
    <p:sldLayoutId id="2147483983" r:id="rId53"/>
  </p:sldLayoutIdLst>
  <p:transition>
    <p:fade/>
  </p:transition>
  <p:txStyles>
    <p:titleStyle>
      <a:lvl1pPr algn="l" defTabSz="914034" rtl="0" eaLnBrk="1" latinLnBrk="0" hangingPunct="1">
        <a:lnSpc>
          <a:spcPct val="90000"/>
        </a:lnSpc>
        <a:spcBef>
          <a:spcPct val="0"/>
        </a:spcBef>
        <a:buNone/>
        <a:defRPr sz="3599" b="1" i="0" kern="1200">
          <a:solidFill>
            <a:schemeClr val="tx1"/>
          </a:solidFill>
          <a:latin typeface="Mona-Sans" pitchFamily="2" charset="77"/>
          <a:ea typeface="+mj-ea"/>
          <a:cs typeface="Arial" panose="020B0604020202020204" pitchFamily="34" charset="0"/>
        </a:defRPr>
      </a:lvl1pPr>
    </p:titleStyle>
    <p:bodyStyle>
      <a:lvl1pPr marL="0" indent="0" algn="l" defTabSz="9140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199" b="0" i="0" kern="1200">
          <a:solidFill>
            <a:schemeClr val="tx1"/>
          </a:solidFill>
          <a:latin typeface="Mona-Sans Regular" pitchFamily="2" charset="77"/>
          <a:ea typeface="+mn-ea"/>
          <a:cs typeface="Arial" panose="020B0604020202020204" pitchFamily="34" charset="0"/>
        </a:defRPr>
      </a:lvl1pPr>
      <a:lvl2pPr marL="457017" indent="0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799" b="0" i="0" kern="1200">
          <a:solidFill>
            <a:schemeClr val="tx1"/>
          </a:solidFill>
          <a:latin typeface="Mona-Sans Regular" pitchFamily="2" charset="77"/>
          <a:ea typeface="+mn-ea"/>
          <a:cs typeface="Arial" panose="020B0604020202020204" pitchFamily="34" charset="0"/>
        </a:defRPr>
      </a:lvl2pPr>
      <a:lvl3pPr marL="914034" indent="0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799" b="0" i="0" kern="1200">
          <a:solidFill>
            <a:schemeClr val="tx1"/>
          </a:solidFill>
          <a:latin typeface="Mona-Sans Regular" pitchFamily="2" charset="77"/>
          <a:ea typeface="+mn-ea"/>
          <a:cs typeface="Arial" panose="020B0604020202020204" pitchFamily="34" charset="0"/>
        </a:defRPr>
      </a:lvl3pPr>
      <a:lvl4pPr marL="1371051" indent="0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799" b="0" i="0" kern="1200">
          <a:solidFill>
            <a:schemeClr val="tx1"/>
          </a:solidFill>
          <a:latin typeface="Mona-Sans Regular" pitchFamily="2" charset="77"/>
          <a:ea typeface="+mn-ea"/>
          <a:cs typeface="Arial" panose="020B0604020202020204" pitchFamily="34" charset="0"/>
        </a:defRPr>
      </a:lvl4pPr>
      <a:lvl5pPr marL="1828068" indent="0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799" b="0" i="0" kern="1200">
          <a:solidFill>
            <a:schemeClr val="tx1"/>
          </a:solidFill>
          <a:latin typeface="Mona-Sans Regular" pitchFamily="2" charset="77"/>
          <a:ea typeface="+mn-ea"/>
          <a:cs typeface="Arial" panose="020B0604020202020204" pitchFamily="34" charset="0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  <p15:guide id="3" pos="119" userDrawn="1">
          <p15:clr>
            <a:srgbClr val="F26B43"/>
          </p15:clr>
        </p15:guide>
        <p15:guide id="4" pos="7559" userDrawn="1">
          <p15:clr>
            <a:srgbClr val="F26B43"/>
          </p15:clr>
        </p15:guide>
        <p15:guide id="5" orient="horz" pos="120" userDrawn="1">
          <p15:clr>
            <a:srgbClr val="F26B43"/>
          </p15:clr>
        </p15:guide>
        <p15:guide id="6" orient="horz" pos="4200" userDrawn="1">
          <p15:clr>
            <a:srgbClr val="F26B43"/>
          </p15:clr>
        </p15:guide>
        <p15:guide id="7" pos="239" userDrawn="1">
          <p15:clr>
            <a:srgbClr val="F26B43"/>
          </p15:clr>
        </p15:guide>
        <p15:guide id="8" orient="horz" pos="264" userDrawn="1">
          <p15:clr>
            <a:srgbClr val="F26B43"/>
          </p15:clr>
        </p15:guide>
        <p15:guide id="9" orient="horz" pos="4056" userDrawn="1">
          <p15:clr>
            <a:srgbClr val="F26B43"/>
          </p15:clr>
        </p15:guide>
        <p15:guide id="10" pos="7439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roup 230">
            <a:extLst>
              <a:ext uri="{FF2B5EF4-FFF2-40B4-BE49-F238E27FC236}">
                <a16:creationId xmlns:a16="http://schemas.microsoft.com/office/drawing/2014/main" id="{FD1D329E-B631-3D8F-40D5-0333A753A05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3535" y="0"/>
            <a:ext cx="2842191" cy="6858000"/>
            <a:chOff x="12325985" y="0"/>
            <a:chExt cx="4758055" cy="5486369"/>
          </a:xfrm>
        </p:grpSpPr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3BDCB2B2-FD79-63BE-7A55-A3B0551272AF}"/>
                </a:ext>
              </a:extLst>
            </p:cNvPr>
            <p:cNvGrpSpPr/>
            <p:nvPr userDrawn="1"/>
          </p:nvGrpSpPr>
          <p:grpSpPr>
            <a:xfrm>
              <a:off x="12325986" y="1371595"/>
              <a:ext cx="4757228" cy="685799"/>
              <a:chOff x="12325986" y="1714511"/>
              <a:chExt cx="4757228" cy="685799"/>
            </a:xfrm>
          </p:grpSpPr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B1AEF5D4-E8E8-405E-E3A2-8E73510FDC4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325986" y="1714511"/>
                <a:ext cx="792779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Green 1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#BFFFD1</a:t>
                </a:r>
              </a:p>
            </p:txBody>
          </p:sp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E3980434-6C57-A192-A877-9F426A0A69A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119317" y="1714511"/>
                <a:ext cx="792779" cy="685799"/>
              </a:xfrm>
              <a:prstGeom prst="rect">
                <a:avLst/>
              </a:prstGeom>
              <a:solidFill>
                <a:srgbClr val="8BF1A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Green 2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#8CF2A9</a:t>
                </a:r>
              </a:p>
            </p:txBody>
          </p:sp>
          <p:sp>
            <p:nvSpPr>
              <p:cNvPr id="280" name="Rectangle 279">
                <a:extLst>
                  <a:ext uri="{FF2B5EF4-FFF2-40B4-BE49-F238E27FC236}">
                    <a16:creationId xmlns:a16="http://schemas.microsoft.com/office/drawing/2014/main" id="{85CD9EDB-F93D-9544-EC9A-38F8EC898F8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912096" y="1714511"/>
                <a:ext cx="792779" cy="68579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Green 3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#5FED83</a:t>
                </a:r>
              </a:p>
            </p:txBody>
          </p:sp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F1A08367-25C6-C594-9BE7-87B48E0C86E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704876" y="1714511"/>
                <a:ext cx="792779" cy="685799"/>
              </a:xfrm>
              <a:prstGeom prst="rect">
                <a:avLst/>
              </a:prstGeom>
              <a:solidFill>
                <a:srgbClr val="0FBF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Green 4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#0FBF3E</a:t>
                </a:r>
              </a:p>
            </p:txBody>
          </p:sp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1FC76522-3174-1F78-6238-491C8923280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497655" y="1714511"/>
                <a:ext cx="792779" cy="685799"/>
              </a:xfrm>
              <a:prstGeom prst="rect">
                <a:avLst/>
              </a:prstGeom>
              <a:solidFill>
                <a:srgbClr val="0E68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tx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Green 5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#0E6836</a:t>
                </a:r>
              </a:p>
            </p:txBody>
          </p:sp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C8A484FF-D3FC-7ECF-5B9A-5A8C0532C85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290435" y="1714511"/>
                <a:ext cx="792779" cy="685799"/>
              </a:xfrm>
              <a:prstGeom prst="rect">
                <a:avLst/>
              </a:prstGeom>
              <a:solidFill>
                <a:srgbClr val="0A241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tx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Green 6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#0A241B</a:t>
                </a:r>
              </a:p>
            </p:txBody>
          </p: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008D50AB-B3BD-9BAB-BA10-082C7EEDD658}"/>
                </a:ext>
              </a:extLst>
            </p:cNvPr>
            <p:cNvGrpSpPr/>
            <p:nvPr userDrawn="1"/>
          </p:nvGrpSpPr>
          <p:grpSpPr>
            <a:xfrm>
              <a:off x="12325986" y="2057390"/>
              <a:ext cx="4757228" cy="685799"/>
              <a:chOff x="12325986" y="2571764"/>
              <a:chExt cx="4757228" cy="685799"/>
            </a:xfrm>
          </p:grpSpPr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48B29901-B162-EA51-005A-98D6D611F67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325986" y="2571764"/>
                <a:ext cx="792779" cy="685799"/>
              </a:xfrm>
              <a:prstGeom prst="rect">
                <a:avLst/>
              </a:prstGeom>
              <a:solidFill>
                <a:srgbClr val="FFC9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Pink 1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#FFC9F2</a:t>
                </a:r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4F441B56-13DB-0C84-A599-A953CDBF12C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119317" y="2571764"/>
                <a:ext cx="792779" cy="685799"/>
              </a:xfrm>
              <a:prstGeom prst="rect">
                <a:avLst/>
              </a:prstGeom>
              <a:solidFill>
                <a:srgbClr val="FF80D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bg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Pink 2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#FF80D2</a:t>
                </a:r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1267CE18-83D8-2511-6FFF-282EFBDA79B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912096" y="2571764"/>
                <a:ext cx="792779" cy="685799"/>
              </a:xfrm>
              <a:prstGeom prst="rect">
                <a:avLst/>
              </a:prstGeom>
              <a:solidFill>
                <a:srgbClr val="FF4A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Pink 3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#FF4AC0</a:t>
                </a:r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4C6389B4-F439-6AB8-30C0-B8CDE1FDA53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704876" y="2571764"/>
                <a:ext cx="792779" cy="685799"/>
              </a:xfrm>
              <a:prstGeom prst="rect">
                <a:avLst/>
              </a:prstGeom>
              <a:solidFill>
                <a:srgbClr val="CA218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latin typeface="Mona Sans" pitchFamily="2" charset="77"/>
                  </a:rPr>
                  <a:t>Pink 4</a:t>
                </a:r>
                <a:br>
                  <a:rPr lang="en-US" sz="500">
                    <a:latin typeface="Mona Sans" pitchFamily="2" charset="77"/>
                  </a:rPr>
                </a:br>
                <a:r>
                  <a:rPr lang="en-US" sz="500">
                    <a:latin typeface="Mona Sans" pitchFamily="2" charset="77"/>
                  </a:rPr>
                  <a:t>#CA2186</a:t>
                </a:r>
              </a:p>
            </p:txBody>
          </p:sp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2EF40A9C-932B-452C-5426-F25126C54AC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497655" y="2571764"/>
                <a:ext cx="792779" cy="685799"/>
              </a:xfrm>
              <a:prstGeom prst="rect">
                <a:avLst/>
              </a:prstGeom>
              <a:solidFill>
                <a:srgbClr val="95286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tx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Pink 5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#952866</a:t>
                </a:r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6D920E85-68E1-2C6F-D01D-52B66ABB200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290435" y="2571764"/>
                <a:ext cx="792779" cy="685799"/>
              </a:xfrm>
              <a:prstGeom prst="rect">
                <a:avLst/>
              </a:prstGeom>
              <a:solidFill>
                <a:srgbClr val="30081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tx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Pink 6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#30081F</a:t>
                </a:r>
              </a:p>
            </p:txBody>
          </p:sp>
        </p:grpSp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2C2B02F1-0D6A-FC64-DE9C-DF0598B1BF28}"/>
                </a:ext>
              </a:extLst>
            </p:cNvPr>
            <p:cNvGrpSpPr/>
            <p:nvPr userDrawn="1"/>
          </p:nvGrpSpPr>
          <p:grpSpPr>
            <a:xfrm>
              <a:off x="12325986" y="2743185"/>
              <a:ext cx="4757228" cy="685799"/>
              <a:chOff x="12325986" y="3429012"/>
              <a:chExt cx="4757228" cy="685799"/>
            </a:xfrm>
          </p:grpSpPr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7901AC06-19E8-6F42-B08C-91063FDF454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325986" y="3429012"/>
                <a:ext cx="792779" cy="685799"/>
              </a:xfrm>
              <a:prstGeom prst="rect">
                <a:avLst/>
              </a:prstGeom>
              <a:solidFill>
                <a:srgbClr val="C898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bg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Purple 1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#C898FD</a:t>
                </a:r>
              </a:p>
            </p:txBody>
          </p:sp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E0E2B350-AB14-38E0-5E5E-01F3A8A573D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119317" y="3429012"/>
                <a:ext cx="792779" cy="685799"/>
              </a:xfrm>
              <a:prstGeom prst="rect">
                <a:avLst/>
              </a:prstGeom>
              <a:solidFill>
                <a:srgbClr val="B870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bg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Purple 2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#B870FF</a:t>
                </a:r>
              </a:p>
            </p:txBody>
          </p:sp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87E1F7FE-3E41-73C8-569F-1C22BE40F33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912096" y="3429012"/>
                <a:ext cx="792779" cy="685799"/>
              </a:xfrm>
              <a:prstGeom prst="rect">
                <a:avLst/>
              </a:prstGeom>
              <a:solidFill>
                <a:srgbClr val="8534F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r>
                  <a:rPr lang="en-US" sz="1000" b="1">
                    <a:solidFill>
                      <a:schemeClr val="tx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Purple 3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#8534F3</a:t>
                </a:r>
              </a:p>
            </p:txBody>
          </p:sp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2BDDF87E-B306-F3D8-0429-A7A5C80983B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704876" y="3429012"/>
                <a:ext cx="792779" cy="685799"/>
              </a:xfrm>
              <a:prstGeom prst="rect">
                <a:avLst/>
              </a:prstGeom>
              <a:solidFill>
                <a:srgbClr val="43179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latin typeface="Mona Sans" pitchFamily="2" charset="77"/>
                  </a:rPr>
                  <a:t>Purple 4</a:t>
                </a:r>
                <a:br>
                  <a:rPr lang="en-US" sz="500">
                    <a:latin typeface="Mona Sans" pitchFamily="2" charset="77"/>
                  </a:rPr>
                </a:br>
                <a:r>
                  <a:rPr lang="en-US" sz="500">
                    <a:latin typeface="Mona Sans" pitchFamily="2" charset="77"/>
                  </a:rPr>
                  <a:t>#43179E</a:t>
                </a:r>
              </a:p>
            </p:txBody>
          </p:sp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6D9BDF2B-1715-298D-0C4D-9BE77F29FCA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497655" y="3429012"/>
                <a:ext cx="792779" cy="685799"/>
              </a:xfrm>
              <a:prstGeom prst="rect">
                <a:avLst/>
              </a:prstGeom>
              <a:solidFill>
                <a:srgbClr val="26115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latin typeface="Mona Sans" pitchFamily="2" charset="77"/>
                  </a:rPr>
                  <a:t>Purple</a:t>
                </a: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 5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#26115F</a:t>
                </a:r>
              </a:p>
            </p:txBody>
          </p:sp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049DD3EF-C58B-0738-72A2-1ED4E22ACDB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290435" y="3429012"/>
                <a:ext cx="792779" cy="685799"/>
              </a:xfrm>
              <a:prstGeom prst="rect">
                <a:avLst/>
              </a:prstGeom>
              <a:solidFill>
                <a:srgbClr val="1600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latin typeface="Mona Sans" pitchFamily="2" charset="77"/>
                  </a:rPr>
                  <a:t>Purple</a:t>
                </a: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 6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#160048</a:t>
                </a:r>
              </a:p>
            </p:txBody>
          </p:sp>
        </p:grp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852FDC26-7A57-00E7-4252-CD4AC0D3ADD0}"/>
                </a:ext>
              </a:extLst>
            </p:cNvPr>
            <p:cNvGrpSpPr/>
            <p:nvPr userDrawn="1"/>
          </p:nvGrpSpPr>
          <p:grpSpPr>
            <a:xfrm>
              <a:off x="12325986" y="3429012"/>
              <a:ext cx="4757228" cy="685799"/>
              <a:chOff x="12325986" y="4286261"/>
              <a:chExt cx="4757228" cy="685799"/>
            </a:xfrm>
          </p:grpSpPr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2DBEF72B-C276-F528-154E-1ED8BA44721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325986" y="4286261"/>
                <a:ext cx="792779" cy="685799"/>
              </a:xfrm>
              <a:prstGeom prst="rect">
                <a:avLst/>
              </a:prstGeom>
              <a:solidFill>
                <a:srgbClr val="F4A87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bg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Orange 1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#F4A876</a:t>
                </a:r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D97886DF-C881-61B9-7852-81F0DB0EB0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119317" y="4286261"/>
                <a:ext cx="792779" cy="685799"/>
              </a:xfrm>
              <a:prstGeom prst="rect">
                <a:avLst/>
              </a:prstGeom>
              <a:solidFill>
                <a:srgbClr val="F08A3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bg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Orange 2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#F08A3A</a:t>
                </a:r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E415710F-E384-08FE-B3CD-A9D2625883E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912096" y="4286261"/>
                <a:ext cx="792779" cy="685799"/>
              </a:xfrm>
              <a:prstGeom prst="rect">
                <a:avLst/>
              </a:prstGeom>
              <a:solidFill>
                <a:srgbClr val="FE4C2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r>
                  <a:rPr lang="en-US" sz="1000" b="1">
                    <a:solidFill>
                      <a:schemeClr val="tx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Orange 3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#FE4C25</a:t>
                </a:r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2B17735B-1AD2-FCB5-6105-5A6B7E3D33E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704876" y="4286261"/>
                <a:ext cx="792779" cy="685799"/>
              </a:xfrm>
              <a:prstGeom prst="rect">
                <a:avLst/>
              </a:prstGeom>
              <a:solidFill>
                <a:srgbClr val="C5321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latin typeface="Mona Sans" pitchFamily="2" charset="77"/>
                  </a:rPr>
                  <a:t>Orange 4</a:t>
                </a:r>
                <a:br>
                  <a:rPr lang="en-US" sz="500">
                    <a:latin typeface="Mona Sans" pitchFamily="2" charset="77"/>
                  </a:rPr>
                </a:br>
                <a:r>
                  <a:rPr lang="en-US" sz="500">
                    <a:latin typeface="Mona Sans" pitchFamily="2" charset="77"/>
                  </a:rPr>
                  <a:t>#C53211</a:t>
                </a: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47B06299-73C4-AE32-271A-E787B9098D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497655" y="4286261"/>
                <a:ext cx="792779" cy="685799"/>
              </a:xfrm>
              <a:prstGeom prst="rect">
                <a:avLst/>
              </a:prstGeom>
              <a:solidFill>
                <a:srgbClr val="801E0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latin typeface="Mona Sans" pitchFamily="2" charset="77"/>
                  </a:rPr>
                  <a:t>Orange</a:t>
                </a: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 5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#801E0F</a:t>
                </a:r>
              </a:p>
            </p:txBody>
          </p:sp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13A3424D-9EEB-FA79-F917-CEE782D9BF7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290435" y="4286261"/>
                <a:ext cx="792779" cy="685799"/>
              </a:xfrm>
              <a:prstGeom prst="rect">
                <a:avLst/>
              </a:prstGeom>
              <a:solidFill>
                <a:srgbClr val="500A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latin typeface="Mona Sans" pitchFamily="2" charset="77"/>
                  </a:rPr>
                  <a:t>Orange</a:t>
                </a: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 6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#500A00</a:t>
                </a:r>
              </a:p>
            </p:txBody>
          </p: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E5AC78CA-36FF-FCB8-9652-703E61544491}"/>
                </a:ext>
              </a:extLst>
            </p:cNvPr>
            <p:cNvGrpSpPr/>
            <p:nvPr userDrawn="1"/>
          </p:nvGrpSpPr>
          <p:grpSpPr>
            <a:xfrm>
              <a:off x="12325986" y="4114775"/>
              <a:ext cx="4757228" cy="685799"/>
              <a:chOff x="12325986" y="5143506"/>
              <a:chExt cx="4757228" cy="685799"/>
            </a:xfrm>
          </p:grpSpPr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F3AB82FA-93B6-1B75-EBA7-A77AE6B0124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325986" y="5143506"/>
                <a:ext cx="792779" cy="685799"/>
              </a:xfrm>
              <a:prstGeom prst="rect">
                <a:avLst/>
              </a:prstGeom>
              <a:solidFill>
                <a:srgbClr val="9EEC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bg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Blue 1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#9EECFF</a:t>
                </a: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FF4F3A71-2DAA-8EB4-7CB8-C780CEA7ACF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119317" y="5143506"/>
                <a:ext cx="792779" cy="685799"/>
              </a:xfrm>
              <a:prstGeom prst="rect">
                <a:avLst/>
              </a:prstGeom>
              <a:solidFill>
                <a:srgbClr val="309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bg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Blue 2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#3094FF</a:t>
                </a:r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08760777-F352-F29D-E47C-2EDF2C224CC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912096" y="5143506"/>
                <a:ext cx="792779" cy="685799"/>
              </a:xfrm>
              <a:prstGeom prst="rect">
                <a:avLst/>
              </a:prstGeom>
              <a:solidFill>
                <a:srgbClr val="1A61F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bg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Blue 3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#1A61FE</a:t>
                </a:r>
              </a:p>
            </p:txBody>
          </p: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A3EE91B4-1A8D-DCEE-A99A-B8A2A379724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704876" y="5143506"/>
                <a:ext cx="792779" cy="685799"/>
              </a:xfrm>
              <a:prstGeom prst="rect">
                <a:avLst/>
              </a:prstGeom>
              <a:solidFill>
                <a:srgbClr val="0527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endParaRPr lang="en-US" sz="500">
                  <a:latin typeface="Mona Sans" pitchFamily="2" charset="77"/>
                </a:endParaRPr>
              </a:p>
              <a:p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latin typeface="Mona Sans" pitchFamily="2" charset="77"/>
                  </a:rPr>
                  <a:t>Blue 4</a:t>
                </a:r>
                <a:br>
                  <a:rPr lang="en-US" sz="500">
                    <a:latin typeface="Mona Sans" pitchFamily="2" charset="77"/>
                  </a:rPr>
                </a:br>
                <a:r>
                  <a:rPr lang="en-US" sz="500">
                    <a:latin typeface="Mona Sans" pitchFamily="2" charset="77"/>
                  </a:rPr>
                  <a:t>#0527FC</a:t>
                </a:r>
              </a:p>
            </p:txBody>
          </p: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41D643A6-FD6A-921A-FF81-02D472C616A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497655" y="5143506"/>
                <a:ext cx="792779" cy="685799"/>
              </a:xfrm>
              <a:prstGeom prst="rect">
                <a:avLst/>
              </a:prstGeom>
              <a:solidFill>
                <a:srgbClr val="21218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latin typeface="Mona Sans" pitchFamily="2" charset="77"/>
                  </a:rPr>
                  <a:t>Blue</a:t>
                </a: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 5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#212183</a:t>
                </a:r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03D9F63B-C5F0-7078-ED35-9629A6D96FA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290435" y="5143506"/>
                <a:ext cx="792779" cy="685799"/>
              </a:xfrm>
              <a:prstGeom prst="rect">
                <a:avLst/>
              </a:prstGeom>
              <a:solidFill>
                <a:srgbClr val="001C4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latin typeface="Mona Sans" pitchFamily="2" charset="77"/>
                  </a:rPr>
                  <a:t>Blue</a:t>
                </a: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 6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#001C4D</a:t>
                </a:r>
              </a:p>
            </p:txBody>
          </p:sp>
        </p:grpSp>
        <p:grpSp>
          <p:nvGrpSpPr>
            <p:cNvPr id="237" name="Group 236">
              <a:extLst>
                <a:ext uri="{FF2B5EF4-FFF2-40B4-BE49-F238E27FC236}">
                  <a16:creationId xmlns:a16="http://schemas.microsoft.com/office/drawing/2014/main" id="{1C9A90C8-477A-0F92-E00E-FD42C5C18126}"/>
                </a:ext>
              </a:extLst>
            </p:cNvPr>
            <p:cNvGrpSpPr/>
            <p:nvPr userDrawn="1"/>
          </p:nvGrpSpPr>
          <p:grpSpPr>
            <a:xfrm>
              <a:off x="12325986" y="4800570"/>
              <a:ext cx="4757228" cy="685799"/>
              <a:chOff x="12325986" y="6000747"/>
              <a:chExt cx="4757228" cy="685799"/>
            </a:xfrm>
          </p:grpSpPr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8F8E97D1-4D38-8BE4-03CC-2FB3B08F8FD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325986" y="6000747"/>
                <a:ext cx="792779" cy="685799"/>
              </a:xfrm>
              <a:prstGeom prst="rect">
                <a:avLst/>
              </a:prstGeom>
              <a:solidFill>
                <a:srgbClr val="DCFF9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Lime 1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#DCFF96</a:t>
                </a:r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6121F221-7D29-E4E8-BBE4-84677407147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119317" y="6000747"/>
                <a:ext cx="792779" cy="685799"/>
              </a:xfrm>
              <a:prstGeom prst="rect">
                <a:avLst/>
              </a:prstGeom>
              <a:solidFill>
                <a:srgbClr val="D3FA3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bg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Lime 2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#D3FA37</a:t>
                </a:r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DBC3CE69-69F2-710B-045C-C11CEF86C77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912096" y="6000747"/>
                <a:ext cx="792779" cy="685799"/>
              </a:xfrm>
              <a:prstGeom prst="rect">
                <a:avLst/>
              </a:prstGeom>
              <a:solidFill>
                <a:srgbClr val="D8BD0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r>
                  <a:rPr lang="en-US" sz="1000" b="1">
                    <a:solidFill>
                      <a:schemeClr val="tx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Lime 3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#D8BD0E</a:t>
                </a:r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AFA8598F-8CAF-5B68-C616-397AB234688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704875" y="6000747"/>
                <a:ext cx="792779" cy="685799"/>
              </a:xfrm>
              <a:prstGeom prst="rect">
                <a:avLst/>
              </a:prstGeom>
              <a:solidFill>
                <a:srgbClr val="C086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Lime 4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#C08600</a:t>
                </a:r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B36A81BE-F2B5-9E06-7608-9A4E86FE155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497655" y="6000747"/>
                <a:ext cx="792779" cy="685799"/>
              </a:xfrm>
              <a:prstGeom prst="rect">
                <a:avLst/>
              </a:prstGeom>
              <a:solidFill>
                <a:srgbClr val="DA72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Lime 5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#DA7210</a:t>
                </a:r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1ADDAC7F-7FE5-AB73-4F3A-3AA6676C77B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290435" y="6000747"/>
                <a:ext cx="792779" cy="685799"/>
              </a:xfrm>
              <a:prstGeom prst="rect">
                <a:avLst/>
              </a:prstGeom>
              <a:solidFill>
                <a:srgbClr val="7031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latin typeface="Mona Sans" pitchFamily="2" charset="77"/>
                  </a:rPr>
                  <a:t>A</a:t>
                </a:r>
                <a:endParaRPr lang="en-US" sz="500" b="1">
                  <a:latin typeface="Mona Sans" pitchFamily="2" charset="77"/>
                </a:endParaRPr>
              </a:p>
              <a:p>
                <a:r>
                  <a:rPr lang="en-US" sz="500">
                    <a:latin typeface="Mona Sans" pitchFamily="2" charset="77"/>
                  </a:rPr>
                  <a:t>Lime</a:t>
                </a: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 6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#703100</a:t>
                </a:r>
              </a:p>
            </p:txBody>
          </p: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D9BF4755-B8C6-5329-A395-94ECFBF4917E}"/>
                </a:ext>
              </a:extLst>
            </p:cNvPr>
            <p:cNvGrpSpPr/>
            <p:nvPr userDrawn="1"/>
          </p:nvGrpSpPr>
          <p:grpSpPr>
            <a:xfrm>
              <a:off x="12325986" y="685795"/>
              <a:ext cx="4757228" cy="685800"/>
              <a:chOff x="12325986" y="857254"/>
              <a:chExt cx="4757228" cy="685800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A1082055-C049-175F-FEC1-9B6802CA44A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325986" y="857254"/>
                <a:ext cx="1189100" cy="685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tx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Black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#000000</a:t>
                </a:r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3C6BAA5A-20D0-6131-642E-495C1CA47DD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894114" y="857254"/>
                <a:ext cx="1189100" cy="685800"/>
              </a:xfrm>
              <a:prstGeom prst="rect">
                <a:avLst/>
              </a:prstGeom>
              <a:solidFill>
                <a:srgbClr val="90969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r>
                  <a:rPr lang="en-US" sz="1000" b="1">
                    <a:solidFill>
                      <a:schemeClr val="tx1"/>
                    </a:solidFill>
                    <a:latin typeface="Mona Sans" pitchFamily="2" charset="77"/>
                  </a:rPr>
                  <a:t>A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Gray 4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#909692</a:t>
                </a:r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7BBA5D15-06FB-CF5A-2B27-5F6C25346B2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705013" y="857254"/>
                <a:ext cx="1189100" cy="685800"/>
              </a:xfrm>
              <a:prstGeom prst="rect">
                <a:avLst/>
              </a:prstGeom>
              <a:solidFill>
                <a:srgbClr val="23292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tx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Gray 5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#232925</a:t>
                </a:r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3CD2CA65-4B17-D6BD-7E16-EAF24CFD6A3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514259" y="857254"/>
                <a:ext cx="1189100" cy="685800"/>
              </a:xfrm>
              <a:prstGeom prst="rect">
                <a:avLst/>
              </a:prstGeom>
              <a:solidFill>
                <a:srgbClr val="10141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tx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Gray 6</a:t>
                </a:r>
                <a:b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tx1"/>
                    </a:solidFill>
                    <a:latin typeface="Mona Sans" pitchFamily="2" charset="77"/>
                  </a:rPr>
                  <a:t>#101411</a:t>
                </a:r>
              </a:p>
            </p:txBody>
          </p:sp>
        </p:grp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BD661287-5AD9-8F44-66A6-EFC9495B3AE7}"/>
                </a:ext>
              </a:extLst>
            </p:cNvPr>
            <p:cNvGrpSpPr/>
            <p:nvPr userDrawn="1"/>
          </p:nvGrpSpPr>
          <p:grpSpPr>
            <a:xfrm>
              <a:off x="12325985" y="0"/>
              <a:ext cx="4758055" cy="685800"/>
              <a:chOff x="12325985" y="0"/>
              <a:chExt cx="4758055" cy="685800"/>
            </a:xfrm>
          </p:grpSpPr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5EEC6698-02EA-2335-54AD-892A150668D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515912" y="0"/>
                <a:ext cx="1189100" cy="685800"/>
              </a:xfrm>
              <a:prstGeom prst="rect">
                <a:avLst/>
              </a:prstGeom>
              <a:solidFill>
                <a:srgbClr val="F2F5F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 lvl="0" indent="0" algn="l" defTabSz="91408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>
                  <a:solidFill>
                    <a:schemeClr val="bg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Gray 1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#F2F5F3</a:t>
                </a:r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2235B0BA-F011-47E5-3D27-BEE2034D273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705769" y="0"/>
                <a:ext cx="1189100" cy="685800"/>
              </a:xfrm>
              <a:prstGeom prst="rect">
                <a:avLst/>
              </a:prstGeom>
              <a:solidFill>
                <a:srgbClr val="E4EB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Gray 2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#E4EBE6</a:t>
                </a:r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91D6AE91-BF95-295D-E093-DF0F43AEA67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894940" y="0"/>
                <a:ext cx="1189100" cy="685800"/>
              </a:xfrm>
              <a:prstGeom prst="rect">
                <a:avLst/>
              </a:prstGeom>
              <a:solidFill>
                <a:srgbClr val="B6BF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r>
                  <a:rPr lang="en-US" sz="500" b="1">
                    <a:solidFill>
                      <a:schemeClr val="bg1"/>
                    </a:solidFill>
                    <a:latin typeface="Mona Sans" pitchFamily="2" charset="77"/>
                  </a:rPr>
                  <a:t> </a:t>
                </a:r>
                <a:endParaRPr lang="en-US" sz="500" b="1">
                  <a:solidFill>
                    <a:schemeClr val="tx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Gray 3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#B6BFB8</a:t>
                </a:r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453D3414-C127-214F-7FBF-29411EABFE7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325985" y="0"/>
                <a:ext cx="1189100" cy="685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Mona Sans" pitchFamily="2" charset="77"/>
                  </a:rPr>
                  <a:t>A</a:t>
                </a:r>
                <a:endParaRPr lang="en-US" sz="500" b="1">
                  <a:solidFill>
                    <a:schemeClr val="bg1"/>
                  </a:solidFill>
                  <a:latin typeface="Mona Sans" pitchFamily="2" charset="77"/>
                </a:endParaRPr>
              </a:p>
              <a:p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White</a:t>
                </a:r>
                <a:b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</a:br>
                <a:r>
                  <a:rPr lang="en-US" sz="500">
                    <a:solidFill>
                      <a:schemeClr val="bg1"/>
                    </a:solidFill>
                    <a:latin typeface="Mona Sans" pitchFamily="2" charset="77"/>
                  </a:rPr>
                  <a:t>#FFFFFF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221716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</p:sldLayoutIdLst>
  <p:transition>
    <p:fade/>
  </p:transition>
  <p:txStyles>
    <p:titleStyle>
      <a:lvl1pPr algn="l" defTabSz="914034" rtl="0" eaLnBrk="1" latinLnBrk="0" hangingPunct="1">
        <a:lnSpc>
          <a:spcPct val="90000"/>
        </a:lnSpc>
        <a:spcBef>
          <a:spcPct val="0"/>
        </a:spcBef>
        <a:buNone/>
        <a:defRPr sz="3599" b="1" i="0" kern="1200">
          <a:solidFill>
            <a:schemeClr val="tx1"/>
          </a:solidFill>
          <a:latin typeface="Mona-Sans" pitchFamily="2" charset="77"/>
          <a:ea typeface="+mj-ea"/>
          <a:cs typeface="Arial" panose="020B0604020202020204" pitchFamily="34" charset="0"/>
        </a:defRPr>
      </a:lvl1pPr>
    </p:titleStyle>
    <p:bodyStyle>
      <a:lvl1pPr marL="0" indent="0" algn="l" defTabSz="9140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199" b="0" i="0" kern="1200">
          <a:solidFill>
            <a:schemeClr val="tx1"/>
          </a:solidFill>
          <a:latin typeface="Mona-Sans Regular" pitchFamily="2" charset="77"/>
          <a:ea typeface="+mn-ea"/>
          <a:cs typeface="Arial" panose="020B0604020202020204" pitchFamily="34" charset="0"/>
        </a:defRPr>
      </a:lvl1pPr>
      <a:lvl2pPr marL="457017" indent="0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799" b="0" i="0" kern="1200">
          <a:solidFill>
            <a:schemeClr val="tx1"/>
          </a:solidFill>
          <a:latin typeface="Mona-Sans Regular" pitchFamily="2" charset="77"/>
          <a:ea typeface="+mn-ea"/>
          <a:cs typeface="Arial" panose="020B0604020202020204" pitchFamily="34" charset="0"/>
        </a:defRPr>
      </a:lvl2pPr>
      <a:lvl3pPr marL="914034" indent="0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799" b="0" i="0" kern="1200">
          <a:solidFill>
            <a:schemeClr val="tx1"/>
          </a:solidFill>
          <a:latin typeface="Mona-Sans Regular" pitchFamily="2" charset="77"/>
          <a:ea typeface="+mn-ea"/>
          <a:cs typeface="Arial" panose="020B0604020202020204" pitchFamily="34" charset="0"/>
        </a:defRPr>
      </a:lvl3pPr>
      <a:lvl4pPr marL="1371051" indent="0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799" b="0" i="0" kern="1200">
          <a:solidFill>
            <a:schemeClr val="tx1"/>
          </a:solidFill>
          <a:latin typeface="Mona-Sans Regular" pitchFamily="2" charset="77"/>
          <a:ea typeface="+mn-ea"/>
          <a:cs typeface="Arial" panose="020B0604020202020204" pitchFamily="34" charset="0"/>
        </a:defRPr>
      </a:lvl4pPr>
      <a:lvl5pPr marL="1828068" indent="0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799" b="0" i="0" kern="1200">
          <a:solidFill>
            <a:schemeClr val="tx1"/>
          </a:solidFill>
          <a:latin typeface="Mona-Sans Regular" pitchFamily="2" charset="77"/>
          <a:ea typeface="+mn-ea"/>
          <a:cs typeface="Arial" panose="020B0604020202020204" pitchFamily="34" charset="0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  <p15:guide id="3" pos="119" userDrawn="1">
          <p15:clr>
            <a:srgbClr val="F26B43"/>
          </p15:clr>
        </p15:guide>
        <p15:guide id="4" pos="7559" userDrawn="1">
          <p15:clr>
            <a:srgbClr val="F26B43"/>
          </p15:clr>
        </p15:guide>
        <p15:guide id="5" orient="horz" pos="120" userDrawn="1">
          <p15:clr>
            <a:srgbClr val="F26B43"/>
          </p15:clr>
        </p15:guide>
        <p15:guide id="6" orient="horz" pos="4200" userDrawn="1">
          <p15:clr>
            <a:srgbClr val="F26B43"/>
          </p15:clr>
        </p15:guide>
        <p15:guide id="7" pos="239" userDrawn="1">
          <p15:clr>
            <a:srgbClr val="F26B43"/>
          </p15:clr>
        </p15:guide>
        <p15:guide id="8" pos="7439" userDrawn="1">
          <p15:clr>
            <a:srgbClr val="F26B43"/>
          </p15:clr>
        </p15:guide>
        <p15:guide id="9" orient="horz" pos="264" userDrawn="1">
          <p15:clr>
            <a:srgbClr val="F26B43"/>
          </p15:clr>
        </p15:guide>
        <p15:guide id="10" orient="horz" pos="4056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78EB23-30EC-D9A5-D09F-EBD7B052A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7FA7F-82B9-D117-26CB-9657C199A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89767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  <p:sldLayoutId id="2147484092" r:id="rId12"/>
    <p:sldLayoutId id="2147484093" r:id="rId13"/>
    <p:sldLayoutId id="2147484094" r:id="rId14"/>
    <p:sldLayoutId id="2147484095" r:id="rId15"/>
    <p:sldLayoutId id="2147484098" r:id="rId16"/>
    <p:sldLayoutId id="2147484099" r:id="rId17"/>
    <p:sldLayoutId id="2147484152" r:id="rId18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3599" b="1" i="0" kern="1200">
          <a:solidFill>
            <a:schemeClr val="tx1"/>
          </a:solidFill>
          <a:latin typeface="Aptos" pitchFamily="2" charset="77"/>
          <a:ea typeface="+mj-ea"/>
          <a:cs typeface="Arial" panose="020B0604020202020204" pitchFamily="34" charset="0"/>
        </a:defRPr>
      </a:lvl1pPr>
    </p:titleStyle>
    <p:bodyStyle>
      <a:lvl1pPr marL="0" indent="0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199" kern="1200">
          <a:solidFill>
            <a:schemeClr val="tx1"/>
          </a:solidFill>
          <a:latin typeface="Aptos" pitchFamily="2" charset="77"/>
          <a:ea typeface="+mn-ea"/>
          <a:cs typeface="Arial" panose="020B0604020202020204" pitchFamily="34" charset="0"/>
        </a:defRPr>
      </a:lvl1pPr>
      <a:lvl2pPr marL="457063" indent="0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799" kern="1200">
          <a:solidFill>
            <a:schemeClr val="tx1"/>
          </a:solidFill>
          <a:latin typeface="Aptos" pitchFamily="2" charset="77"/>
          <a:ea typeface="+mn-ea"/>
          <a:cs typeface="Arial" panose="020B0604020202020204" pitchFamily="34" charset="0"/>
        </a:defRPr>
      </a:lvl2pPr>
      <a:lvl3pPr marL="914126" indent="0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799" kern="1200">
          <a:solidFill>
            <a:schemeClr val="tx1"/>
          </a:solidFill>
          <a:latin typeface="Aptos" pitchFamily="2" charset="77"/>
          <a:ea typeface="+mn-ea"/>
          <a:cs typeface="Arial" panose="020B0604020202020204" pitchFamily="34" charset="0"/>
        </a:defRPr>
      </a:lvl3pPr>
      <a:lvl4pPr marL="1371189" indent="0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799" kern="1200">
          <a:solidFill>
            <a:schemeClr val="tx1"/>
          </a:solidFill>
          <a:latin typeface="Aptos" pitchFamily="2" charset="77"/>
          <a:ea typeface="+mn-ea"/>
          <a:cs typeface="Arial" panose="020B0604020202020204" pitchFamily="34" charset="0"/>
        </a:defRPr>
      </a:lvl4pPr>
      <a:lvl5pPr marL="1828251" indent="0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799" kern="1200">
          <a:solidFill>
            <a:schemeClr val="tx1"/>
          </a:solidFill>
          <a:latin typeface="Aptos" pitchFamily="2" charset="77"/>
          <a:ea typeface="+mn-ea"/>
          <a:cs typeface="Arial" panose="020B0604020202020204" pitchFamily="34" charset="0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21.svg"/><Relationship Id="rId21" Type="http://schemas.openxmlformats.org/officeDocument/2006/relationships/image" Target="../media/image39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85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23" Type="http://schemas.openxmlformats.org/officeDocument/2006/relationships/image" Target="../media/image41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Relationship Id="rId22" Type="http://schemas.openxmlformats.org/officeDocument/2006/relationships/image" Target="../media/image4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5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5" Type="http://schemas.openxmlformats.org/officeDocument/2006/relationships/image" Target="../media/image49.jpeg"/><Relationship Id="rId4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5.png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56.png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57.png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58.png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A9979-E716-44FA-1DFB-30E52FD02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1F53A6-89D0-3636-4495-9DB0794E2D4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>
                <a:latin typeface="Mona Sans Display"/>
                <a:cs typeface="Mona Sans Display"/>
              </a:rPr>
              <a:t>Dev Days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ED80D5-222B-1734-F811-A9AE92FDE9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2365" b="6772"/>
          <a:stretch>
            <a:fillRect/>
          </a:stretch>
        </p:blipFill>
        <p:spPr>
          <a:xfrm>
            <a:off x="846524" y="2804978"/>
            <a:ext cx="10658532" cy="573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50863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A6B51-B9AA-7073-E997-1A543EA6A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5D60843-BA9A-98D5-E9FE-571878656462}"/>
              </a:ext>
            </a:extLst>
          </p:cNvPr>
          <p:cNvSpPr txBox="1"/>
          <p:nvPr/>
        </p:nvSpPr>
        <p:spPr>
          <a:xfrm>
            <a:off x="4657534" y="5725718"/>
            <a:ext cx="2873757" cy="769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742103">
              <a:defRPr/>
            </a:pPr>
            <a:r>
              <a:rPr lang="pt-BR" sz="1467">
                <a:solidFill>
                  <a:srgbClr val="FFFFFF"/>
                </a:solidFill>
                <a:latin typeface="Mona Sans Display" panose="020B0604020202020204" charset="0"/>
                <a:cs typeface="Mona Sans Display" panose="020B0604020202020204" charset="0"/>
              </a:rPr>
              <a:t>SDLC agêntico</a:t>
            </a:r>
          </a:p>
          <a:p>
            <a:pPr algn="ctr" defTabSz="2742103">
              <a:defRPr/>
            </a:pPr>
            <a:r>
              <a:rPr lang="en-US" sz="1467">
                <a:solidFill>
                  <a:srgbClr val="FFFFFF"/>
                </a:solidFill>
                <a:latin typeface="Mona Sans Display" panose="020B0604020202020204" charset="0"/>
                <a:cs typeface="Mona Sans Display" panose="020B0604020202020204" charset="0"/>
              </a:rPr>
              <a:t>(2024-2025)</a:t>
            </a:r>
          </a:p>
          <a:p>
            <a:pPr algn="ctr" defTabSz="2742103">
              <a:defRPr/>
            </a:pPr>
            <a:endParaRPr lang="en-US" sz="1467">
              <a:solidFill>
                <a:srgbClr val="FFFFFF"/>
              </a:solidFill>
              <a:latin typeface="Mona Sans Display" panose="020B0604020202020204" charset="0"/>
              <a:cs typeface="Mona Sans Display" panose="020B060402020202020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3CD8E1-4519-6524-3B55-ACCEC09F8243}"/>
              </a:ext>
            </a:extLst>
          </p:cNvPr>
          <p:cNvSpPr txBox="1"/>
          <p:nvPr/>
        </p:nvSpPr>
        <p:spPr>
          <a:xfrm>
            <a:off x="7726137" y="5725719"/>
            <a:ext cx="2877960" cy="543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742103">
              <a:defRPr/>
            </a:pPr>
            <a:r>
              <a:rPr lang="pt-BR" sz="1467">
                <a:solidFill>
                  <a:srgbClr val="FFFFFF"/>
                </a:solidFill>
                <a:latin typeface="Mona Sans Display" panose="020B0604020202020204" charset="0"/>
                <a:cs typeface="Mona Sans Display" panose="020B0604020202020204" charset="0"/>
              </a:rPr>
              <a:t>Times híbridos</a:t>
            </a:r>
          </a:p>
          <a:p>
            <a:pPr algn="ctr" defTabSz="2742103">
              <a:defRPr/>
            </a:pPr>
            <a:r>
              <a:rPr lang="en-US" sz="1467">
                <a:solidFill>
                  <a:srgbClr val="FFFFFF"/>
                </a:solidFill>
                <a:latin typeface="Mona Sans Display" panose="020B0604020202020204" charset="0"/>
                <a:cs typeface="Mona Sans Display" panose="020B0604020202020204" charset="0"/>
              </a:rPr>
              <a:t>(2026+)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58D6E6EC-742C-9769-F718-B4CA9F838747}"/>
              </a:ext>
            </a:extLst>
          </p:cNvPr>
          <p:cNvSpPr/>
          <p:nvPr/>
        </p:nvSpPr>
        <p:spPr>
          <a:xfrm>
            <a:off x="2567241" y="2051676"/>
            <a:ext cx="928454" cy="320863"/>
          </a:xfrm>
          <a:prstGeom prst="roundRect">
            <a:avLst>
              <a:gd name="adj" fmla="val 50000"/>
            </a:avLst>
          </a:prstGeom>
          <a:solidFill>
            <a:srgbClr val="5FED83">
              <a:alpha val="10000"/>
            </a:srgbClr>
          </a:solidFill>
          <a:ln>
            <a:solidFill>
              <a:srgbClr val="5FED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742103">
              <a:defRPr/>
            </a:pPr>
            <a:r>
              <a:rPr lang="pt-BR" sz="1200">
                <a:solidFill>
                  <a:srgbClr val="8CF2A6"/>
                </a:solidFill>
                <a:latin typeface="Mona Sans Display" panose="020B0604020202020204" charset="0"/>
                <a:cs typeface="Mona Sans Display" panose="020B0604020202020204" charset="0"/>
              </a:rPr>
              <a:t>Onda 1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A410C94-8DC2-D066-E405-F28985D2DC4C}"/>
              </a:ext>
            </a:extLst>
          </p:cNvPr>
          <p:cNvSpPr/>
          <p:nvPr/>
        </p:nvSpPr>
        <p:spPr>
          <a:xfrm>
            <a:off x="5630185" y="2051676"/>
            <a:ext cx="928454" cy="320863"/>
          </a:xfrm>
          <a:prstGeom prst="roundRect">
            <a:avLst>
              <a:gd name="adj" fmla="val 50000"/>
            </a:avLst>
          </a:prstGeom>
          <a:solidFill>
            <a:srgbClr val="5FED83">
              <a:alpha val="10000"/>
            </a:srgbClr>
          </a:solidFill>
          <a:ln>
            <a:solidFill>
              <a:srgbClr val="5FED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742103">
              <a:defRPr/>
            </a:pPr>
            <a:r>
              <a:rPr lang="pt-BR" sz="1200">
                <a:solidFill>
                  <a:srgbClr val="8CF2A6"/>
                </a:solidFill>
                <a:latin typeface="Mona Sans Display" panose="020B0604020202020204" charset="0"/>
                <a:cs typeface="Mona Sans Display" panose="020B0604020202020204" charset="0"/>
              </a:rPr>
              <a:t>Onda 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C291F574-6DCE-5F22-9336-7E7D7EF5E534}"/>
              </a:ext>
            </a:extLst>
          </p:cNvPr>
          <p:cNvSpPr/>
          <p:nvPr/>
        </p:nvSpPr>
        <p:spPr>
          <a:xfrm>
            <a:off x="8703033" y="2051676"/>
            <a:ext cx="928454" cy="320863"/>
          </a:xfrm>
          <a:prstGeom prst="roundRect">
            <a:avLst>
              <a:gd name="adj" fmla="val 50000"/>
            </a:avLst>
          </a:prstGeom>
          <a:solidFill>
            <a:srgbClr val="5FED83">
              <a:alpha val="10000"/>
            </a:srgbClr>
          </a:solidFill>
          <a:ln>
            <a:solidFill>
              <a:srgbClr val="5FED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742103">
              <a:defRPr/>
            </a:pPr>
            <a:r>
              <a:rPr lang="pt-BR" sz="1200">
                <a:solidFill>
                  <a:srgbClr val="8CF2A6"/>
                </a:solidFill>
                <a:latin typeface="Mona Sans Display" panose="020B0604020202020204" charset="0"/>
                <a:cs typeface="Mona Sans Display" panose="020B0604020202020204" charset="0"/>
              </a:rPr>
              <a:t>Onda 3</a:t>
            </a:r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2DC44EFF-62CB-DCA2-4ED8-61CFC82B9828}"/>
              </a:ext>
            </a:extLst>
          </p:cNvPr>
          <p:cNvGrpSpPr/>
          <p:nvPr/>
        </p:nvGrpSpPr>
        <p:grpSpPr>
          <a:xfrm>
            <a:off x="6558639" y="2168416"/>
            <a:ext cx="2144393" cy="87384"/>
            <a:chOff x="19681044" y="6268685"/>
            <a:chExt cx="6434857" cy="262221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67FBBDD-EBB5-6A1A-D63F-ACB53E4801AE}"/>
                </a:ext>
              </a:extLst>
            </p:cNvPr>
            <p:cNvSpPr/>
            <p:nvPr/>
          </p:nvSpPr>
          <p:spPr>
            <a:xfrm>
              <a:off x="19681044" y="6373575"/>
              <a:ext cx="6434857" cy="52442"/>
            </a:xfrm>
            <a:prstGeom prst="rect">
              <a:avLst/>
            </a:prstGeom>
            <a:gradFill flip="none" rotWithShape="1">
              <a:gsLst>
                <a:gs pos="0">
                  <a:srgbClr val="5FED83">
                    <a:alpha val="0"/>
                  </a:srgbClr>
                </a:gs>
                <a:gs pos="100000">
                  <a:srgbClr val="5FED83">
                    <a:alpha val="0"/>
                  </a:srgbClr>
                </a:gs>
                <a:gs pos="50000">
                  <a:srgbClr val="5FED8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742103">
                <a:defRPr/>
              </a:pPr>
              <a:endParaRPr lang="en-US" sz="4799">
                <a:solidFill>
                  <a:srgbClr val="FFFFFF"/>
                </a:solidFill>
                <a:latin typeface="Mona Sans Display" panose="020B0604020202020204" charset="0"/>
                <a:cs typeface="Mona Sans Display" panose="020B0604020202020204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BF527D9-C42D-C407-1B63-8C4291D014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767362" y="6268685"/>
              <a:ext cx="262221" cy="262221"/>
            </a:xfrm>
            <a:prstGeom prst="ellipse">
              <a:avLst/>
            </a:prstGeom>
            <a:solidFill>
              <a:srgbClr val="5FED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742103">
                <a:defRPr/>
              </a:pPr>
              <a:endParaRPr lang="en-US" sz="4799">
                <a:solidFill>
                  <a:srgbClr val="FFFFFF"/>
                </a:solidFill>
                <a:latin typeface="Mona Sans Display" panose="020B0604020202020204" charset="0"/>
                <a:cs typeface="Mona Sans Display" panose="020B0604020202020204" charset="0"/>
              </a:endParaRPr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A80B771D-A2C1-85D0-9F80-76A338EB7BFB}"/>
              </a:ext>
            </a:extLst>
          </p:cNvPr>
          <p:cNvSpPr txBox="1"/>
          <p:nvPr/>
        </p:nvSpPr>
        <p:spPr>
          <a:xfrm>
            <a:off x="4095784" y="794109"/>
            <a:ext cx="4006225" cy="707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742103">
              <a:defRPr/>
            </a:pPr>
            <a:r>
              <a:rPr lang="pt-BR" sz="3999">
                <a:solidFill>
                  <a:srgbClr val="FFFFFF"/>
                </a:solidFill>
                <a:latin typeface="Mona Sans Display" panose="020B0604020202020204" charset="0"/>
                <a:cs typeface="Mona Sans Display" panose="020B0604020202020204" charset="0"/>
              </a:rPr>
              <a:t>Surfando as ondas</a:t>
            </a:r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C5598788-EBCF-66C7-615E-254D03DC0DEA}"/>
              </a:ext>
            </a:extLst>
          </p:cNvPr>
          <p:cNvGrpSpPr/>
          <p:nvPr/>
        </p:nvGrpSpPr>
        <p:grpSpPr>
          <a:xfrm>
            <a:off x="7304540" y="1782760"/>
            <a:ext cx="634147" cy="536959"/>
            <a:chOff x="13435479" y="4647353"/>
            <a:chExt cx="1902936" cy="1611297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866D2C4F-FA74-F760-AF2A-7ADB08FE85C1}"/>
                </a:ext>
              </a:extLst>
            </p:cNvPr>
            <p:cNvSpPr/>
            <p:nvPr/>
          </p:nvSpPr>
          <p:spPr>
            <a:xfrm>
              <a:off x="13435479" y="4647353"/>
              <a:ext cx="1902936" cy="657633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alpha val="10000"/>
              </a:schemeClr>
            </a:solidFill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742103">
                <a:defRPr/>
              </a:pPr>
              <a:r>
                <a:rPr lang="pt-BR" sz="1000">
                  <a:solidFill>
                    <a:srgbClr val="D3FA36"/>
                  </a:solidFill>
                  <a:latin typeface="Mona Sans Display" panose="020B0604020202020204" charset="0"/>
                  <a:cs typeface="Mona Sans Display" panose="020B0604020202020204" charset="0"/>
                </a:rPr>
                <a:t>Hoje</a:t>
              </a:r>
            </a:p>
          </p:txBody>
        </p:sp>
        <p:pic>
          <p:nvPicPr>
            <p:cNvPr id="86" name="Graphic 85">
              <a:extLst>
                <a:ext uri="{FF2B5EF4-FFF2-40B4-BE49-F238E27FC236}">
                  <a16:creationId xmlns:a16="http://schemas.microsoft.com/office/drawing/2014/main" id="{16D6836C-ACE0-6FC9-4753-66C5A35EE5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122547" y="5597633"/>
              <a:ext cx="528807" cy="661017"/>
            </a:xfrm>
            <a:prstGeom prst="rect">
              <a:avLst/>
            </a:prstGeom>
            <a:effectLst>
              <a:glow rad="139700">
                <a:srgbClr val="C16EFF">
                  <a:alpha val="21920"/>
                </a:srgbClr>
              </a:glow>
            </a:effectLst>
          </p:spPr>
        </p:pic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AFB5629A-4AE3-C070-BA38-2B003EAF0285}"/>
              </a:ext>
            </a:extLst>
          </p:cNvPr>
          <p:cNvSpPr txBox="1"/>
          <p:nvPr/>
        </p:nvSpPr>
        <p:spPr>
          <a:xfrm>
            <a:off x="1584726" y="5725719"/>
            <a:ext cx="2873758" cy="543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742103">
              <a:defRPr/>
            </a:pPr>
            <a:r>
              <a:rPr lang="pt-BR" sz="1467">
                <a:solidFill>
                  <a:srgbClr val="FFFFFF"/>
                </a:solidFill>
                <a:latin typeface="Mona Sans Display" panose="020B0604020202020204" charset="0"/>
                <a:cs typeface="Mona Sans Display" panose="020B0604020202020204" charset="0"/>
              </a:rPr>
              <a:t>Autocompletar código</a:t>
            </a:r>
          </a:p>
          <a:p>
            <a:pPr algn="ctr" defTabSz="2742103">
              <a:defRPr/>
            </a:pPr>
            <a:r>
              <a:rPr lang="en-US" sz="1467">
                <a:solidFill>
                  <a:srgbClr val="FFFFFF"/>
                </a:solidFill>
                <a:latin typeface="Mona Sans Display" panose="020B0604020202020204" charset="0"/>
                <a:cs typeface="Mona Sans Display" panose="020B0604020202020204" charset="0"/>
              </a:rPr>
              <a:t>(2021-2023)</a:t>
            </a:r>
          </a:p>
        </p:txBody>
      </p: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031603B0-6F4F-90E8-EBDB-5C9ACCDBFC4D}"/>
              </a:ext>
            </a:extLst>
          </p:cNvPr>
          <p:cNvGrpSpPr/>
          <p:nvPr/>
        </p:nvGrpSpPr>
        <p:grpSpPr>
          <a:xfrm>
            <a:off x="4657534" y="2717920"/>
            <a:ext cx="2873758" cy="2825897"/>
            <a:chOff x="13976240" y="7637388"/>
            <a:chExt cx="8623520" cy="8479898"/>
          </a:xfrm>
        </p:grpSpPr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A9DC70F6-5CE5-A674-9C60-5CA7B37FB284}"/>
                </a:ext>
              </a:extLst>
            </p:cNvPr>
            <p:cNvGrpSpPr/>
            <p:nvPr/>
          </p:nvGrpSpPr>
          <p:grpSpPr>
            <a:xfrm>
              <a:off x="13976240" y="7637388"/>
              <a:ext cx="8623520" cy="8479898"/>
              <a:chOff x="1145511" y="1143002"/>
              <a:chExt cx="16893797" cy="16612437"/>
            </a:xfrm>
          </p:grpSpPr>
          <p:sp>
            <p:nvSpPr>
              <p:cNvPr id="191" name="Rounded Rectangle 190">
                <a:extLst>
                  <a:ext uri="{FF2B5EF4-FFF2-40B4-BE49-F238E27FC236}">
                    <a16:creationId xmlns:a16="http://schemas.microsoft.com/office/drawing/2014/main" id="{581D2F94-0520-8104-9CD6-F826C3D77FEE}"/>
                  </a:ext>
                </a:extLst>
              </p:cNvPr>
              <p:cNvSpPr/>
              <p:nvPr/>
            </p:nvSpPr>
            <p:spPr>
              <a:xfrm>
                <a:off x="1145513" y="1143002"/>
                <a:ext cx="16893795" cy="16612437"/>
              </a:xfrm>
              <a:prstGeom prst="roundRect">
                <a:avLst>
                  <a:gd name="adj" fmla="val 3598"/>
                </a:avLst>
              </a:prstGeom>
              <a:gradFill>
                <a:gsLst>
                  <a:gs pos="25000">
                    <a:schemeClr val="accent1"/>
                  </a:gs>
                  <a:gs pos="100000">
                    <a:schemeClr val="accent3"/>
                  </a:gs>
                </a:gsLst>
                <a:lin ang="5400000" scaled="1"/>
              </a:gra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>
                  <a:defRPr/>
                </a:pPr>
                <a:endParaRPr lang="en-US" sz="6464">
                  <a:solidFill>
                    <a:srgbClr val="FFFFFF"/>
                  </a:solidFill>
                  <a:latin typeface="Mona Sans Display" panose="020B0604020202020204" charset="0"/>
                  <a:cs typeface="Mona Sans Display" panose="020B0604020202020204" charset="0"/>
                </a:endParaRPr>
              </a:p>
            </p:txBody>
          </p:sp>
          <p:pic>
            <p:nvPicPr>
              <p:cNvPr id="192" name="Picture 191" descr="A close up of a colorful cloud&#10;&#10;AI-generated content may be incorrect.">
                <a:extLst>
                  <a:ext uri="{FF2B5EF4-FFF2-40B4-BE49-F238E27FC236}">
                    <a16:creationId xmlns:a16="http://schemas.microsoft.com/office/drawing/2014/main" id="{4A5FB9B4-6DD4-12AA-9B6F-708C70399E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145511" y="1906574"/>
                <a:ext cx="11965410" cy="13229919"/>
              </a:xfrm>
              <a:prstGeom prst="rect">
                <a:avLst/>
              </a:prstGeom>
            </p:spPr>
          </p:pic>
          <p:cxnSp>
            <p:nvCxnSpPr>
              <p:cNvPr id="193" name="Elbow Connector 192">
                <a:extLst>
                  <a:ext uri="{FF2B5EF4-FFF2-40B4-BE49-F238E27FC236}">
                    <a16:creationId xmlns:a16="http://schemas.microsoft.com/office/drawing/2014/main" id="{AF8A274C-5231-D617-F97B-99173E4C7148}"/>
                  </a:ext>
                </a:extLst>
              </p:cNvPr>
              <p:cNvCxnSpPr>
                <a:cxnSpLocks/>
                <a:stCxn id="197" idx="2"/>
                <a:endCxn id="199" idx="1"/>
              </p:cNvCxnSpPr>
              <p:nvPr/>
            </p:nvCxnSpPr>
            <p:spPr>
              <a:xfrm rot="16200000" flipH="1">
                <a:off x="10432245" y="10130918"/>
                <a:ext cx="2059602" cy="3084531"/>
              </a:xfrm>
              <a:prstGeom prst="bentConnector2">
                <a:avLst/>
              </a:prstGeom>
              <a:ln w="25400">
                <a:solidFill>
                  <a:schemeClr val="accent4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4" name="Google Shape;1276;p65">
                <a:extLst>
                  <a:ext uri="{FF2B5EF4-FFF2-40B4-BE49-F238E27FC236}">
                    <a16:creationId xmlns:a16="http://schemas.microsoft.com/office/drawing/2014/main" id="{745D5918-B173-FA4B-322C-530097DAE1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9368961" y="5699190"/>
                <a:ext cx="921876" cy="921876"/>
                <a:chOff x="4027450" y="4768275"/>
                <a:chExt cx="58000" cy="58000"/>
              </a:xfrm>
              <a:solidFill>
                <a:schemeClr val="accent4"/>
              </a:solidFill>
            </p:grpSpPr>
            <p:sp>
              <p:nvSpPr>
                <p:cNvPr id="207" name="Google Shape;1277;p65">
                  <a:extLst>
                    <a:ext uri="{FF2B5EF4-FFF2-40B4-BE49-F238E27FC236}">
                      <a16:creationId xmlns:a16="http://schemas.microsoft.com/office/drawing/2014/main" id="{C54E2FE3-F770-5E5E-39A2-08FF6C3ACA56}"/>
                    </a:ext>
                  </a:extLst>
                </p:cNvPr>
                <p:cNvSpPr/>
                <p:nvPr/>
              </p:nvSpPr>
              <p:spPr>
                <a:xfrm>
                  <a:off x="4041775" y="4786625"/>
                  <a:ext cx="29350" cy="2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4" h="844" extrusionOk="0">
                      <a:moveTo>
                        <a:pt x="1089" y="1"/>
                      </a:moveTo>
                      <a:cubicBezTo>
                        <a:pt x="1068" y="1"/>
                        <a:pt x="1047" y="9"/>
                        <a:pt x="1030" y="26"/>
                      </a:cubicBezTo>
                      <a:lnTo>
                        <a:pt x="406" y="650"/>
                      </a:lnTo>
                      <a:lnTo>
                        <a:pt x="144" y="397"/>
                      </a:lnTo>
                      <a:cubicBezTo>
                        <a:pt x="127" y="380"/>
                        <a:pt x="106" y="372"/>
                        <a:pt x="86" y="372"/>
                      </a:cubicBezTo>
                      <a:cubicBezTo>
                        <a:pt x="66" y="372"/>
                        <a:pt x="47" y="380"/>
                        <a:pt x="35" y="397"/>
                      </a:cubicBezTo>
                      <a:cubicBezTo>
                        <a:pt x="1" y="422"/>
                        <a:pt x="1" y="473"/>
                        <a:pt x="35" y="507"/>
                      </a:cubicBezTo>
                      <a:lnTo>
                        <a:pt x="347" y="819"/>
                      </a:lnTo>
                      <a:cubicBezTo>
                        <a:pt x="364" y="835"/>
                        <a:pt x="385" y="844"/>
                        <a:pt x="405" y="844"/>
                      </a:cubicBezTo>
                      <a:cubicBezTo>
                        <a:pt x="425" y="844"/>
                        <a:pt x="444" y="835"/>
                        <a:pt x="456" y="819"/>
                      </a:cubicBezTo>
                      <a:lnTo>
                        <a:pt x="1148" y="136"/>
                      </a:lnTo>
                      <a:cubicBezTo>
                        <a:pt x="1173" y="102"/>
                        <a:pt x="1173" y="51"/>
                        <a:pt x="1148" y="26"/>
                      </a:cubicBezTo>
                      <a:cubicBezTo>
                        <a:pt x="1131" y="9"/>
                        <a:pt x="1110" y="1"/>
                        <a:pt x="108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FFFFFF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208" name="Google Shape;1278;p65">
                  <a:extLst>
                    <a:ext uri="{FF2B5EF4-FFF2-40B4-BE49-F238E27FC236}">
                      <a16:creationId xmlns:a16="http://schemas.microsoft.com/office/drawing/2014/main" id="{B1FD2687-DE82-9641-4689-AF3A1BA167A3}"/>
                    </a:ext>
                  </a:extLst>
                </p:cNvPr>
                <p:cNvSpPr/>
                <p:nvPr/>
              </p:nvSpPr>
              <p:spPr>
                <a:xfrm>
                  <a:off x="4027450" y="4768275"/>
                  <a:ext cx="58000" cy="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0" h="2320" extrusionOk="0">
                      <a:moveTo>
                        <a:pt x="1164" y="1"/>
                      </a:moveTo>
                      <a:cubicBezTo>
                        <a:pt x="523" y="1"/>
                        <a:pt x="1" y="515"/>
                        <a:pt x="1" y="1156"/>
                      </a:cubicBezTo>
                      <a:cubicBezTo>
                        <a:pt x="1" y="1797"/>
                        <a:pt x="523" y="2320"/>
                        <a:pt x="1164" y="2320"/>
                      </a:cubicBezTo>
                      <a:cubicBezTo>
                        <a:pt x="1797" y="2320"/>
                        <a:pt x="2320" y="1797"/>
                        <a:pt x="2320" y="1156"/>
                      </a:cubicBezTo>
                      <a:cubicBezTo>
                        <a:pt x="2320" y="515"/>
                        <a:pt x="1797" y="1"/>
                        <a:pt x="1164" y="1"/>
                      </a:cubicBezTo>
                      <a:close/>
                      <a:moveTo>
                        <a:pt x="161" y="1156"/>
                      </a:moveTo>
                      <a:cubicBezTo>
                        <a:pt x="161" y="600"/>
                        <a:pt x="608" y="153"/>
                        <a:pt x="1164" y="153"/>
                      </a:cubicBezTo>
                      <a:cubicBezTo>
                        <a:pt x="1712" y="153"/>
                        <a:pt x="2159" y="600"/>
                        <a:pt x="2159" y="1156"/>
                      </a:cubicBezTo>
                      <a:cubicBezTo>
                        <a:pt x="2159" y="1713"/>
                        <a:pt x="1712" y="2160"/>
                        <a:pt x="1164" y="2160"/>
                      </a:cubicBezTo>
                      <a:cubicBezTo>
                        <a:pt x="608" y="2160"/>
                        <a:pt x="161" y="1713"/>
                        <a:pt x="161" y="115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FFFFFF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grpSp>
            <p:nvGrpSpPr>
              <p:cNvPr id="195" name="Google Shape;1276;p65">
                <a:extLst>
                  <a:ext uri="{FF2B5EF4-FFF2-40B4-BE49-F238E27FC236}">
                    <a16:creationId xmlns:a16="http://schemas.microsoft.com/office/drawing/2014/main" id="{79E7507E-DE59-698B-830A-44086D3E18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13227528" y="12240669"/>
                <a:ext cx="921876" cy="921876"/>
                <a:chOff x="4027450" y="4768275"/>
                <a:chExt cx="58000" cy="58000"/>
              </a:xfrm>
              <a:solidFill>
                <a:schemeClr val="accent4"/>
              </a:solidFill>
            </p:grpSpPr>
            <p:sp>
              <p:nvSpPr>
                <p:cNvPr id="205" name="Google Shape;1277;p65">
                  <a:extLst>
                    <a:ext uri="{FF2B5EF4-FFF2-40B4-BE49-F238E27FC236}">
                      <a16:creationId xmlns:a16="http://schemas.microsoft.com/office/drawing/2014/main" id="{9625A384-03BF-4304-4D74-82F55C1B2AAC}"/>
                    </a:ext>
                  </a:extLst>
                </p:cNvPr>
                <p:cNvSpPr/>
                <p:nvPr/>
              </p:nvSpPr>
              <p:spPr>
                <a:xfrm>
                  <a:off x="4041775" y="4786625"/>
                  <a:ext cx="29350" cy="2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4" h="844" extrusionOk="0">
                      <a:moveTo>
                        <a:pt x="1089" y="1"/>
                      </a:moveTo>
                      <a:cubicBezTo>
                        <a:pt x="1068" y="1"/>
                        <a:pt x="1047" y="9"/>
                        <a:pt x="1030" y="26"/>
                      </a:cubicBezTo>
                      <a:lnTo>
                        <a:pt x="406" y="650"/>
                      </a:lnTo>
                      <a:lnTo>
                        <a:pt x="144" y="397"/>
                      </a:lnTo>
                      <a:cubicBezTo>
                        <a:pt x="127" y="380"/>
                        <a:pt x="106" y="372"/>
                        <a:pt x="86" y="372"/>
                      </a:cubicBezTo>
                      <a:cubicBezTo>
                        <a:pt x="66" y="372"/>
                        <a:pt x="47" y="380"/>
                        <a:pt x="35" y="397"/>
                      </a:cubicBezTo>
                      <a:cubicBezTo>
                        <a:pt x="1" y="422"/>
                        <a:pt x="1" y="473"/>
                        <a:pt x="35" y="507"/>
                      </a:cubicBezTo>
                      <a:lnTo>
                        <a:pt x="347" y="819"/>
                      </a:lnTo>
                      <a:cubicBezTo>
                        <a:pt x="364" y="835"/>
                        <a:pt x="385" y="844"/>
                        <a:pt x="405" y="844"/>
                      </a:cubicBezTo>
                      <a:cubicBezTo>
                        <a:pt x="425" y="844"/>
                        <a:pt x="444" y="835"/>
                        <a:pt x="456" y="819"/>
                      </a:cubicBezTo>
                      <a:lnTo>
                        <a:pt x="1148" y="136"/>
                      </a:lnTo>
                      <a:cubicBezTo>
                        <a:pt x="1173" y="102"/>
                        <a:pt x="1173" y="51"/>
                        <a:pt x="1148" y="26"/>
                      </a:cubicBezTo>
                      <a:cubicBezTo>
                        <a:pt x="1131" y="9"/>
                        <a:pt x="1110" y="1"/>
                        <a:pt x="108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FFFFFF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206" name="Google Shape;1278;p65">
                  <a:extLst>
                    <a:ext uri="{FF2B5EF4-FFF2-40B4-BE49-F238E27FC236}">
                      <a16:creationId xmlns:a16="http://schemas.microsoft.com/office/drawing/2014/main" id="{109032EF-1EFD-F83C-24D1-023E9D5849AA}"/>
                    </a:ext>
                  </a:extLst>
                </p:cNvPr>
                <p:cNvSpPr/>
                <p:nvPr/>
              </p:nvSpPr>
              <p:spPr>
                <a:xfrm>
                  <a:off x="4027450" y="4768275"/>
                  <a:ext cx="58000" cy="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0" h="2320" extrusionOk="0">
                      <a:moveTo>
                        <a:pt x="1164" y="1"/>
                      </a:moveTo>
                      <a:cubicBezTo>
                        <a:pt x="523" y="1"/>
                        <a:pt x="1" y="515"/>
                        <a:pt x="1" y="1156"/>
                      </a:cubicBezTo>
                      <a:cubicBezTo>
                        <a:pt x="1" y="1797"/>
                        <a:pt x="523" y="2320"/>
                        <a:pt x="1164" y="2320"/>
                      </a:cubicBezTo>
                      <a:cubicBezTo>
                        <a:pt x="1797" y="2320"/>
                        <a:pt x="2320" y="1797"/>
                        <a:pt x="2320" y="1156"/>
                      </a:cubicBezTo>
                      <a:cubicBezTo>
                        <a:pt x="2320" y="515"/>
                        <a:pt x="1797" y="1"/>
                        <a:pt x="1164" y="1"/>
                      </a:cubicBezTo>
                      <a:close/>
                      <a:moveTo>
                        <a:pt x="161" y="1156"/>
                      </a:moveTo>
                      <a:cubicBezTo>
                        <a:pt x="161" y="600"/>
                        <a:pt x="608" y="153"/>
                        <a:pt x="1164" y="153"/>
                      </a:cubicBezTo>
                      <a:cubicBezTo>
                        <a:pt x="1712" y="153"/>
                        <a:pt x="2159" y="600"/>
                        <a:pt x="2159" y="1156"/>
                      </a:cubicBezTo>
                      <a:cubicBezTo>
                        <a:pt x="2159" y="1713"/>
                        <a:pt x="1712" y="2160"/>
                        <a:pt x="1164" y="2160"/>
                      </a:cubicBezTo>
                      <a:cubicBezTo>
                        <a:pt x="608" y="2160"/>
                        <a:pt x="161" y="1713"/>
                        <a:pt x="161" y="115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FFFFFF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660494DA-89FD-EEBD-C0E2-5BB4E10CE5FB}"/>
                  </a:ext>
                </a:extLst>
              </p:cNvPr>
              <p:cNvSpPr/>
              <p:nvPr/>
            </p:nvSpPr>
            <p:spPr>
              <a:xfrm>
                <a:off x="5166602" y="9276185"/>
                <a:ext cx="1367199" cy="1367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>
                  <a:defRPr/>
                </a:pPr>
                <a:endParaRPr lang="en-US" sz="6464">
                  <a:solidFill>
                    <a:srgbClr val="FFFFFF"/>
                  </a:solidFill>
                  <a:latin typeface="Mona Sans Display" panose="020B0604020202020204" charset="0"/>
                  <a:cs typeface="Mona Sans Display" panose="020B0604020202020204" charset="0"/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9BE3105A-61F7-822B-ED7C-95C11D490129}"/>
                  </a:ext>
                </a:extLst>
              </p:cNvPr>
              <p:cNvSpPr/>
              <p:nvPr/>
            </p:nvSpPr>
            <p:spPr>
              <a:xfrm>
                <a:off x="9236183" y="9276185"/>
                <a:ext cx="1367199" cy="1367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>
                  <a:defRPr/>
                </a:pPr>
                <a:endParaRPr lang="en-US" sz="6464">
                  <a:solidFill>
                    <a:srgbClr val="FFFFFF"/>
                  </a:solidFill>
                  <a:latin typeface="Mona Sans Display" panose="020B0604020202020204" charset="0"/>
                  <a:cs typeface="Mona Sans Display" panose="020B0604020202020204" charset="0"/>
                </a:endParaRP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7F33BFF3-5E57-9F27-EE27-90EC5571AB7B}"/>
                  </a:ext>
                </a:extLst>
              </p:cNvPr>
              <p:cNvSpPr/>
              <p:nvPr/>
            </p:nvSpPr>
            <p:spPr>
              <a:xfrm>
                <a:off x="9145748" y="5477909"/>
                <a:ext cx="1367199" cy="1367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>
                  <a:defRPr/>
                </a:pPr>
                <a:endParaRPr lang="en-US" sz="6464">
                  <a:solidFill>
                    <a:srgbClr val="FFFFFF"/>
                  </a:solidFill>
                  <a:latin typeface="Mona Sans Display" panose="020B0604020202020204" charset="0"/>
                  <a:cs typeface="Mona Sans Display" panose="020B0604020202020204" charset="0"/>
                </a:endParaRP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CFFF8CE2-C7A7-C4D4-DCE9-1364D60799C0}"/>
                  </a:ext>
                </a:extLst>
              </p:cNvPr>
              <p:cNvSpPr/>
              <p:nvPr/>
            </p:nvSpPr>
            <p:spPr>
              <a:xfrm>
                <a:off x="13004315" y="12019385"/>
                <a:ext cx="1367199" cy="1367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>
                  <a:defRPr/>
                </a:pPr>
                <a:endParaRPr lang="en-US" sz="6464">
                  <a:solidFill>
                    <a:srgbClr val="FFFFFF"/>
                  </a:solidFill>
                  <a:latin typeface="Mona Sans Display" panose="020B0604020202020204" charset="0"/>
                  <a:cs typeface="Mona Sans Display" panose="020B0604020202020204" charset="0"/>
                </a:endParaRPr>
              </a:p>
            </p:txBody>
          </p:sp>
          <p:cxnSp>
            <p:nvCxnSpPr>
              <p:cNvPr id="200" name="Elbow Connector 199">
                <a:extLst>
                  <a:ext uri="{FF2B5EF4-FFF2-40B4-BE49-F238E27FC236}">
                    <a16:creationId xmlns:a16="http://schemas.microsoft.com/office/drawing/2014/main" id="{D6B75052-E3EF-56A1-3383-99B0F6A0F8EA}"/>
                  </a:ext>
                </a:extLst>
              </p:cNvPr>
              <p:cNvCxnSpPr>
                <a:stCxn id="196" idx="0"/>
                <a:endCxn id="198" idx="1"/>
              </p:cNvCxnSpPr>
              <p:nvPr/>
            </p:nvCxnSpPr>
            <p:spPr>
              <a:xfrm rot="5400000" flipH="1" flipV="1">
                <a:off x="5940638" y="6071078"/>
                <a:ext cx="3114675" cy="3295545"/>
              </a:xfrm>
              <a:prstGeom prst="bentConnector2">
                <a:avLst/>
              </a:prstGeom>
              <a:ln w="0">
                <a:solidFill>
                  <a:schemeClr val="accent4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01" name="Picture 200">
                <a:extLst>
                  <a:ext uri="{FF2B5EF4-FFF2-40B4-BE49-F238E27FC236}">
                    <a16:creationId xmlns:a16="http://schemas.microsoft.com/office/drawing/2014/main" id="{6E1C65A2-1B25-6DCA-2C32-CF71A496A3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2572451" y="6302696"/>
                <a:ext cx="6555507" cy="6555507"/>
              </a:xfrm>
              <a:prstGeom prst="rect">
                <a:avLst/>
              </a:prstGeom>
            </p:spPr>
          </p:pic>
          <p:pic>
            <p:nvPicPr>
              <p:cNvPr id="202" name="Picture 201" descr="A blue and purple robot with yellow eyes and a sun&#10;&#10;AI-generated content may be incorrect.">
                <a:extLst>
                  <a:ext uri="{FF2B5EF4-FFF2-40B4-BE49-F238E27FC236}">
                    <a16:creationId xmlns:a16="http://schemas.microsoft.com/office/drawing/2014/main" id="{4A11D31A-3F90-D589-4E97-163F567625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52148" y="6621066"/>
                <a:ext cx="6555507" cy="5662192"/>
              </a:xfrm>
              <a:prstGeom prst="rect">
                <a:avLst/>
              </a:prstGeom>
            </p:spPr>
          </p:pic>
          <p:pic>
            <p:nvPicPr>
              <p:cNvPr id="203" name="Picture 202" descr="A blue and purple helmet with a yellow center&#10;&#10;AI-generated content may be incorrect.">
                <a:extLst>
                  <a:ext uri="{FF2B5EF4-FFF2-40B4-BE49-F238E27FC236}">
                    <a16:creationId xmlns:a16="http://schemas.microsoft.com/office/drawing/2014/main" id="{3C1BDB84-92EC-ED44-C463-95C5FFF87A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776788" y="6621068"/>
                <a:ext cx="5835579" cy="5835579"/>
              </a:xfrm>
              <a:prstGeom prst="rect">
                <a:avLst/>
              </a:prstGeom>
            </p:spPr>
          </p:pic>
          <p:sp>
            <p:nvSpPr>
              <p:cNvPr id="204" name="Rounded Rectangle 203">
                <a:extLst>
                  <a:ext uri="{FF2B5EF4-FFF2-40B4-BE49-F238E27FC236}">
                    <a16:creationId xmlns:a16="http://schemas.microsoft.com/office/drawing/2014/main" id="{8D0128D0-70FD-B935-77A7-53A6EA9F9F3B}"/>
                  </a:ext>
                </a:extLst>
              </p:cNvPr>
              <p:cNvSpPr/>
              <p:nvPr/>
            </p:nvSpPr>
            <p:spPr>
              <a:xfrm>
                <a:off x="2010927" y="4913643"/>
                <a:ext cx="15162960" cy="9071148"/>
              </a:xfrm>
              <a:prstGeom prst="roundRect">
                <a:avLst>
                  <a:gd name="adj" fmla="val 7576"/>
                </a:avLst>
              </a:prstGeom>
              <a:noFill/>
              <a:ln w="25400">
                <a:gradFill flip="none" rotWithShape="1">
                  <a:gsLst>
                    <a:gs pos="15000">
                      <a:schemeClr val="accent4">
                        <a:alpha val="0"/>
                      </a:schemeClr>
                    </a:gs>
                    <a:gs pos="100000">
                      <a:schemeClr val="accent4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>
                  <a:defRPr/>
                </a:pPr>
                <a:endParaRPr lang="en-US" sz="6464">
                  <a:solidFill>
                    <a:srgbClr val="FFFFFF"/>
                  </a:solidFill>
                  <a:latin typeface="Mona Sans Display" panose="020B0604020202020204" charset="0"/>
                  <a:cs typeface="Mona Sans Display" panose="020B0604020202020204" charset="0"/>
                </a:endParaRPr>
              </a:p>
            </p:txBody>
          </p:sp>
        </p:grp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1983329B-DC3A-409B-767B-A1813D07BE03}"/>
                </a:ext>
              </a:extLst>
            </p:cNvPr>
            <p:cNvSpPr/>
            <p:nvPr/>
          </p:nvSpPr>
          <p:spPr>
            <a:xfrm>
              <a:off x="15915539" y="8045145"/>
              <a:ext cx="4744925" cy="110563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solidFill>
                <a:schemeClr val="bg2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91416" tIns="45708" rIns="91416" bIns="45708" rtlCol="0" anchor="ctr"/>
            <a:lstStyle/>
            <a:p>
              <a:pPr algn="ctr" defTabSz="2742103">
                <a:defRPr/>
              </a:pPr>
              <a:r>
                <a:rPr lang="pt-BR" sz="1050">
                  <a:solidFill>
                    <a:srgbClr val="000000"/>
                  </a:solidFill>
                  <a:latin typeface="Mona Sans Display" panose="020B0604020202020204" charset="0"/>
                  <a:cs typeface="Mona Sans Display" panose="020B0604020202020204" charset="0"/>
                </a:rPr>
                <a:t>Além do pair programmer</a:t>
              </a:r>
            </a:p>
          </p:txBody>
        </p: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4FBA3572-F022-AAAC-0739-5402710CE55E}"/>
              </a:ext>
            </a:extLst>
          </p:cNvPr>
          <p:cNvGrpSpPr/>
          <p:nvPr/>
        </p:nvGrpSpPr>
        <p:grpSpPr>
          <a:xfrm>
            <a:off x="1584726" y="2718488"/>
            <a:ext cx="2887184" cy="2824760"/>
            <a:chOff x="4755418" y="7639093"/>
            <a:chExt cx="8663808" cy="8476488"/>
          </a:xfrm>
        </p:grpSpPr>
        <p:pic>
          <p:nvPicPr>
            <p:cNvPr id="213" name="Picture 212" descr="A colorful background&#10;&#10;AI-generated content may be incorrect.">
              <a:extLst>
                <a:ext uri="{FF2B5EF4-FFF2-40B4-BE49-F238E27FC236}">
                  <a16:creationId xmlns:a16="http://schemas.microsoft.com/office/drawing/2014/main" id="{FE702DEB-1AF0-72AE-9163-F844F239BD4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755418" y="7639093"/>
              <a:ext cx="8623520" cy="8476488"/>
            </a:xfrm>
            <a:prstGeom prst="roundRect">
              <a:avLst>
                <a:gd name="adj" fmla="val 3667"/>
              </a:avLst>
            </a:prstGeom>
            <a:ln>
              <a:solidFill>
                <a:schemeClr val="tx2"/>
              </a:solidFill>
            </a:ln>
          </p:spPr>
        </p:pic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0DED8AD7-4595-1A64-695E-2A0EE20BECC3}"/>
                </a:ext>
              </a:extLst>
            </p:cNvPr>
            <p:cNvSpPr/>
            <p:nvPr/>
          </p:nvSpPr>
          <p:spPr>
            <a:xfrm>
              <a:off x="6846612" y="8208429"/>
              <a:ext cx="4441132" cy="94235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solidFill>
                <a:schemeClr val="bg2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742103">
                <a:defRPr/>
              </a:pPr>
              <a:r>
                <a:rPr lang="en-US" sz="1050">
                  <a:solidFill>
                    <a:srgbClr val="000000"/>
                  </a:solidFill>
                  <a:latin typeface="Mona Sans Display" panose="020B0604020202020204" charset="0"/>
                  <a:cs typeface="Mona Sans Display" panose="020B0604020202020204" charset="0"/>
                </a:rPr>
                <a:t>Pair programmer</a:t>
              </a:r>
            </a:p>
          </p:txBody>
        </p:sp>
        <p:grpSp>
          <p:nvGrpSpPr>
            <p:cNvPr id="224" name="Group 223">
              <a:extLst>
                <a:ext uri="{FF2B5EF4-FFF2-40B4-BE49-F238E27FC236}">
                  <a16:creationId xmlns:a16="http://schemas.microsoft.com/office/drawing/2014/main" id="{380450AC-F2EA-244B-EBAC-7C098F2FDEC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828770" y="11099427"/>
              <a:ext cx="8590456" cy="4014794"/>
              <a:chOff x="2249726" y="9140613"/>
              <a:chExt cx="13835016" cy="6465865"/>
            </a:xfrm>
          </p:grpSpPr>
          <p:pic>
            <p:nvPicPr>
              <p:cNvPr id="215" name="Picture 214" descr="A cartoon of a cat with a butterfly&#10;&#10;AI-generated content may be incorrect.">
                <a:extLst>
                  <a:ext uri="{FF2B5EF4-FFF2-40B4-BE49-F238E27FC236}">
                    <a16:creationId xmlns:a16="http://schemas.microsoft.com/office/drawing/2014/main" id="{5A3559FE-992E-2CA2-DD4F-09E2F801F3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49726" y="9183007"/>
                <a:ext cx="6423471" cy="6423471"/>
              </a:xfrm>
              <a:prstGeom prst="rect">
                <a:avLst/>
              </a:prstGeom>
            </p:spPr>
          </p:pic>
          <p:pic>
            <p:nvPicPr>
              <p:cNvPr id="217" name="Picture 216" descr="A blue and purple helmet with a yellow center&#10;&#10;AI-generated content may be incorrect.">
                <a:extLst>
                  <a:ext uri="{FF2B5EF4-FFF2-40B4-BE49-F238E27FC236}">
                    <a16:creationId xmlns:a16="http://schemas.microsoft.com/office/drawing/2014/main" id="{7309D4D5-AFD8-7342-3539-0ABE8288DC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405238" flipH="1">
                <a:off x="9661271" y="9140613"/>
                <a:ext cx="6423471" cy="6423471"/>
              </a:xfrm>
              <a:prstGeom prst="rect">
                <a:avLst/>
              </a:prstGeom>
            </p:spPr>
          </p:pic>
        </p:grp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1A28C18C-B646-FC34-CA8A-5B760B1C1079}"/>
                </a:ext>
              </a:extLst>
            </p:cNvPr>
            <p:cNvGrpSpPr/>
            <p:nvPr/>
          </p:nvGrpSpPr>
          <p:grpSpPr>
            <a:xfrm>
              <a:off x="8068786" y="10002920"/>
              <a:ext cx="1996785" cy="1996785"/>
              <a:chOff x="8068786" y="10407038"/>
              <a:chExt cx="1996785" cy="1996785"/>
            </a:xfrm>
          </p:grpSpPr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75447F3F-A642-324C-7014-1ACD13E7EE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68786" y="10407038"/>
                <a:ext cx="1996785" cy="1996785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>
                  <a:defRPr/>
                </a:pPr>
                <a:endParaRPr lang="en-US" sz="6464">
                  <a:solidFill>
                    <a:srgbClr val="FFFFFF"/>
                  </a:solidFill>
                  <a:latin typeface="Mona Sans Display" panose="020B0604020202020204" charset="0"/>
                  <a:cs typeface="Mona Sans Display" panose="020B0604020202020204" charset="0"/>
                </a:endParaRPr>
              </a:p>
            </p:txBody>
          </p:sp>
          <p:sp>
            <p:nvSpPr>
              <p:cNvPr id="225" name="Google Shape;1336;p65">
                <a:extLst>
                  <a:ext uri="{FF2B5EF4-FFF2-40B4-BE49-F238E27FC236}">
                    <a16:creationId xmlns:a16="http://schemas.microsoft.com/office/drawing/2014/main" id="{341A2C1E-772F-DB08-5731-1404A0B451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604650" y="10976282"/>
                <a:ext cx="925056" cy="858297"/>
              </a:xfrm>
              <a:custGeom>
                <a:avLst/>
                <a:gdLst/>
                <a:ahLst/>
                <a:cxnLst/>
                <a:rect l="l" t="t" r="r" b="b"/>
                <a:pathLst>
                  <a:path w="2328" h="2160" extrusionOk="0">
                    <a:moveTo>
                      <a:pt x="203" y="254"/>
                    </a:moveTo>
                    <a:cubicBezTo>
                      <a:pt x="456" y="1"/>
                      <a:pt x="902" y="1"/>
                      <a:pt x="1164" y="254"/>
                    </a:cubicBezTo>
                    <a:cubicBezTo>
                      <a:pt x="1164" y="254"/>
                      <a:pt x="1164" y="262"/>
                      <a:pt x="1172" y="262"/>
                    </a:cubicBezTo>
                    <a:cubicBezTo>
                      <a:pt x="1316" y="153"/>
                      <a:pt x="1484" y="60"/>
                      <a:pt x="1670" y="60"/>
                    </a:cubicBezTo>
                    <a:cubicBezTo>
                      <a:pt x="1839" y="60"/>
                      <a:pt x="2007" y="127"/>
                      <a:pt x="2142" y="254"/>
                    </a:cubicBezTo>
                    <a:cubicBezTo>
                      <a:pt x="2201" y="313"/>
                      <a:pt x="2243" y="380"/>
                      <a:pt x="2277" y="456"/>
                    </a:cubicBezTo>
                    <a:cubicBezTo>
                      <a:pt x="2311" y="540"/>
                      <a:pt x="2328" y="625"/>
                      <a:pt x="2328" y="734"/>
                    </a:cubicBezTo>
                    <a:cubicBezTo>
                      <a:pt x="2328" y="1055"/>
                      <a:pt x="2117" y="1350"/>
                      <a:pt x="1881" y="1586"/>
                    </a:cubicBezTo>
                    <a:cubicBezTo>
                      <a:pt x="1661" y="1814"/>
                      <a:pt x="1400" y="1999"/>
                      <a:pt x="1248" y="2117"/>
                    </a:cubicBezTo>
                    <a:cubicBezTo>
                      <a:pt x="1240" y="2126"/>
                      <a:pt x="1223" y="2134"/>
                      <a:pt x="1214" y="2143"/>
                    </a:cubicBezTo>
                    <a:cubicBezTo>
                      <a:pt x="1189" y="2160"/>
                      <a:pt x="1147" y="2160"/>
                      <a:pt x="1122" y="2143"/>
                    </a:cubicBezTo>
                    <a:cubicBezTo>
                      <a:pt x="1113" y="2134"/>
                      <a:pt x="1096" y="2126"/>
                      <a:pt x="1088" y="2117"/>
                    </a:cubicBezTo>
                    <a:cubicBezTo>
                      <a:pt x="936" y="1999"/>
                      <a:pt x="683" y="1814"/>
                      <a:pt x="456" y="1586"/>
                    </a:cubicBezTo>
                    <a:cubicBezTo>
                      <a:pt x="228" y="1350"/>
                      <a:pt x="9" y="1055"/>
                      <a:pt x="9" y="743"/>
                    </a:cubicBezTo>
                    <a:cubicBezTo>
                      <a:pt x="9" y="743"/>
                      <a:pt x="9" y="743"/>
                      <a:pt x="9" y="743"/>
                    </a:cubicBezTo>
                    <a:lnTo>
                      <a:pt x="9" y="734"/>
                    </a:lnTo>
                    <a:lnTo>
                      <a:pt x="9" y="743"/>
                    </a:lnTo>
                    <a:cubicBezTo>
                      <a:pt x="0" y="566"/>
                      <a:pt x="68" y="389"/>
                      <a:pt x="203" y="254"/>
                    </a:cubicBezTo>
                    <a:close/>
                    <a:moveTo>
                      <a:pt x="1046" y="363"/>
                    </a:moveTo>
                    <a:cubicBezTo>
                      <a:pt x="852" y="169"/>
                      <a:pt x="506" y="169"/>
                      <a:pt x="312" y="363"/>
                    </a:cubicBezTo>
                    <a:cubicBezTo>
                      <a:pt x="211" y="465"/>
                      <a:pt x="160" y="599"/>
                      <a:pt x="169" y="734"/>
                    </a:cubicBezTo>
                    <a:cubicBezTo>
                      <a:pt x="169" y="734"/>
                      <a:pt x="169" y="734"/>
                      <a:pt x="169" y="734"/>
                    </a:cubicBezTo>
                    <a:cubicBezTo>
                      <a:pt x="169" y="987"/>
                      <a:pt x="346" y="1240"/>
                      <a:pt x="574" y="1476"/>
                    </a:cubicBezTo>
                    <a:cubicBezTo>
                      <a:pt x="776" y="1687"/>
                      <a:pt x="1012" y="1864"/>
                      <a:pt x="1172" y="1982"/>
                    </a:cubicBezTo>
                    <a:cubicBezTo>
                      <a:pt x="1231" y="1932"/>
                      <a:pt x="1316" y="1873"/>
                      <a:pt x="1400" y="1805"/>
                    </a:cubicBezTo>
                    <a:lnTo>
                      <a:pt x="1172" y="1595"/>
                    </a:lnTo>
                    <a:cubicBezTo>
                      <a:pt x="1139" y="1569"/>
                      <a:pt x="1139" y="1519"/>
                      <a:pt x="1164" y="1485"/>
                    </a:cubicBezTo>
                    <a:cubicBezTo>
                      <a:pt x="1198" y="1451"/>
                      <a:pt x="1248" y="1451"/>
                      <a:pt x="1282" y="1485"/>
                    </a:cubicBezTo>
                    <a:lnTo>
                      <a:pt x="1518" y="1704"/>
                    </a:lnTo>
                    <a:cubicBezTo>
                      <a:pt x="1586" y="1654"/>
                      <a:pt x="1653" y="1595"/>
                      <a:pt x="1712" y="1527"/>
                    </a:cubicBezTo>
                    <a:lnTo>
                      <a:pt x="1484" y="1316"/>
                    </a:lnTo>
                    <a:cubicBezTo>
                      <a:pt x="1459" y="1291"/>
                      <a:pt x="1451" y="1240"/>
                      <a:pt x="1484" y="1207"/>
                    </a:cubicBezTo>
                    <a:cubicBezTo>
                      <a:pt x="1510" y="1173"/>
                      <a:pt x="1560" y="1173"/>
                      <a:pt x="1594" y="1198"/>
                    </a:cubicBezTo>
                    <a:lnTo>
                      <a:pt x="1830" y="1417"/>
                    </a:lnTo>
                    <a:cubicBezTo>
                      <a:pt x="1889" y="1350"/>
                      <a:pt x="1940" y="1283"/>
                      <a:pt x="1990" y="1215"/>
                    </a:cubicBezTo>
                    <a:cubicBezTo>
                      <a:pt x="1965" y="1198"/>
                      <a:pt x="1948" y="1173"/>
                      <a:pt x="1923" y="1156"/>
                    </a:cubicBezTo>
                    <a:cubicBezTo>
                      <a:pt x="1872" y="1097"/>
                      <a:pt x="1813" y="1038"/>
                      <a:pt x="1754" y="979"/>
                    </a:cubicBezTo>
                    <a:cubicBezTo>
                      <a:pt x="1636" y="869"/>
                      <a:pt x="1451" y="869"/>
                      <a:pt x="1333" y="987"/>
                    </a:cubicBezTo>
                    <a:cubicBezTo>
                      <a:pt x="1299" y="1030"/>
                      <a:pt x="1257" y="1063"/>
                      <a:pt x="1214" y="1105"/>
                    </a:cubicBezTo>
                    <a:cubicBezTo>
                      <a:pt x="1096" y="1223"/>
                      <a:pt x="902" y="1215"/>
                      <a:pt x="784" y="1097"/>
                    </a:cubicBezTo>
                    <a:cubicBezTo>
                      <a:pt x="734" y="1046"/>
                      <a:pt x="683" y="996"/>
                      <a:pt x="633" y="945"/>
                    </a:cubicBezTo>
                    <a:cubicBezTo>
                      <a:pt x="607" y="911"/>
                      <a:pt x="599" y="869"/>
                      <a:pt x="633" y="836"/>
                    </a:cubicBezTo>
                    <a:cubicBezTo>
                      <a:pt x="649" y="810"/>
                      <a:pt x="683" y="777"/>
                      <a:pt x="709" y="743"/>
                    </a:cubicBezTo>
                    <a:cubicBezTo>
                      <a:pt x="801" y="625"/>
                      <a:pt x="919" y="481"/>
                      <a:pt x="1046" y="363"/>
                    </a:cubicBezTo>
                    <a:close/>
                    <a:moveTo>
                      <a:pt x="2075" y="1080"/>
                    </a:moveTo>
                    <a:cubicBezTo>
                      <a:pt x="2134" y="962"/>
                      <a:pt x="2167" y="852"/>
                      <a:pt x="2167" y="734"/>
                    </a:cubicBezTo>
                    <a:lnTo>
                      <a:pt x="2167" y="734"/>
                    </a:lnTo>
                    <a:cubicBezTo>
                      <a:pt x="2167" y="642"/>
                      <a:pt x="2159" y="574"/>
                      <a:pt x="2134" y="515"/>
                    </a:cubicBezTo>
                    <a:cubicBezTo>
                      <a:pt x="2108" y="465"/>
                      <a:pt x="2075" y="414"/>
                      <a:pt x="2024" y="363"/>
                    </a:cubicBezTo>
                    <a:cubicBezTo>
                      <a:pt x="1931" y="271"/>
                      <a:pt x="1796" y="220"/>
                      <a:pt x="1670" y="220"/>
                    </a:cubicBezTo>
                    <a:cubicBezTo>
                      <a:pt x="1501" y="220"/>
                      <a:pt x="1333" y="321"/>
                      <a:pt x="1172" y="465"/>
                    </a:cubicBezTo>
                    <a:cubicBezTo>
                      <a:pt x="1046" y="583"/>
                      <a:pt x="936" y="718"/>
                      <a:pt x="835" y="836"/>
                    </a:cubicBezTo>
                    <a:cubicBezTo>
                      <a:pt x="818" y="852"/>
                      <a:pt x="810" y="869"/>
                      <a:pt x="793" y="886"/>
                    </a:cubicBezTo>
                    <a:cubicBezTo>
                      <a:pt x="835" y="920"/>
                      <a:pt x="869" y="954"/>
                      <a:pt x="902" y="987"/>
                    </a:cubicBezTo>
                    <a:cubicBezTo>
                      <a:pt x="961" y="1046"/>
                      <a:pt x="1046" y="1046"/>
                      <a:pt x="1105" y="987"/>
                    </a:cubicBezTo>
                    <a:cubicBezTo>
                      <a:pt x="1147" y="954"/>
                      <a:pt x="1181" y="911"/>
                      <a:pt x="1223" y="869"/>
                    </a:cubicBezTo>
                    <a:cubicBezTo>
                      <a:pt x="1400" y="701"/>
                      <a:pt x="1687" y="692"/>
                      <a:pt x="1864" y="869"/>
                    </a:cubicBezTo>
                    <a:cubicBezTo>
                      <a:pt x="1923" y="928"/>
                      <a:pt x="1982" y="987"/>
                      <a:pt x="2041" y="1046"/>
                    </a:cubicBezTo>
                    <a:cubicBezTo>
                      <a:pt x="2049" y="1055"/>
                      <a:pt x="2058" y="1063"/>
                      <a:pt x="2075" y="108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spcFirstLastPara="1" wrap="square" lIns="121868" tIns="121868" rIns="121868" bIns="121868" anchor="ctr" anchorCtr="0">
                <a:noAutofit/>
              </a:bodyPr>
              <a:lstStyle/>
              <a:p>
                <a:pPr defTabSz="1218682">
                  <a:buClr>
                    <a:srgbClr val="000000"/>
                  </a:buClr>
                  <a:defRPr/>
                </a:pPr>
                <a:endParaRPr lang="en-US" sz="1866" kern="0">
                  <a:solidFill>
                    <a:srgbClr val="FFFFFF"/>
                  </a:solidFill>
                  <a:latin typeface="Mona Sans Display" panose="020B0604020202020204" charset="0"/>
                  <a:cs typeface="Mona Sans Display" panose="020B0604020202020204" charset="0"/>
                  <a:sym typeface="Arial"/>
                </a:endParaRPr>
              </a:p>
            </p:txBody>
          </p:sp>
        </p:grp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FCF60628-A665-D802-95C2-FB8DD8608F5A}"/>
              </a:ext>
            </a:extLst>
          </p:cNvPr>
          <p:cNvGrpSpPr/>
          <p:nvPr/>
        </p:nvGrpSpPr>
        <p:grpSpPr>
          <a:xfrm>
            <a:off x="7726139" y="2716782"/>
            <a:ext cx="2878001" cy="2828175"/>
            <a:chOff x="23184451" y="7633972"/>
            <a:chExt cx="8636254" cy="848673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59DF1C2-2D21-B3DB-DE4D-0460A301A600}"/>
                </a:ext>
              </a:extLst>
            </p:cNvPr>
            <p:cNvGrpSpPr/>
            <p:nvPr/>
          </p:nvGrpSpPr>
          <p:grpSpPr>
            <a:xfrm>
              <a:off x="23184451" y="7633972"/>
              <a:ext cx="8636254" cy="8486735"/>
              <a:chOff x="18535512" y="1142999"/>
              <a:chExt cx="16918742" cy="16625829"/>
            </a:xfrm>
          </p:grpSpPr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9F88D301-B341-12A1-5FC8-5FE6DACB1D62}"/>
                  </a:ext>
                </a:extLst>
              </p:cNvPr>
              <p:cNvSpPr/>
              <p:nvPr/>
            </p:nvSpPr>
            <p:spPr>
              <a:xfrm>
                <a:off x="18560459" y="1143002"/>
                <a:ext cx="16893795" cy="16612437"/>
              </a:xfrm>
              <a:prstGeom prst="roundRect">
                <a:avLst>
                  <a:gd name="adj" fmla="val 3598"/>
                </a:avLst>
              </a:prstGeom>
              <a:gradFill>
                <a:gsLst>
                  <a:gs pos="25000">
                    <a:srgbClr val="9EECFF"/>
                  </a:gs>
                  <a:gs pos="100000">
                    <a:srgbClr val="3194FF"/>
                  </a:gs>
                </a:gsLst>
                <a:lin ang="5400000" scaled="1"/>
              </a:gra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>
                  <a:defRPr/>
                </a:pPr>
                <a:endParaRPr lang="en-US" sz="6464">
                  <a:solidFill>
                    <a:srgbClr val="FFFFFF"/>
                  </a:solidFill>
                  <a:latin typeface="Mona Sans Display" panose="020B0604020202020204" charset="0"/>
                  <a:cs typeface="Mona Sans Display" panose="020B0604020202020204" charset="0"/>
                </a:endParaRPr>
              </a:p>
            </p:txBody>
          </p:sp>
          <p:pic>
            <p:nvPicPr>
              <p:cNvPr id="9" name="Picture 8" descr="A green cube with black background&#10;&#10;AI-generated content may be incorrect.">
                <a:extLst>
                  <a:ext uri="{FF2B5EF4-FFF2-40B4-BE49-F238E27FC236}">
                    <a16:creationId xmlns:a16="http://schemas.microsoft.com/office/drawing/2014/main" id="{F107E44E-57E2-E0DA-DB01-2422A0F19F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 flipV="1">
                <a:off x="23554113" y="5635677"/>
                <a:ext cx="7134060" cy="7134054"/>
              </a:xfrm>
              <a:prstGeom prst="rect">
                <a:avLst/>
              </a:prstGeom>
            </p:spPr>
          </p:pic>
          <p:pic>
            <p:nvPicPr>
              <p:cNvPr id="10" name="Picture 9" descr="A green cube with black background&#10;&#10;AI-generated content may be incorrect.">
                <a:extLst>
                  <a:ext uri="{FF2B5EF4-FFF2-40B4-BE49-F238E27FC236}">
                    <a16:creationId xmlns:a16="http://schemas.microsoft.com/office/drawing/2014/main" id="{0196A7E4-EB0B-1031-1023-B04AE3D291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 flipV="1">
                <a:off x="27043077" y="9345728"/>
                <a:ext cx="6620958" cy="6620955"/>
              </a:xfrm>
              <a:prstGeom prst="rect">
                <a:avLst/>
              </a:prstGeom>
            </p:spPr>
          </p:pic>
          <p:pic>
            <p:nvPicPr>
              <p:cNvPr id="11" name="Picture 10" descr="A green cube with black background&#10;&#10;AI-generated content may be incorrect.">
                <a:extLst>
                  <a:ext uri="{FF2B5EF4-FFF2-40B4-BE49-F238E27FC236}">
                    <a16:creationId xmlns:a16="http://schemas.microsoft.com/office/drawing/2014/main" id="{252B9E71-4C7E-1C6C-19E6-CB5A27F03F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 flipV="1">
                <a:off x="20521032" y="9345728"/>
                <a:ext cx="6620958" cy="6620955"/>
              </a:xfrm>
              <a:prstGeom prst="rect">
                <a:avLst/>
              </a:prstGeom>
            </p:spPr>
          </p:pic>
          <p:pic>
            <p:nvPicPr>
              <p:cNvPr id="12" name="Picture 11" descr="A green cube with black background&#10;&#10;AI-generated content may be incorrect.">
                <a:extLst>
                  <a:ext uri="{FF2B5EF4-FFF2-40B4-BE49-F238E27FC236}">
                    <a16:creationId xmlns:a16="http://schemas.microsoft.com/office/drawing/2014/main" id="{1DA5D8BB-EA99-CB7E-21AA-7DD521810C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 flipV="1">
                <a:off x="23824968" y="11147867"/>
                <a:ext cx="6620958" cy="6620955"/>
              </a:xfrm>
              <a:prstGeom prst="rect">
                <a:avLst/>
              </a:prstGeom>
            </p:spPr>
          </p:pic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728F5B11-8C39-4D0F-DC31-501BFA199A60}"/>
                  </a:ext>
                </a:extLst>
              </p:cNvPr>
              <p:cNvSpPr/>
              <p:nvPr/>
            </p:nvSpPr>
            <p:spPr>
              <a:xfrm>
                <a:off x="24883620" y="5230431"/>
                <a:ext cx="4483530" cy="4483530"/>
              </a:xfrm>
              <a:prstGeom prst="roundRect">
                <a:avLst>
                  <a:gd name="adj" fmla="val 4081"/>
                </a:avLst>
              </a:prstGeom>
              <a:gradFill flip="none" rotWithShape="1">
                <a:gsLst>
                  <a:gs pos="100000">
                    <a:schemeClr val="accent4">
                      <a:alpha val="0"/>
                    </a:schemeClr>
                  </a:gs>
                  <a:gs pos="0">
                    <a:schemeClr val="accent4"/>
                  </a:gs>
                </a:gsLst>
                <a:path path="rect">
                  <a:fillToRect l="50000" t="50000" r="50000" b="50000"/>
                </a:path>
                <a:tileRect/>
              </a:gradFill>
              <a:ln>
                <a:noFill/>
              </a:ln>
              <a:scene3d>
                <a:camera prst="isometricTopUp"/>
                <a:lightRig rig="threePt" dir="t"/>
              </a:scene3d>
              <a:sp3d prstMaterial="matte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>
                  <a:defRPr/>
                </a:pPr>
                <a:endParaRPr lang="en-US" sz="6464">
                  <a:solidFill>
                    <a:srgbClr val="FFFFFF"/>
                  </a:solidFill>
                  <a:latin typeface="Mona Sans Display" panose="020B0604020202020204" charset="0"/>
                  <a:cs typeface="Mona Sans Display" panose="020B0604020202020204" charset="0"/>
                </a:endParaRPr>
              </a:p>
            </p:txBody>
          </p:sp>
          <p:pic>
            <p:nvPicPr>
              <p:cNvPr id="44" name="Picture 43" descr="A cartoon of a cat&#10;&#10;AI-generated content may be incorrect.">
                <a:extLst>
                  <a:ext uri="{FF2B5EF4-FFF2-40B4-BE49-F238E27FC236}">
                    <a16:creationId xmlns:a16="http://schemas.microsoft.com/office/drawing/2014/main" id="{795279CD-53BB-C65A-42D7-62696F7E44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21300000">
                <a:off x="23803863" y="2460383"/>
                <a:ext cx="6577344" cy="6577341"/>
              </a:xfrm>
              <a:prstGeom prst="rect">
                <a:avLst/>
              </a:prstGeom>
            </p:spPr>
          </p:pic>
          <p:pic>
            <p:nvPicPr>
              <p:cNvPr id="45" name="Picture 44" descr="A green cube with black background&#10;&#10;AI-generated content may be incorrect.">
                <a:extLst>
                  <a:ext uri="{FF2B5EF4-FFF2-40B4-BE49-F238E27FC236}">
                    <a16:creationId xmlns:a16="http://schemas.microsoft.com/office/drawing/2014/main" id="{1F8D0F33-D50F-8F99-DC6B-32E698125D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 rot="10800000" flipV="1">
                <a:off x="30046455" y="11147867"/>
                <a:ext cx="5384034" cy="6620955"/>
              </a:xfrm>
              <a:prstGeom prst="rect">
                <a:avLst/>
              </a:prstGeom>
            </p:spPr>
          </p:pic>
          <p:pic>
            <p:nvPicPr>
              <p:cNvPr id="46" name="Picture 45" descr="A green cube with black background&#10;&#10;AI-generated content may be incorrect.">
                <a:extLst>
                  <a:ext uri="{FF2B5EF4-FFF2-40B4-BE49-F238E27FC236}">
                    <a16:creationId xmlns:a16="http://schemas.microsoft.com/office/drawing/2014/main" id="{097CF29C-A670-DDF3-DCC9-457083BCDC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 rot="10800000" flipV="1">
                <a:off x="26862513" y="12941120"/>
                <a:ext cx="6620958" cy="4814319"/>
              </a:xfrm>
              <a:prstGeom prst="rect">
                <a:avLst/>
              </a:prstGeom>
            </p:spPr>
          </p:pic>
          <p:pic>
            <p:nvPicPr>
              <p:cNvPr id="47" name="Picture 46" descr="A blue robot head with yellow lights&#10;&#10;AI-generated content may be incorrect.">
                <a:extLst>
                  <a:ext uri="{FF2B5EF4-FFF2-40B4-BE49-F238E27FC236}">
                    <a16:creationId xmlns:a16="http://schemas.microsoft.com/office/drawing/2014/main" id="{CF783F2C-E9E2-430B-A594-677435FF1D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21300000">
                <a:off x="30161316" y="7594728"/>
                <a:ext cx="3712734" cy="3712734"/>
              </a:xfrm>
              <a:prstGeom prst="rect">
                <a:avLst/>
              </a:prstGeom>
            </p:spPr>
          </p:pic>
          <p:pic>
            <p:nvPicPr>
              <p:cNvPr id="48" name="Picture 47" descr="A green cube with black background&#10;&#10;AI-generated content may be incorrect.">
                <a:extLst>
                  <a:ext uri="{FF2B5EF4-FFF2-40B4-BE49-F238E27FC236}">
                    <a16:creationId xmlns:a16="http://schemas.microsoft.com/office/drawing/2014/main" id="{C9FD3FCD-7492-E07A-64A2-036F1C512E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 rot="10800000" flipV="1">
                <a:off x="18572939" y="11147873"/>
                <a:ext cx="5395311" cy="6620955"/>
              </a:xfrm>
              <a:prstGeom prst="rect">
                <a:avLst/>
              </a:prstGeom>
            </p:spPr>
          </p:pic>
          <p:sp>
            <p:nvSpPr>
              <p:cNvPr id="49" name="Rounded Rectangle 48">
                <a:extLst>
                  <a:ext uri="{FF2B5EF4-FFF2-40B4-BE49-F238E27FC236}">
                    <a16:creationId xmlns:a16="http://schemas.microsoft.com/office/drawing/2014/main" id="{EC1E94A9-C7EA-185D-C95D-CE005D358729}"/>
                  </a:ext>
                </a:extLst>
              </p:cNvPr>
              <p:cNvSpPr/>
              <p:nvPr/>
            </p:nvSpPr>
            <p:spPr>
              <a:xfrm>
                <a:off x="19647234" y="11864523"/>
                <a:ext cx="2091600" cy="209160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7000">
                    <a:schemeClr val="accent4">
                      <a:alpha val="0"/>
                    </a:schemeClr>
                  </a:gs>
                  <a:gs pos="0">
                    <a:schemeClr val="accent4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scene3d>
                <a:camera prst="isometricTopUp"/>
                <a:lightRig rig="threePt" dir="t"/>
              </a:scene3d>
              <a:sp3d prstMaterial="matte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>
                  <a:defRPr/>
                </a:pPr>
                <a:endParaRPr lang="en-US" sz="6464">
                  <a:solidFill>
                    <a:srgbClr val="FFFFFF"/>
                  </a:solidFill>
                  <a:latin typeface="Mona Sans Display" panose="020B0604020202020204" charset="0"/>
                  <a:cs typeface="Mona Sans Display" panose="020B0604020202020204" charset="0"/>
                </a:endParaRPr>
              </a:p>
            </p:txBody>
          </p:sp>
          <p:pic>
            <p:nvPicPr>
              <p:cNvPr id="50" name="Picture 49" descr="A green cube with black background&#10;&#10;AI-generated content may be incorrect.">
                <a:extLst>
                  <a:ext uri="{FF2B5EF4-FFF2-40B4-BE49-F238E27FC236}">
                    <a16:creationId xmlns:a16="http://schemas.microsoft.com/office/drawing/2014/main" id="{ED2000DB-3656-257E-C31E-1BD7C182A6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t="-1"/>
              <a:stretch>
                <a:fillRect/>
              </a:stretch>
            </p:blipFill>
            <p:spPr>
              <a:xfrm rot="10800000" flipV="1">
                <a:off x="20750811" y="13050914"/>
                <a:ext cx="6620958" cy="4704525"/>
              </a:xfrm>
              <a:prstGeom prst="rect">
                <a:avLst/>
              </a:prstGeom>
            </p:spPr>
          </p:pic>
          <p:pic>
            <p:nvPicPr>
              <p:cNvPr id="51" name="Picture 50" descr="A blue robot head with yellow lights&#10;&#10;AI-generated content may be incorrect.">
                <a:extLst>
                  <a:ext uri="{FF2B5EF4-FFF2-40B4-BE49-F238E27FC236}">
                    <a16:creationId xmlns:a16="http://schemas.microsoft.com/office/drawing/2014/main" id="{23182360-0345-4E81-80FF-87647A6A3A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300000" flipH="1">
                <a:off x="19727850" y="11531043"/>
                <a:ext cx="1905222" cy="1905222"/>
              </a:xfrm>
              <a:prstGeom prst="rect">
                <a:avLst/>
              </a:prstGeom>
            </p:spPr>
          </p:pic>
          <p:sp>
            <p:nvSpPr>
              <p:cNvPr id="52" name="Rounded Rectangle 51">
                <a:extLst>
                  <a:ext uri="{FF2B5EF4-FFF2-40B4-BE49-F238E27FC236}">
                    <a16:creationId xmlns:a16="http://schemas.microsoft.com/office/drawing/2014/main" id="{C94744C8-809B-0F70-5FA3-48B4E2F095E6}"/>
                  </a:ext>
                </a:extLst>
              </p:cNvPr>
              <p:cNvSpPr/>
              <p:nvPr/>
            </p:nvSpPr>
            <p:spPr>
              <a:xfrm>
                <a:off x="31003422" y="10675986"/>
                <a:ext cx="2091600" cy="209160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7000">
                    <a:schemeClr val="accent4">
                      <a:alpha val="0"/>
                    </a:schemeClr>
                  </a:gs>
                  <a:gs pos="0">
                    <a:schemeClr val="accent4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scene3d>
                <a:camera prst="isometricTopUp"/>
                <a:lightRig rig="threePt" dir="t"/>
              </a:scene3d>
              <a:sp3d prstMaterial="matte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>
                  <a:defRPr/>
                </a:pPr>
                <a:endParaRPr lang="en-US" sz="6464">
                  <a:solidFill>
                    <a:srgbClr val="FFFFFF"/>
                  </a:solidFill>
                  <a:latin typeface="Mona Sans Display" panose="020B0604020202020204" charset="0"/>
                  <a:cs typeface="Mona Sans Display" panose="020B0604020202020204" charset="0"/>
                </a:endParaRPr>
              </a:p>
            </p:txBody>
          </p:sp>
          <p:sp>
            <p:nvSpPr>
              <p:cNvPr id="53" name="Rounded Rectangle 52">
                <a:extLst>
                  <a:ext uri="{FF2B5EF4-FFF2-40B4-BE49-F238E27FC236}">
                    <a16:creationId xmlns:a16="http://schemas.microsoft.com/office/drawing/2014/main" id="{303349F1-8559-B86F-D9B2-87784A468B2B}"/>
                  </a:ext>
                </a:extLst>
              </p:cNvPr>
              <p:cNvSpPr/>
              <p:nvPr/>
            </p:nvSpPr>
            <p:spPr>
              <a:xfrm>
                <a:off x="25770015" y="11737266"/>
                <a:ext cx="2530842" cy="2530842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7000">
                    <a:schemeClr val="accent4">
                      <a:alpha val="0"/>
                    </a:schemeClr>
                  </a:gs>
                  <a:gs pos="0">
                    <a:schemeClr val="accent4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scene3d>
                <a:camera prst="isometricTopUp"/>
                <a:lightRig rig="threePt" dir="t"/>
              </a:scene3d>
              <a:sp3d prstMaterial="matte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>
                  <a:defRPr/>
                </a:pPr>
                <a:endParaRPr lang="en-US" sz="6464">
                  <a:solidFill>
                    <a:srgbClr val="FFFFFF"/>
                  </a:solidFill>
                  <a:latin typeface="Mona Sans Display" panose="020B0604020202020204" charset="0"/>
                  <a:cs typeface="Mona Sans Display" panose="020B0604020202020204" charset="0"/>
                </a:endParaRPr>
              </a:p>
            </p:txBody>
          </p:sp>
          <p:pic>
            <p:nvPicPr>
              <p:cNvPr id="54" name="Picture 53" descr="A blue robot head with yellow lights&#10;&#10;AI-generated content may be incorrect.">
                <a:extLst>
                  <a:ext uri="{FF2B5EF4-FFF2-40B4-BE49-F238E27FC236}">
                    <a16:creationId xmlns:a16="http://schemas.microsoft.com/office/drawing/2014/main" id="{4C4367C3-B6CA-04C9-A050-41A2F6AB5A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300000" flipH="1">
                <a:off x="25586952" y="10800057"/>
                <a:ext cx="3068376" cy="3068376"/>
              </a:xfrm>
              <a:prstGeom prst="rect">
                <a:avLst/>
              </a:prstGeom>
            </p:spPr>
          </p:pic>
          <p:grpSp>
            <p:nvGrpSpPr>
              <p:cNvPr id="55" name="Google Shape;1276;p65">
                <a:extLst>
                  <a:ext uri="{FF2B5EF4-FFF2-40B4-BE49-F238E27FC236}">
                    <a16:creationId xmlns:a16="http://schemas.microsoft.com/office/drawing/2014/main" id="{B15F3742-E1CB-C84A-7D82-E6EBBDDEF8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20087482" y="9803418"/>
                <a:ext cx="1119187" cy="1119186"/>
                <a:chOff x="4027450" y="4768275"/>
                <a:chExt cx="58000" cy="58000"/>
              </a:xfrm>
              <a:solidFill>
                <a:schemeClr val="accent4"/>
              </a:solidFill>
            </p:grpSpPr>
            <p:sp>
              <p:nvSpPr>
                <p:cNvPr id="188" name="Google Shape;1277;p65">
                  <a:extLst>
                    <a:ext uri="{FF2B5EF4-FFF2-40B4-BE49-F238E27FC236}">
                      <a16:creationId xmlns:a16="http://schemas.microsoft.com/office/drawing/2014/main" id="{E7195913-1C31-7698-6C2F-DAFD26DEE297}"/>
                    </a:ext>
                  </a:extLst>
                </p:cNvPr>
                <p:cNvSpPr/>
                <p:nvPr/>
              </p:nvSpPr>
              <p:spPr>
                <a:xfrm>
                  <a:off x="4041775" y="4786625"/>
                  <a:ext cx="29350" cy="2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4" h="844" extrusionOk="0">
                      <a:moveTo>
                        <a:pt x="1089" y="1"/>
                      </a:moveTo>
                      <a:cubicBezTo>
                        <a:pt x="1068" y="1"/>
                        <a:pt x="1047" y="9"/>
                        <a:pt x="1030" y="26"/>
                      </a:cubicBezTo>
                      <a:lnTo>
                        <a:pt x="406" y="650"/>
                      </a:lnTo>
                      <a:lnTo>
                        <a:pt x="144" y="397"/>
                      </a:lnTo>
                      <a:cubicBezTo>
                        <a:pt x="127" y="380"/>
                        <a:pt x="106" y="372"/>
                        <a:pt x="86" y="372"/>
                      </a:cubicBezTo>
                      <a:cubicBezTo>
                        <a:pt x="66" y="372"/>
                        <a:pt x="47" y="380"/>
                        <a:pt x="35" y="397"/>
                      </a:cubicBezTo>
                      <a:cubicBezTo>
                        <a:pt x="1" y="422"/>
                        <a:pt x="1" y="473"/>
                        <a:pt x="35" y="507"/>
                      </a:cubicBezTo>
                      <a:lnTo>
                        <a:pt x="347" y="819"/>
                      </a:lnTo>
                      <a:cubicBezTo>
                        <a:pt x="364" y="835"/>
                        <a:pt x="385" y="844"/>
                        <a:pt x="405" y="844"/>
                      </a:cubicBezTo>
                      <a:cubicBezTo>
                        <a:pt x="425" y="844"/>
                        <a:pt x="444" y="835"/>
                        <a:pt x="456" y="819"/>
                      </a:cubicBezTo>
                      <a:lnTo>
                        <a:pt x="1148" y="136"/>
                      </a:lnTo>
                      <a:cubicBezTo>
                        <a:pt x="1173" y="102"/>
                        <a:pt x="1173" y="51"/>
                        <a:pt x="1148" y="26"/>
                      </a:cubicBezTo>
                      <a:cubicBezTo>
                        <a:pt x="1131" y="9"/>
                        <a:pt x="1110" y="1"/>
                        <a:pt x="108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FFFFFF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189" name="Google Shape;1278;p65">
                  <a:extLst>
                    <a:ext uri="{FF2B5EF4-FFF2-40B4-BE49-F238E27FC236}">
                      <a16:creationId xmlns:a16="http://schemas.microsoft.com/office/drawing/2014/main" id="{64BD7C70-A5FD-C6AF-4351-449D362B4EA6}"/>
                    </a:ext>
                  </a:extLst>
                </p:cNvPr>
                <p:cNvSpPr/>
                <p:nvPr/>
              </p:nvSpPr>
              <p:spPr>
                <a:xfrm>
                  <a:off x="4027450" y="4768275"/>
                  <a:ext cx="58000" cy="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0" h="2320" extrusionOk="0">
                      <a:moveTo>
                        <a:pt x="1164" y="1"/>
                      </a:moveTo>
                      <a:cubicBezTo>
                        <a:pt x="523" y="1"/>
                        <a:pt x="1" y="515"/>
                        <a:pt x="1" y="1156"/>
                      </a:cubicBezTo>
                      <a:cubicBezTo>
                        <a:pt x="1" y="1797"/>
                        <a:pt x="523" y="2320"/>
                        <a:pt x="1164" y="2320"/>
                      </a:cubicBezTo>
                      <a:cubicBezTo>
                        <a:pt x="1797" y="2320"/>
                        <a:pt x="2320" y="1797"/>
                        <a:pt x="2320" y="1156"/>
                      </a:cubicBezTo>
                      <a:cubicBezTo>
                        <a:pt x="2320" y="515"/>
                        <a:pt x="1797" y="1"/>
                        <a:pt x="1164" y="1"/>
                      </a:cubicBezTo>
                      <a:close/>
                      <a:moveTo>
                        <a:pt x="161" y="1156"/>
                      </a:moveTo>
                      <a:cubicBezTo>
                        <a:pt x="161" y="600"/>
                        <a:pt x="608" y="153"/>
                        <a:pt x="1164" y="153"/>
                      </a:cubicBezTo>
                      <a:cubicBezTo>
                        <a:pt x="1712" y="153"/>
                        <a:pt x="2159" y="600"/>
                        <a:pt x="2159" y="1156"/>
                      </a:cubicBezTo>
                      <a:cubicBezTo>
                        <a:pt x="2159" y="1713"/>
                        <a:pt x="1712" y="2160"/>
                        <a:pt x="1164" y="2160"/>
                      </a:cubicBezTo>
                      <a:cubicBezTo>
                        <a:pt x="608" y="2160"/>
                        <a:pt x="161" y="1713"/>
                        <a:pt x="161" y="115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FFFFFF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grpSp>
            <p:nvGrpSpPr>
              <p:cNvPr id="56" name="Google Shape;1276;p65">
                <a:extLst>
                  <a:ext uri="{FF2B5EF4-FFF2-40B4-BE49-F238E27FC236}">
                    <a16:creationId xmlns:a16="http://schemas.microsoft.com/office/drawing/2014/main" id="{30D13591-B55D-0336-13B2-4258F8AEA1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20087482" y="8412729"/>
                <a:ext cx="1119187" cy="1119186"/>
                <a:chOff x="4027450" y="4768275"/>
                <a:chExt cx="58000" cy="58000"/>
              </a:xfrm>
              <a:solidFill>
                <a:schemeClr val="accent4">
                  <a:alpha val="50000"/>
                </a:schemeClr>
              </a:solidFill>
            </p:grpSpPr>
            <p:sp>
              <p:nvSpPr>
                <p:cNvPr id="186" name="Google Shape;1277;p65">
                  <a:extLst>
                    <a:ext uri="{FF2B5EF4-FFF2-40B4-BE49-F238E27FC236}">
                      <a16:creationId xmlns:a16="http://schemas.microsoft.com/office/drawing/2014/main" id="{9908949C-60FE-7C1D-D44D-CC8E70DC52B9}"/>
                    </a:ext>
                  </a:extLst>
                </p:cNvPr>
                <p:cNvSpPr/>
                <p:nvPr/>
              </p:nvSpPr>
              <p:spPr>
                <a:xfrm>
                  <a:off x="4041775" y="4786625"/>
                  <a:ext cx="29350" cy="2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4" h="844" extrusionOk="0">
                      <a:moveTo>
                        <a:pt x="1089" y="1"/>
                      </a:moveTo>
                      <a:cubicBezTo>
                        <a:pt x="1068" y="1"/>
                        <a:pt x="1047" y="9"/>
                        <a:pt x="1030" y="26"/>
                      </a:cubicBezTo>
                      <a:lnTo>
                        <a:pt x="406" y="650"/>
                      </a:lnTo>
                      <a:lnTo>
                        <a:pt x="144" y="397"/>
                      </a:lnTo>
                      <a:cubicBezTo>
                        <a:pt x="127" y="380"/>
                        <a:pt x="106" y="372"/>
                        <a:pt x="86" y="372"/>
                      </a:cubicBezTo>
                      <a:cubicBezTo>
                        <a:pt x="66" y="372"/>
                        <a:pt x="47" y="380"/>
                        <a:pt x="35" y="397"/>
                      </a:cubicBezTo>
                      <a:cubicBezTo>
                        <a:pt x="1" y="422"/>
                        <a:pt x="1" y="473"/>
                        <a:pt x="35" y="507"/>
                      </a:cubicBezTo>
                      <a:lnTo>
                        <a:pt x="347" y="819"/>
                      </a:lnTo>
                      <a:cubicBezTo>
                        <a:pt x="364" y="835"/>
                        <a:pt x="385" y="844"/>
                        <a:pt x="405" y="844"/>
                      </a:cubicBezTo>
                      <a:cubicBezTo>
                        <a:pt x="425" y="844"/>
                        <a:pt x="444" y="835"/>
                        <a:pt x="456" y="819"/>
                      </a:cubicBezTo>
                      <a:lnTo>
                        <a:pt x="1148" y="136"/>
                      </a:lnTo>
                      <a:cubicBezTo>
                        <a:pt x="1173" y="102"/>
                        <a:pt x="1173" y="51"/>
                        <a:pt x="1148" y="26"/>
                      </a:cubicBezTo>
                      <a:cubicBezTo>
                        <a:pt x="1131" y="9"/>
                        <a:pt x="1110" y="1"/>
                        <a:pt x="108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FFFFFF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187" name="Google Shape;1278;p65">
                  <a:extLst>
                    <a:ext uri="{FF2B5EF4-FFF2-40B4-BE49-F238E27FC236}">
                      <a16:creationId xmlns:a16="http://schemas.microsoft.com/office/drawing/2014/main" id="{008BF74B-267B-40AA-A109-EC7FDA37126E}"/>
                    </a:ext>
                  </a:extLst>
                </p:cNvPr>
                <p:cNvSpPr/>
                <p:nvPr/>
              </p:nvSpPr>
              <p:spPr>
                <a:xfrm>
                  <a:off x="4027450" y="4768275"/>
                  <a:ext cx="58000" cy="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0" h="2320" extrusionOk="0">
                      <a:moveTo>
                        <a:pt x="1164" y="1"/>
                      </a:moveTo>
                      <a:cubicBezTo>
                        <a:pt x="523" y="1"/>
                        <a:pt x="1" y="515"/>
                        <a:pt x="1" y="1156"/>
                      </a:cubicBezTo>
                      <a:cubicBezTo>
                        <a:pt x="1" y="1797"/>
                        <a:pt x="523" y="2320"/>
                        <a:pt x="1164" y="2320"/>
                      </a:cubicBezTo>
                      <a:cubicBezTo>
                        <a:pt x="1797" y="2320"/>
                        <a:pt x="2320" y="1797"/>
                        <a:pt x="2320" y="1156"/>
                      </a:cubicBezTo>
                      <a:cubicBezTo>
                        <a:pt x="2320" y="515"/>
                        <a:pt x="1797" y="1"/>
                        <a:pt x="1164" y="1"/>
                      </a:cubicBezTo>
                      <a:close/>
                      <a:moveTo>
                        <a:pt x="161" y="1156"/>
                      </a:moveTo>
                      <a:cubicBezTo>
                        <a:pt x="161" y="600"/>
                        <a:pt x="608" y="153"/>
                        <a:pt x="1164" y="153"/>
                      </a:cubicBezTo>
                      <a:cubicBezTo>
                        <a:pt x="1712" y="153"/>
                        <a:pt x="2159" y="600"/>
                        <a:pt x="2159" y="1156"/>
                      </a:cubicBezTo>
                      <a:cubicBezTo>
                        <a:pt x="2159" y="1713"/>
                        <a:pt x="1712" y="2160"/>
                        <a:pt x="1164" y="2160"/>
                      </a:cubicBezTo>
                      <a:cubicBezTo>
                        <a:pt x="608" y="2160"/>
                        <a:pt x="161" y="1713"/>
                        <a:pt x="161" y="115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FFFFFF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grpSp>
            <p:nvGrpSpPr>
              <p:cNvPr id="57" name="Google Shape;1276;p65">
                <a:extLst>
                  <a:ext uri="{FF2B5EF4-FFF2-40B4-BE49-F238E27FC236}">
                    <a16:creationId xmlns:a16="http://schemas.microsoft.com/office/drawing/2014/main" id="{24C58BF9-E15E-5B2F-78F0-AACEF477BB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20087482" y="7058640"/>
                <a:ext cx="1119187" cy="1119186"/>
                <a:chOff x="4027450" y="4768275"/>
                <a:chExt cx="58000" cy="58000"/>
              </a:xfrm>
              <a:solidFill>
                <a:schemeClr val="accent4">
                  <a:alpha val="25000"/>
                </a:schemeClr>
              </a:solidFill>
            </p:grpSpPr>
            <p:sp>
              <p:nvSpPr>
                <p:cNvPr id="184" name="Google Shape;1277;p65">
                  <a:extLst>
                    <a:ext uri="{FF2B5EF4-FFF2-40B4-BE49-F238E27FC236}">
                      <a16:creationId xmlns:a16="http://schemas.microsoft.com/office/drawing/2014/main" id="{E7431A03-9420-B305-AB2B-220C2716338C}"/>
                    </a:ext>
                  </a:extLst>
                </p:cNvPr>
                <p:cNvSpPr/>
                <p:nvPr/>
              </p:nvSpPr>
              <p:spPr>
                <a:xfrm>
                  <a:off x="4041775" y="4786625"/>
                  <a:ext cx="29350" cy="2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4" h="844" extrusionOk="0">
                      <a:moveTo>
                        <a:pt x="1089" y="1"/>
                      </a:moveTo>
                      <a:cubicBezTo>
                        <a:pt x="1068" y="1"/>
                        <a:pt x="1047" y="9"/>
                        <a:pt x="1030" y="26"/>
                      </a:cubicBezTo>
                      <a:lnTo>
                        <a:pt x="406" y="650"/>
                      </a:lnTo>
                      <a:lnTo>
                        <a:pt x="144" y="397"/>
                      </a:lnTo>
                      <a:cubicBezTo>
                        <a:pt x="127" y="380"/>
                        <a:pt x="106" y="372"/>
                        <a:pt x="86" y="372"/>
                      </a:cubicBezTo>
                      <a:cubicBezTo>
                        <a:pt x="66" y="372"/>
                        <a:pt x="47" y="380"/>
                        <a:pt x="35" y="397"/>
                      </a:cubicBezTo>
                      <a:cubicBezTo>
                        <a:pt x="1" y="422"/>
                        <a:pt x="1" y="473"/>
                        <a:pt x="35" y="507"/>
                      </a:cubicBezTo>
                      <a:lnTo>
                        <a:pt x="347" y="819"/>
                      </a:lnTo>
                      <a:cubicBezTo>
                        <a:pt x="364" y="835"/>
                        <a:pt x="385" y="844"/>
                        <a:pt x="405" y="844"/>
                      </a:cubicBezTo>
                      <a:cubicBezTo>
                        <a:pt x="425" y="844"/>
                        <a:pt x="444" y="835"/>
                        <a:pt x="456" y="819"/>
                      </a:cubicBezTo>
                      <a:lnTo>
                        <a:pt x="1148" y="136"/>
                      </a:lnTo>
                      <a:cubicBezTo>
                        <a:pt x="1173" y="102"/>
                        <a:pt x="1173" y="51"/>
                        <a:pt x="1148" y="26"/>
                      </a:cubicBezTo>
                      <a:cubicBezTo>
                        <a:pt x="1131" y="9"/>
                        <a:pt x="1110" y="1"/>
                        <a:pt x="108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FFFFFF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185" name="Google Shape;1278;p65">
                  <a:extLst>
                    <a:ext uri="{FF2B5EF4-FFF2-40B4-BE49-F238E27FC236}">
                      <a16:creationId xmlns:a16="http://schemas.microsoft.com/office/drawing/2014/main" id="{8E542ACD-D237-286F-8C6E-A0E9C8971553}"/>
                    </a:ext>
                  </a:extLst>
                </p:cNvPr>
                <p:cNvSpPr/>
                <p:nvPr/>
              </p:nvSpPr>
              <p:spPr>
                <a:xfrm>
                  <a:off x="4027450" y="4768275"/>
                  <a:ext cx="58000" cy="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0" h="2320" extrusionOk="0">
                      <a:moveTo>
                        <a:pt x="1164" y="1"/>
                      </a:moveTo>
                      <a:cubicBezTo>
                        <a:pt x="523" y="1"/>
                        <a:pt x="1" y="515"/>
                        <a:pt x="1" y="1156"/>
                      </a:cubicBezTo>
                      <a:cubicBezTo>
                        <a:pt x="1" y="1797"/>
                        <a:pt x="523" y="2320"/>
                        <a:pt x="1164" y="2320"/>
                      </a:cubicBezTo>
                      <a:cubicBezTo>
                        <a:pt x="1797" y="2320"/>
                        <a:pt x="2320" y="1797"/>
                        <a:pt x="2320" y="1156"/>
                      </a:cubicBezTo>
                      <a:cubicBezTo>
                        <a:pt x="2320" y="515"/>
                        <a:pt x="1797" y="1"/>
                        <a:pt x="1164" y="1"/>
                      </a:cubicBezTo>
                      <a:close/>
                      <a:moveTo>
                        <a:pt x="161" y="1156"/>
                      </a:moveTo>
                      <a:cubicBezTo>
                        <a:pt x="161" y="600"/>
                        <a:pt x="608" y="153"/>
                        <a:pt x="1164" y="153"/>
                      </a:cubicBezTo>
                      <a:cubicBezTo>
                        <a:pt x="1712" y="153"/>
                        <a:pt x="2159" y="600"/>
                        <a:pt x="2159" y="1156"/>
                      </a:cubicBezTo>
                      <a:cubicBezTo>
                        <a:pt x="2159" y="1713"/>
                        <a:pt x="1712" y="2160"/>
                        <a:pt x="1164" y="2160"/>
                      </a:cubicBezTo>
                      <a:cubicBezTo>
                        <a:pt x="608" y="2160"/>
                        <a:pt x="161" y="1713"/>
                        <a:pt x="161" y="115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FFFFFF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grpSp>
            <p:nvGrpSpPr>
              <p:cNvPr id="58" name="Google Shape;1276;p65">
                <a:extLst>
                  <a:ext uri="{FF2B5EF4-FFF2-40B4-BE49-F238E27FC236}">
                    <a16:creationId xmlns:a16="http://schemas.microsoft.com/office/drawing/2014/main" id="{069596E6-2DED-DA86-79C1-F86B82DE62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23086695" y="10276944"/>
                <a:ext cx="1489632" cy="1489632"/>
                <a:chOff x="4027450" y="4768275"/>
                <a:chExt cx="58000" cy="58000"/>
              </a:xfrm>
              <a:solidFill>
                <a:schemeClr val="accent4"/>
              </a:solidFill>
              <a:scene3d>
                <a:camera prst="isometricTopUp"/>
                <a:lightRig rig="threePt" dir="t"/>
              </a:scene3d>
            </p:grpSpPr>
            <p:sp>
              <p:nvSpPr>
                <p:cNvPr id="179" name="Google Shape;1277;p65">
                  <a:extLst>
                    <a:ext uri="{FF2B5EF4-FFF2-40B4-BE49-F238E27FC236}">
                      <a16:creationId xmlns:a16="http://schemas.microsoft.com/office/drawing/2014/main" id="{7CFD9858-6DB8-5C8A-3407-CC94C74F13AE}"/>
                    </a:ext>
                  </a:extLst>
                </p:cNvPr>
                <p:cNvSpPr/>
                <p:nvPr/>
              </p:nvSpPr>
              <p:spPr>
                <a:xfrm>
                  <a:off x="4041775" y="4786625"/>
                  <a:ext cx="29350" cy="2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4" h="844" extrusionOk="0">
                      <a:moveTo>
                        <a:pt x="1089" y="1"/>
                      </a:moveTo>
                      <a:cubicBezTo>
                        <a:pt x="1068" y="1"/>
                        <a:pt x="1047" y="9"/>
                        <a:pt x="1030" y="26"/>
                      </a:cubicBezTo>
                      <a:lnTo>
                        <a:pt x="406" y="650"/>
                      </a:lnTo>
                      <a:lnTo>
                        <a:pt x="144" y="397"/>
                      </a:lnTo>
                      <a:cubicBezTo>
                        <a:pt x="127" y="380"/>
                        <a:pt x="106" y="372"/>
                        <a:pt x="86" y="372"/>
                      </a:cubicBezTo>
                      <a:cubicBezTo>
                        <a:pt x="66" y="372"/>
                        <a:pt x="47" y="380"/>
                        <a:pt x="35" y="397"/>
                      </a:cubicBezTo>
                      <a:cubicBezTo>
                        <a:pt x="1" y="422"/>
                        <a:pt x="1" y="473"/>
                        <a:pt x="35" y="507"/>
                      </a:cubicBezTo>
                      <a:lnTo>
                        <a:pt x="347" y="819"/>
                      </a:lnTo>
                      <a:cubicBezTo>
                        <a:pt x="364" y="835"/>
                        <a:pt x="385" y="844"/>
                        <a:pt x="405" y="844"/>
                      </a:cubicBezTo>
                      <a:cubicBezTo>
                        <a:pt x="425" y="844"/>
                        <a:pt x="444" y="835"/>
                        <a:pt x="456" y="819"/>
                      </a:cubicBezTo>
                      <a:lnTo>
                        <a:pt x="1148" y="136"/>
                      </a:lnTo>
                      <a:cubicBezTo>
                        <a:pt x="1173" y="102"/>
                        <a:pt x="1173" y="51"/>
                        <a:pt x="1148" y="26"/>
                      </a:cubicBezTo>
                      <a:cubicBezTo>
                        <a:pt x="1131" y="9"/>
                        <a:pt x="1110" y="1"/>
                        <a:pt x="108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FFFFFF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180" name="Google Shape;1278;p65">
                  <a:extLst>
                    <a:ext uri="{FF2B5EF4-FFF2-40B4-BE49-F238E27FC236}">
                      <a16:creationId xmlns:a16="http://schemas.microsoft.com/office/drawing/2014/main" id="{30452823-C6A2-15BF-221F-3EB4CE2F3229}"/>
                    </a:ext>
                  </a:extLst>
                </p:cNvPr>
                <p:cNvSpPr/>
                <p:nvPr/>
              </p:nvSpPr>
              <p:spPr>
                <a:xfrm>
                  <a:off x="4027450" y="4768275"/>
                  <a:ext cx="58000" cy="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0" h="2320" extrusionOk="0">
                      <a:moveTo>
                        <a:pt x="1164" y="1"/>
                      </a:moveTo>
                      <a:cubicBezTo>
                        <a:pt x="523" y="1"/>
                        <a:pt x="1" y="515"/>
                        <a:pt x="1" y="1156"/>
                      </a:cubicBezTo>
                      <a:cubicBezTo>
                        <a:pt x="1" y="1797"/>
                        <a:pt x="523" y="2320"/>
                        <a:pt x="1164" y="2320"/>
                      </a:cubicBezTo>
                      <a:cubicBezTo>
                        <a:pt x="1797" y="2320"/>
                        <a:pt x="2320" y="1797"/>
                        <a:pt x="2320" y="1156"/>
                      </a:cubicBezTo>
                      <a:cubicBezTo>
                        <a:pt x="2320" y="515"/>
                        <a:pt x="1797" y="1"/>
                        <a:pt x="1164" y="1"/>
                      </a:cubicBezTo>
                      <a:close/>
                      <a:moveTo>
                        <a:pt x="161" y="1156"/>
                      </a:moveTo>
                      <a:cubicBezTo>
                        <a:pt x="161" y="600"/>
                        <a:pt x="608" y="153"/>
                        <a:pt x="1164" y="153"/>
                      </a:cubicBezTo>
                      <a:cubicBezTo>
                        <a:pt x="1712" y="153"/>
                        <a:pt x="2159" y="600"/>
                        <a:pt x="2159" y="1156"/>
                      </a:cubicBezTo>
                      <a:cubicBezTo>
                        <a:pt x="2159" y="1713"/>
                        <a:pt x="1712" y="2160"/>
                        <a:pt x="1164" y="2160"/>
                      </a:cubicBezTo>
                      <a:cubicBezTo>
                        <a:pt x="608" y="2160"/>
                        <a:pt x="161" y="1713"/>
                        <a:pt x="161" y="115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FFFFFF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grpSp>
            <p:nvGrpSpPr>
              <p:cNvPr id="59" name="Google Shape;1152;p64">
                <a:extLst>
                  <a:ext uri="{FF2B5EF4-FFF2-40B4-BE49-F238E27FC236}">
                    <a16:creationId xmlns:a16="http://schemas.microsoft.com/office/drawing/2014/main" id="{E8EAB86D-1837-BC17-6A56-12E623E9E2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26587548" y="9662745"/>
                <a:ext cx="1122930" cy="1122930"/>
                <a:chOff x="4196100" y="4262300"/>
                <a:chExt cx="58000" cy="58000"/>
              </a:xfrm>
              <a:solidFill>
                <a:schemeClr val="accent4"/>
              </a:solidFill>
            </p:grpSpPr>
            <p:sp>
              <p:nvSpPr>
                <p:cNvPr id="177" name="Google Shape;1153;p64">
                  <a:extLst>
                    <a:ext uri="{FF2B5EF4-FFF2-40B4-BE49-F238E27FC236}">
                      <a16:creationId xmlns:a16="http://schemas.microsoft.com/office/drawing/2014/main" id="{D1A3604C-27AD-E495-95A7-848B776DF7F0}"/>
                    </a:ext>
                  </a:extLst>
                </p:cNvPr>
                <p:cNvSpPr/>
                <p:nvPr/>
              </p:nvSpPr>
              <p:spPr>
                <a:xfrm>
                  <a:off x="4196100" y="4262300"/>
                  <a:ext cx="57375" cy="2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5" h="973" extrusionOk="0">
                      <a:moveTo>
                        <a:pt x="1165" y="1"/>
                      </a:moveTo>
                      <a:cubicBezTo>
                        <a:pt x="735" y="1"/>
                        <a:pt x="364" y="229"/>
                        <a:pt x="161" y="574"/>
                      </a:cubicBezTo>
                      <a:lnTo>
                        <a:pt x="161" y="389"/>
                      </a:lnTo>
                      <a:cubicBezTo>
                        <a:pt x="161" y="347"/>
                        <a:pt x="127" y="313"/>
                        <a:pt x="77" y="313"/>
                      </a:cubicBezTo>
                      <a:cubicBezTo>
                        <a:pt x="35" y="313"/>
                        <a:pt x="1" y="347"/>
                        <a:pt x="1" y="389"/>
                      </a:cubicBezTo>
                      <a:lnTo>
                        <a:pt x="1" y="785"/>
                      </a:lnTo>
                      <a:cubicBezTo>
                        <a:pt x="1" y="844"/>
                        <a:pt x="51" y="895"/>
                        <a:pt x="111" y="895"/>
                      </a:cubicBezTo>
                      <a:lnTo>
                        <a:pt x="498" y="895"/>
                      </a:lnTo>
                      <a:cubicBezTo>
                        <a:pt x="549" y="895"/>
                        <a:pt x="583" y="861"/>
                        <a:pt x="583" y="810"/>
                      </a:cubicBezTo>
                      <a:cubicBezTo>
                        <a:pt x="583" y="768"/>
                        <a:pt x="549" y="735"/>
                        <a:pt x="498" y="735"/>
                      </a:cubicBezTo>
                      <a:lnTo>
                        <a:pt x="254" y="735"/>
                      </a:lnTo>
                      <a:cubicBezTo>
                        <a:pt x="414" y="389"/>
                        <a:pt x="760" y="153"/>
                        <a:pt x="1165" y="153"/>
                      </a:cubicBezTo>
                      <a:cubicBezTo>
                        <a:pt x="1628" y="153"/>
                        <a:pt x="2025" y="482"/>
                        <a:pt x="2134" y="912"/>
                      </a:cubicBezTo>
                      <a:cubicBezTo>
                        <a:pt x="2142" y="948"/>
                        <a:pt x="2175" y="972"/>
                        <a:pt x="2211" y="972"/>
                      </a:cubicBezTo>
                      <a:cubicBezTo>
                        <a:pt x="2216" y="972"/>
                        <a:pt x="2222" y="972"/>
                        <a:pt x="2227" y="971"/>
                      </a:cubicBezTo>
                      <a:cubicBezTo>
                        <a:pt x="2269" y="962"/>
                        <a:pt x="2295" y="920"/>
                        <a:pt x="2286" y="878"/>
                      </a:cubicBezTo>
                      <a:cubicBezTo>
                        <a:pt x="2160" y="372"/>
                        <a:pt x="1704" y="1"/>
                        <a:pt x="116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178" name="Google Shape;1154;p64">
                  <a:extLst>
                    <a:ext uri="{FF2B5EF4-FFF2-40B4-BE49-F238E27FC236}">
                      <a16:creationId xmlns:a16="http://schemas.microsoft.com/office/drawing/2014/main" id="{3B899F06-CF22-4998-91D3-A023885EA989}"/>
                    </a:ext>
                  </a:extLst>
                </p:cNvPr>
                <p:cNvSpPr/>
                <p:nvPr/>
              </p:nvSpPr>
              <p:spPr>
                <a:xfrm>
                  <a:off x="4196750" y="4295800"/>
                  <a:ext cx="57350" cy="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4" h="980" extrusionOk="0">
                      <a:moveTo>
                        <a:pt x="84" y="0"/>
                      </a:moveTo>
                      <a:cubicBezTo>
                        <a:pt x="79" y="0"/>
                        <a:pt x="73" y="1"/>
                        <a:pt x="68" y="2"/>
                      </a:cubicBezTo>
                      <a:cubicBezTo>
                        <a:pt x="25" y="10"/>
                        <a:pt x="0" y="61"/>
                        <a:pt x="9" y="103"/>
                      </a:cubicBezTo>
                      <a:cubicBezTo>
                        <a:pt x="135" y="600"/>
                        <a:pt x="590" y="980"/>
                        <a:pt x="1139" y="980"/>
                      </a:cubicBezTo>
                      <a:cubicBezTo>
                        <a:pt x="1560" y="980"/>
                        <a:pt x="1931" y="744"/>
                        <a:pt x="2134" y="398"/>
                      </a:cubicBezTo>
                      <a:lnTo>
                        <a:pt x="2134" y="584"/>
                      </a:lnTo>
                      <a:cubicBezTo>
                        <a:pt x="2134" y="626"/>
                        <a:pt x="2167" y="659"/>
                        <a:pt x="2218" y="659"/>
                      </a:cubicBezTo>
                      <a:cubicBezTo>
                        <a:pt x="2260" y="659"/>
                        <a:pt x="2294" y="626"/>
                        <a:pt x="2294" y="584"/>
                      </a:cubicBezTo>
                      <a:lnTo>
                        <a:pt x="2294" y="187"/>
                      </a:lnTo>
                      <a:cubicBezTo>
                        <a:pt x="2294" y="128"/>
                        <a:pt x="2243" y="78"/>
                        <a:pt x="2193" y="78"/>
                      </a:cubicBezTo>
                      <a:lnTo>
                        <a:pt x="1796" y="78"/>
                      </a:lnTo>
                      <a:cubicBezTo>
                        <a:pt x="1746" y="78"/>
                        <a:pt x="1712" y="120"/>
                        <a:pt x="1712" y="162"/>
                      </a:cubicBezTo>
                      <a:cubicBezTo>
                        <a:pt x="1712" y="204"/>
                        <a:pt x="1746" y="238"/>
                        <a:pt x="1796" y="238"/>
                      </a:cubicBezTo>
                      <a:lnTo>
                        <a:pt x="2041" y="238"/>
                      </a:lnTo>
                      <a:cubicBezTo>
                        <a:pt x="1881" y="584"/>
                        <a:pt x="1535" y="820"/>
                        <a:pt x="1139" y="820"/>
                      </a:cubicBezTo>
                      <a:cubicBezTo>
                        <a:pt x="666" y="820"/>
                        <a:pt x="270" y="499"/>
                        <a:pt x="160" y="61"/>
                      </a:cubicBezTo>
                      <a:cubicBezTo>
                        <a:pt x="153" y="24"/>
                        <a:pt x="120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grpSp>
            <p:nvGrpSpPr>
              <p:cNvPr id="60" name="Google Shape;1152;p64">
                <a:extLst>
                  <a:ext uri="{FF2B5EF4-FFF2-40B4-BE49-F238E27FC236}">
                    <a16:creationId xmlns:a16="http://schemas.microsoft.com/office/drawing/2014/main" id="{D76454D4-9540-0842-12C9-04A6282A28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26587548" y="8125671"/>
                <a:ext cx="1122930" cy="1122930"/>
                <a:chOff x="4196100" y="4262300"/>
                <a:chExt cx="58000" cy="58000"/>
              </a:xfrm>
              <a:solidFill>
                <a:schemeClr val="accent4">
                  <a:alpha val="25000"/>
                </a:schemeClr>
              </a:solidFill>
            </p:grpSpPr>
            <p:sp>
              <p:nvSpPr>
                <p:cNvPr id="175" name="Google Shape;1153;p64">
                  <a:extLst>
                    <a:ext uri="{FF2B5EF4-FFF2-40B4-BE49-F238E27FC236}">
                      <a16:creationId xmlns:a16="http://schemas.microsoft.com/office/drawing/2014/main" id="{650ECB31-12DD-612A-F3E7-77D7C3AF729E}"/>
                    </a:ext>
                  </a:extLst>
                </p:cNvPr>
                <p:cNvSpPr/>
                <p:nvPr/>
              </p:nvSpPr>
              <p:spPr>
                <a:xfrm>
                  <a:off x="4196100" y="4262300"/>
                  <a:ext cx="57375" cy="2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5" h="973" extrusionOk="0">
                      <a:moveTo>
                        <a:pt x="1165" y="1"/>
                      </a:moveTo>
                      <a:cubicBezTo>
                        <a:pt x="735" y="1"/>
                        <a:pt x="364" y="229"/>
                        <a:pt x="161" y="574"/>
                      </a:cubicBezTo>
                      <a:lnTo>
                        <a:pt x="161" y="389"/>
                      </a:lnTo>
                      <a:cubicBezTo>
                        <a:pt x="161" y="347"/>
                        <a:pt x="127" y="313"/>
                        <a:pt x="77" y="313"/>
                      </a:cubicBezTo>
                      <a:cubicBezTo>
                        <a:pt x="35" y="313"/>
                        <a:pt x="1" y="347"/>
                        <a:pt x="1" y="389"/>
                      </a:cubicBezTo>
                      <a:lnTo>
                        <a:pt x="1" y="785"/>
                      </a:lnTo>
                      <a:cubicBezTo>
                        <a:pt x="1" y="844"/>
                        <a:pt x="51" y="895"/>
                        <a:pt x="111" y="895"/>
                      </a:cubicBezTo>
                      <a:lnTo>
                        <a:pt x="498" y="895"/>
                      </a:lnTo>
                      <a:cubicBezTo>
                        <a:pt x="549" y="895"/>
                        <a:pt x="583" y="861"/>
                        <a:pt x="583" y="810"/>
                      </a:cubicBezTo>
                      <a:cubicBezTo>
                        <a:pt x="583" y="768"/>
                        <a:pt x="549" y="735"/>
                        <a:pt x="498" y="735"/>
                      </a:cubicBezTo>
                      <a:lnTo>
                        <a:pt x="254" y="735"/>
                      </a:lnTo>
                      <a:cubicBezTo>
                        <a:pt x="414" y="389"/>
                        <a:pt x="760" y="153"/>
                        <a:pt x="1165" y="153"/>
                      </a:cubicBezTo>
                      <a:cubicBezTo>
                        <a:pt x="1628" y="153"/>
                        <a:pt x="2025" y="482"/>
                        <a:pt x="2134" y="912"/>
                      </a:cubicBezTo>
                      <a:cubicBezTo>
                        <a:pt x="2142" y="948"/>
                        <a:pt x="2175" y="972"/>
                        <a:pt x="2211" y="972"/>
                      </a:cubicBezTo>
                      <a:cubicBezTo>
                        <a:pt x="2216" y="972"/>
                        <a:pt x="2222" y="972"/>
                        <a:pt x="2227" y="971"/>
                      </a:cubicBezTo>
                      <a:cubicBezTo>
                        <a:pt x="2269" y="962"/>
                        <a:pt x="2295" y="920"/>
                        <a:pt x="2286" y="878"/>
                      </a:cubicBezTo>
                      <a:cubicBezTo>
                        <a:pt x="2160" y="372"/>
                        <a:pt x="1704" y="1"/>
                        <a:pt x="116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176" name="Google Shape;1154;p64">
                  <a:extLst>
                    <a:ext uri="{FF2B5EF4-FFF2-40B4-BE49-F238E27FC236}">
                      <a16:creationId xmlns:a16="http://schemas.microsoft.com/office/drawing/2014/main" id="{290828F9-D961-20F1-BD19-98D794A84FFB}"/>
                    </a:ext>
                  </a:extLst>
                </p:cNvPr>
                <p:cNvSpPr/>
                <p:nvPr/>
              </p:nvSpPr>
              <p:spPr>
                <a:xfrm>
                  <a:off x="4196750" y="4295800"/>
                  <a:ext cx="57350" cy="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4" h="980" extrusionOk="0">
                      <a:moveTo>
                        <a:pt x="84" y="0"/>
                      </a:moveTo>
                      <a:cubicBezTo>
                        <a:pt x="79" y="0"/>
                        <a:pt x="73" y="1"/>
                        <a:pt x="68" y="2"/>
                      </a:cubicBezTo>
                      <a:cubicBezTo>
                        <a:pt x="25" y="10"/>
                        <a:pt x="0" y="61"/>
                        <a:pt x="9" y="103"/>
                      </a:cubicBezTo>
                      <a:cubicBezTo>
                        <a:pt x="135" y="600"/>
                        <a:pt x="590" y="980"/>
                        <a:pt x="1139" y="980"/>
                      </a:cubicBezTo>
                      <a:cubicBezTo>
                        <a:pt x="1560" y="980"/>
                        <a:pt x="1931" y="744"/>
                        <a:pt x="2134" y="398"/>
                      </a:cubicBezTo>
                      <a:lnTo>
                        <a:pt x="2134" y="584"/>
                      </a:lnTo>
                      <a:cubicBezTo>
                        <a:pt x="2134" y="626"/>
                        <a:pt x="2167" y="659"/>
                        <a:pt x="2218" y="659"/>
                      </a:cubicBezTo>
                      <a:cubicBezTo>
                        <a:pt x="2260" y="659"/>
                        <a:pt x="2294" y="626"/>
                        <a:pt x="2294" y="584"/>
                      </a:cubicBezTo>
                      <a:lnTo>
                        <a:pt x="2294" y="187"/>
                      </a:lnTo>
                      <a:cubicBezTo>
                        <a:pt x="2294" y="128"/>
                        <a:pt x="2243" y="78"/>
                        <a:pt x="2193" y="78"/>
                      </a:cubicBezTo>
                      <a:lnTo>
                        <a:pt x="1796" y="78"/>
                      </a:lnTo>
                      <a:cubicBezTo>
                        <a:pt x="1746" y="78"/>
                        <a:pt x="1712" y="120"/>
                        <a:pt x="1712" y="162"/>
                      </a:cubicBezTo>
                      <a:cubicBezTo>
                        <a:pt x="1712" y="204"/>
                        <a:pt x="1746" y="238"/>
                        <a:pt x="1796" y="238"/>
                      </a:cubicBezTo>
                      <a:lnTo>
                        <a:pt x="2041" y="238"/>
                      </a:lnTo>
                      <a:cubicBezTo>
                        <a:pt x="1881" y="584"/>
                        <a:pt x="1535" y="820"/>
                        <a:pt x="1139" y="820"/>
                      </a:cubicBezTo>
                      <a:cubicBezTo>
                        <a:pt x="666" y="820"/>
                        <a:pt x="270" y="499"/>
                        <a:pt x="160" y="61"/>
                      </a:cubicBezTo>
                      <a:cubicBezTo>
                        <a:pt x="153" y="24"/>
                        <a:pt x="120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grpSp>
            <p:nvGrpSpPr>
              <p:cNvPr id="61" name="Google Shape;1152;p64">
                <a:extLst>
                  <a:ext uri="{FF2B5EF4-FFF2-40B4-BE49-F238E27FC236}">
                    <a16:creationId xmlns:a16="http://schemas.microsoft.com/office/drawing/2014/main" id="{3FB7F5C4-2358-F367-CCE1-8C65F17528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3311967" y="13899811"/>
                <a:ext cx="1498647" cy="1498646"/>
                <a:chOff x="4196100" y="4262300"/>
                <a:chExt cx="58000" cy="58000"/>
              </a:xfrm>
              <a:solidFill>
                <a:schemeClr val="accent4"/>
              </a:solidFill>
              <a:scene3d>
                <a:camera prst="isometricTopUp"/>
                <a:lightRig rig="threePt" dir="t"/>
              </a:scene3d>
            </p:grpSpPr>
            <p:sp>
              <p:nvSpPr>
                <p:cNvPr id="173" name="Google Shape;1153;p64">
                  <a:extLst>
                    <a:ext uri="{FF2B5EF4-FFF2-40B4-BE49-F238E27FC236}">
                      <a16:creationId xmlns:a16="http://schemas.microsoft.com/office/drawing/2014/main" id="{4C2B88DE-C986-F1EF-6502-8E629B890B68}"/>
                    </a:ext>
                  </a:extLst>
                </p:cNvPr>
                <p:cNvSpPr/>
                <p:nvPr/>
              </p:nvSpPr>
              <p:spPr>
                <a:xfrm>
                  <a:off x="4196100" y="4262300"/>
                  <a:ext cx="57375" cy="2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5" h="973" extrusionOk="0">
                      <a:moveTo>
                        <a:pt x="1165" y="1"/>
                      </a:moveTo>
                      <a:cubicBezTo>
                        <a:pt x="735" y="1"/>
                        <a:pt x="364" y="229"/>
                        <a:pt x="161" y="574"/>
                      </a:cubicBezTo>
                      <a:lnTo>
                        <a:pt x="161" y="389"/>
                      </a:lnTo>
                      <a:cubicBezTo>
                        <a:pt x="161" y="347"/>
                        <a:pt x="127" y="313"/>
                        <a:pt x="77" y="313"/>
                      </a:cubicBezTo>
                      <a:cubicBezTo>
                        <a:pt x="35" y="313"/>
                        <a:pt x="1" y="347"/>
                        <a:pt x="1" y="389"/>
                      </a:cubicBezTo>
                      <a:lnTo>
                        <a:pt x="1" y="785"/>
                      </a:lnTo>
                      <a:cubicBezTo>
                        <a:pt x="1" y="844"/>
                        <a:pt x="51" y="895"/>
                        <a:pt x="111" y="895"/>
                      </a:cubicBezTo>
                      <a:lnTo>
                        <a:pt x="498" y="895"/>
                      </a:lnTo>
                      <a:cubicBezTo>
                        <a:pt x="549" y="895"/>
                        <a:pt x="583" y="861"/>
                        <a:pt x="583" y="810"/>
                      </a:cubicBezTo>
                      <a:cubicBezTo>
                        <a:pt x="583" y="768"/>
                        <a:pt x="549" y="735"/>
                        <a:pt x="498" y="735"/>
                      </a:cubicBezTo>
                      <a:lnTo>
                        <a:pt x="254" y="735"/>
                      </a:lnTo>
                      <a:cubicBezTo>
                        <a:pt x="414" y="389"/>
                        <a:pt x="760" y="153"/>
                        <a:pt x="1165" y="153"/>
                      </a:cubicBezTo>
                      <a:cubicBezTo>
                        <a:pt x="1628" y="153"/>
                        <a:pt x="2025" y="482"/>
                        <a:pt x="2134" y="912"/>
                      </a:cubicBezTo>
                      <a:cubicBezTo>
                        <a:pt x="2142" y="948"/>
                        <a:pt x="2175" y="972"/>
                        <a:pt x="2211" y="972"/>
                      </a:cubicBezTo>
                      <a:cubicBezTo>
                        <a:pt x="2216" y="972"/>
                        <a:pt x="2222" y="972"/>
                        <a:pt x="2227" y="971"/>
                      </a:cubicBezTo>
                      <a:cubicBezTo>
                        <a:pt x="2269" y="962"/>
                        <a:pt x="2295" y="920"/>
                        <a:pt x="2286" y="878"/>
                      </a:cubicBezTo>
                      <a:cubicBezTo>
                        <a:pt x="2160" y="372"/>
                        <a:pt x="1704" y="1"/>
                        <a:pt x="116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174" name="Google Shape;1154;p64">
                  <a:extLst>
                    <a:ext uri="{FF2B5EF4-FFF2-40B4-BE49-F238E27FC236}">
                      <a16:creationId xmlns:a16="http://schemas.microsoft.com/office/drawing/2014/main" id="{FB254493-9A4D-D467-D997-72ABD7D8895D}"/>
                    </a:ext>
                  </a:extLst>
                </p:cNvPr>
                <p:cNvSpPr/>
                <p:nvPr/>
              </p:nvSpPr>
              <p:spPr>
                <a:xfrm>
                  <a:off x="4196750" y="4295800"/>
                  <a:ext cx="57350" cy="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4" h="980" extrusionOk="0">
                      <a:moveTo>
                        <a:pt x="84" y="0"/>
                      </a:moveTo>
                      <a:cubicBezTo>
                        <a:pt x="79" y="0"/>
                        <a:pt x="73" y="1"/>
                        <a:pt x="68" y="2"/>
                      </a:cubicBezTo>
                      <a:cubicBezTo>
                        <a:pt x="25" y="10"/>
                        <a:pt x="0" y="61"/>
                        <a:pt x="9" y="103"/>
                      </a:cubicBezTo>
                      <a:cubicBezTo>
                        <a:pt x="135" y="600"/>
                        <a:pt x="590" y="980"/>
                        <a:pt x="1139" y="980"/>
                      </a:cubicBezTo>
                      <a:cubicBezTo>
                        <a:pt x="1560" y="980"/>
                        <a:pt x="1931" y="744"/>
                        <a:pt x="2134" y="398"/>
                      </a:cubicBezTo>
                      <a:lnTo>
                        <a:pt x="2134" y="584"/>
                      </a:lnTo>
                      <a:cubicBezTo>
                        <a:pt x="2134" y="626"/>
                        <a:pt x="2167" y="659"/>
                        <a:pt x="2218" y="659"/>
                      </a:cubicBezTo>
                      <a:cubicBezTo>
                        <a:pt x="2260" y="659"/>
                        <a:pt x="2294" y="626"/>
                        <a:pt x="2294" y="584"/>
                      </a:cubicBezTo>
                      <a:lnTo>
                        <a:pt x="2294" y="187"/>
                      </a:lnTo>
                      <a:cubicBezTo>
                        <a:pt x="2294" y="128"/>
                        <a:pt x="2243" y="78"/>
                        <a:pt x="2193" y="78"/>
                      </a:cubicBezTo>
                      <a:lnTo>
                        <a:pt x="1796" y="78"/>
                      </a:lnTo>
                      <a:cubicBezTo>
                        <a:pt x="1746" y="78"/>
                        <a:pt x="1712" y="120"/>
                        <a:pt x="1712" y="162"/>
                      </a:cubicBezTo>
                      <a:cubicBezTo>
                        <a:pt x="1712" y="204"/>
                        <a:pt x="1746" y="238"/>
                        <a:pt x="1796" y="238"/>
                      </a:cubicBezTo>
                      <a:lnTo>
                        <a:pt x="2041" y="238"/>
                      </a:lnTo>
                      <a:cubicBezTo>
                        <a:pt x="1881" y="584"/>
                        <a:pt x="1535" y="820"/>
                        <a:pt x="1139" y="820"/>
                      </a:cubicBezTo>
                      <a:cubicBezTo>
                        <a:pt x="666" y="820"/>
                        <a:pt x="270" y="499"/>
                        <a:pt x="160" y="61"/>
                      </a:cubicBezTo>
                      <a:cubicBezTo>
                        <a:pt x="153" y="24"/>
                        <a:pt x="120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grpSp>
            <p:nvGrpSpPr>
              <p:cNvPr id="62" name="Google Shape;1130;p64">
                <a:extLst>
                  <a:ext uri="{FF2B5EF4-FFF2-40B4-BE49-F238E27FC236}">
                    <a16:creationId xmlns:a16="http://schemas.microsoft.com/office/drawing/2014/main" id="{25183331-4E21-C0B7-7627-C1CA87A370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31512518" y="5940099"/>
                <a:ext cx="1098250" cy="1094378"/>
                <a:chOff x="4365400" y="4262950"/>
                <a:chExt cx="56725" cy="56525"/>
              </a:xfrm>
              <a:solidFill>
                <a:schemeClr val="accent4"/>
              </a:solidFill>
            </p:grpSpPr>
            <p:sp>
              <p:nvSpPr>
                <p:cNvPr id="170" name="Google Shape;1131;p64">
                  <a:extLst>
                    <a:ext uri="{FF2B5EF4-FFF2-40B4-BE49-F238E27FC236}">
                      <a16:creationId xmlns:a16="http://schemas.microsoft.com/office/drawing/2014/main" id="{9BF79BF5-F95F-A908-26EB-AB5950AA9516}"/>
                    </a:ext>
                  </a:extLst>
                </p:cNvPr>
                <p:cNvSpPr/>
                <p:nvPr/>
              </p:nvSpPr>
              <p:spPr>
                <a:xfrm>
                  <a:off x="4391750" y="4278125"/>
                  <a:ext cx="4025" cy="1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" h="633" extrusionOk="0">
                      <a:moveTo>
                        <a:pt x="85" y="0"/>
                      </a:moveTo>
                      <a:cubicBezTo>
                        <a:pt x="34" y="0"/>
                        <a:pt x="1" y="34"/>
                        <a:pt x="1" y="76"/>
                      </a:cubicBezTo>
                      <a:lnTo>
                        <a:pt x="1" y="548"/>
                      </a:lnTo>
                      <a:cubicBezTo>
                        <a:pt x="1" y="591"/>
                        <a:pt x="34" y="633"/>
                        <a:pt x="85" y="633"/>
                      </a:cubicBezTo>
                      <a:cubicBezTo>
                        <a:pt x="127" y="633"/>
                        <a:pt x="161" y="591"/>
                        <a:pt x="161" y="548"/>
                      </a:cubicBezTo>
                      <a:lnTo>
                        <a:pt x="161" y="76"/>
                      </a:lnTo>
                      <a:cubicBezTo>
                        <a:pt x="161" y="34"/>
                        <a:pt x="127" y="0"/>
                        <a:pt x="8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171" name="Google Shape;1132;p64">
                  <a:extLst>
                    <a:ext uri="{FF2B5EF4-FFF2-40B4-BE49-F238E27FC236}">
                      <a16:creationId xmlns:a16="http://schemas.microsoft.com/office/drawing/2014/main" id="{5F53B60E-B8C3-BFDA-914F-6298AE795552}"/>
                    </a:ext>
                  </a:extLst>
                </p:cNvPr>
                <p:cNvSpPr/>
                <p:nvPr/>
              </p:nvSpPr>
              <p:spPr>
                <a:xfrm>
                  <a:off x="4391125" y="4299200"/>
                  <a:ext cx="5300" cy="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212" extrusionOk="0">
                      <a:moveTo>
                        <a:pt x="110" y="1"/>
                      </a:moveTo>
                      <a:cubicBezTo>
                        <a:pt x="51" y="1"/>
                        <a:pt x="0" y="43"/>
                        <a:pt x="0" y="102"/>
                      </a:cubicBezTo>
                      <a:cubicBezTo>
                        <a:pt x="0" y="161"/>
                        <a:pt x="51" y="211"/>
                        <a:pt x="110" y="211"/>
                      </a:cubicBezTo>
                      <a:cubicBezTo>
                        <a:pt x="161" y="211"/>
                        <a:pt x="211" y="161"/>
                        <a:pt x="211" y="102"/>
                      </a:cubicBezTo>
                      <a:cubicBezTo>
                        <a:pt x="211" y="43"/>
                        <a:pt x="161" y="1"/>
                        <a:pt x="1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172" name="Google Shape;1133;p64">
                  <a:extLst>
                    <a:ext uri="{FF2B5EF4-FFF2-40B4-BE49-F238E27FC236}">
                      <a16:creationId xmlns:a16="http://schemas.microsoft.com/office/drawing/2014/main" id="{7E56F4DB-18A0-BEEB-B4B8-110FF8451B2B}"/>
                    </a:ext>
                  </a:extLst>
                </p:cNvPr>
                <p:cNvSpPr/>
                <p:nvPr/>
              </p:nvSpPr>
              <p:spPr>
                <a:xfrm>
                  <a:off x="4365400" y="4262950"/>
                  <a:ext cx="56725" cy="5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9" h="2261" extrusionOk="0">
                      <a:moveTo>
                        <a:pt x="641" y="17"/>
                      </a:moveTo>
                      <a:cubicBezTo>
                        <a:pt x="658" y="9"/>
                        <a:pt x="675" y="0"/>
                        <a:pt x="700" y="0"/>
                      </a:cubicBezTo>
                      <a:lnTo>
                        <a:pt x="1569" y="0"/>
                      </a:lnTo>
                      <a:cubicBezTo>
                        <a:pt x="1594" y="0"/>
                        <a:pt x="1611" y="9"/>
                        <a:pt x="1628" y="17"/>
                      </a:cubicBezTo>
                      <a:lnTo>
                        <a:pt x="2244" y="641"/>
                      </a:lnTo>
                      <a:cubicBezTo>
                        <a:pt x="2261" y="650"/>
                        <a:pt x="2269" y="675"/>
                        <a:pt x="2269" y="692"/>
                      </a:cubicBezTo>
                      <a:lnTo>
                        <a:pt x="2269" y="1569"/>
                      </a:lnTo>
                      <a:cubicBezTo>
                        <a:pt x="2269" y="1586"/>
                        <a:pt x="2261" y="1611"/>
                        <a:pt x="2244" y="1619"/>
                      </a:cubicBezTo>
                      <a:lnTo>
                        <a:pt x="1628" y="2243"/>
                      </a:lnTo>
                      <a:cubicBezTo>
                        <a:pt x="1611" y="2252"/>
                        <a:pt x="1594" y="2260"/>
                        <a:pt x="1569" y="2260"/>
                      </a:cubicBezTo>
                      <a:lnTo>
                        <a:pt x="700" y="2260"/>
                      </a:lnTo>
                      <a:cubicBezTo>
                        <a:pt x="675" y="2260"/>
                        <a:pt x="658" y="2252"/>
                        <a:pt x="641" y="2243"/>
                      </a:cubicBezTo>
                      <a:lnTo>
                        <a:pt x="26" y="1619"/>
                      </a:lnTo>
                      <a:cubicBezTo>
                        <a:pt x="9" y="1611"/>
                        <a:pt x="1" y="1586"/>
                        <a:pt x="1" y="1569"/>
                      </a:cubicBezTo>
                      <a:lnTo>
                        <a:pt x="1" y="692"/>
                      </a:lnTo>
                      <a:cubicBezTo>
                        <a:pt x="1" y="675"/>
                        <a:pt x="9" y="650"/>
                        <a:pt x="26" y="641"/>
                      </a:cubicBezTo>
                      <a:close/>
                      <a:moveTo>
                        <a:pt x="734" y="152"/>
                      </a:moveTo>
                      <a:lnTo>
                        <a:pt x="161" y="725"/>
                      </a:lnTo>
                      <a:lnTo>
                        <a:pt x="161" y="1535"/>
                      </a:lnTo>
                      <a:lnTo>
                        <a:pt x="734" y="2108"/>
                      </a:lnTo>
                      <a:lnTo>
                        <a:pt x="1535" y="2108"/>
                      </a:lnTo>
                      <a:lnTo>
                        <a:pt x="2109" y="1535"/>
                      </a:lnTo>
                      <a:lnTo>
                        <a:pt x="2109" y="725"/>
                      </a:lnTo>
                      <a:lnTo>
                        <a:pt x="1535" y="15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grpSp>
            <p:nvGrpSpPr>
              <p:cNvPr id="63" name="Google Shape;1130;p64">
                <a:extLst>
                  <a:ext uri="{FF2B5EF4-FFF2-40B4-BE49-F238E27FC236}">
                    <a16:creationId xmlns:a16="http://schemas.microsoft.com/office/drawing/2014/main" id="{5274716A-9E30-E77A-6E10-A04267E72E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31512518" y="4512813"/>
                <a:ext cx="1098250" cy="1094378"/>
                <a:chOff x="4365400" y="4262950"/>
                <a:chExt cx="56725" cy="56525"/>
              </a:xfrm>
              <a:solidFill>
                <a:schemeClr val="accent4">
                  <a:alpha val="50000"/>
                </a:schemeClr>
              </a:solidFill>
            </p:grpSpPr>
            <p:sp>
              <p:nvSpPr>
                <p:cNvPr id="79" name="Google Shape;1131;p64">
                  <a:extLst>
                    <a:ext uri="{FF2B5EF4-FFF2-40B4-BE49-F238E27FC236}">
                      <a16:creationId xmlns:a16="http://schemas.microsoft.com/office/drawing/2014/main" id="{1F8930CE-B14E-709D-3940-AD7DAFEEA56C}"/>
                    </a:ext>
                  </a:extLst>
                </p:cNvPr>
                <p:cNvSpPr/>
                <p:nvPr/>
              </p:nvSpPr>
              <p:spPr>
                <a:xfrm>
                  <a:off x="4391750" y="4278125"/>
                  <a:ext cx="4025" cy="1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" h="633" extrusionOk="0">
                      <a:moveTo>
                        <a:pt x="85" y="0"/>
                      </a:moveTo>
                      <a:cubicBezTo>
                        <a:pt x="34" y="0"/>
                        <a:pt x="1" y="34"/>
                        <a:pt x="1" y="76"/>
                      </a:cubicBezTo>
                      <a:lnTo>
                        <a:pt x="1" y="548"/>
                      </a:lnTo>
                      <a:cubicBezTo>
                        <a:pt x="1" y="591"/>
                        <a:pt x="34" y="633"/>
                        <a:pt x="85" y="633"/>
                      </a:cubicBezTo>
                      <a:cubicBezTo>
                        <a:pt x="127" y="633"/>
                        <a:pt x="161" y="591"/>
                        <a:pt x="161" y="548"/>
                      </a:cubicBezTo>
                      <a:lnTo>
                        <a:pt x="161" y="76"/>
                      </a:lnTo>
                      <a:cubicBezTo>
                        <a:pt x="161" y="34"/>
                        <a:pt x="127" y="0"/>
                        <a:pt x="8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80" name="Google Shape;1132;p64">
                  <a:extLst>
                    <a:ext uri="{FF2B5EF4-FFF2-40B4-BE49-F238E27FC236}">
                      <a16:creationId xmlns:a16="http://schemas.microsoft.com/office/drawing/2014/main" id="{E2A9515D-9CD3-804B-4E6E-67E17995B8E4}"/>
                    </a:ext>
                  </a:extLst>
                </p:cNvPr>
                <p:cNvSpPr/>
                <p:nvPr/>
              </p:nvSpPr>
              <p:spPr>
                <a:xfrm>
                  <a:off x="4391125" y="4299200"/>
                  <a:ext cx="5300" cy="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212" extrusionOk="0">
                      <a:moveTo>
                        <a:pt x="110" y="1"/>
                      </a:moveTo>
                      <a:cubicBezTo>
                        <a:pt x="51" y="1"/>
                        <a:pt x="0" y="43"/>
                        <a:pt x="0" y="102"/>
                      </a:cubicBezTo>
                      <a:cubicBezTo>
                        <a:pt x="0" y="161"/>
                        <a:pt x="51" y="211"/>
                        <a:pt x="110" y="211"/>
                      </a:cubicBezTo>
                      <a:cubicBezTo>
                        <a:pt x="161" y="211"/>
                        <a:pt x="211" y="161"/>
                        <a:pt x="211" y="102"/>
                      </a:cubicBezTo>
                      <a:cubicBezTo>
                        <a:pt x="211" y="43"/>
                        <a:pt x="161" y="1"/>
                        <a:pt x="1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87" name="Google Shape;1133;p64">
                  <a:extLst>
                    <a:ext uri="{FF2B5EF4-FFF2-40B4-BE49-F238E27FC236}">
                      <a16:creationId xmlns:a16="http://schemas.microsoft.com/office/drawing/2014/main" id="{37C3E515-289B-9819-3C14-6549E7938F8F}"/>
                    </a:ext>
                  </a:extLst>
                </p:cNvPr>
                <p:cNvSpPr/>
                <p:nvPr/>
              </p:nvSpPr>
              <p:spPr>
                <a:xfrm>
                  <a:off x="4365400" y="4262950"/>
                  <a:ext cx="56725" cy="5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9" h="2261" extrusionOk="0">
                      <a:moveTo>
                        <a:pt x="641" y="17"/>
                      </a:moveTo>
                      <a:cubicBezTo>
                        <a:pt x="658" y="9"/>
                        <a:pt x="675" y="0"/>
                        <a:pt x="700" y="0"/>
                      </a:cubicBezTo>
                      <a:lnTo>
                        <a:pt x="1569" y="0"/>
                      </a:lnTo>
                      <a:cubicBezTo>
                        <a:pt x="1594" y="0"/>
                        <a:pt x="1611" y="9"/>
                        <a:pt x="1628" y="17"/>
                      </a:cubicBezTo>
                      <a:lnTo>
                        <a:pt x="2244" y="641"/>
                      </a:lnTo>
                      <a:cubicBezTo>
                        <a:pt x="2261" y="650"/>
                        <a:pt x="2269" y="675"/>
                        <a:pt x="2269" y="692"/>
                      </a:cubicBezTo>
                      <a:lnTo>
                        <a:pt x="2269" y="1569"/>
                      </a:lnTo>
                      <a:cubicBezTo>
                        <a:pt x="2269" y="1586"/>
                        <a:pt x="2261" y="1611"/>
                        <a:pt x="2244" y="1619"/>
                      </a:cubicBezTo>
                      <a:lnTo>
                        <a:pt x="1628" y="2243"/>
                      </a:lnTo>
                      <a:cubicBezTo>
                        <a:pt x="1611" y="2252"/>
                        <a:pt x="1594" y="2260"/>
                        <a:pt x="1569" y="2260"/>
                      </a:cubicBezTo>
                      <a:lnTo>
                        <a:pt x="700" y="2260"/>
                      </a:lnTo>
                      <a:cubicBezTo>
                        <a:pt x="675" y="2260"/>
                        <a:pt x="658" y="2252"/>
                        <a:pt x="641" y="2243"/>
                      </a:cubicBezTo>
                      <a:lnTo>
                        <a:pt x="26" y="1619"/>
                      </a:lnTo>
                      <a:cubicBezTo>
                        <a:pt x="9" y="1611"/>
                        <a:pt x="1" y="1586"/>
                        <a:pt x="1" y="1569"/>
                      </a:cubicBezTo>
                      <a:lnTo>
                        <a:pt x="1" y="692"/>
                      </a:lnTo>
                      <a:cubicBezTo>
                        <a:pt x="1" y="675"/>
                        <a:pt x="9" y="650"/>
                        <a:pt x="26" y="641"/>
                      </a:cubicBezTo>
                      <a:close/>
                      <a:moveTo>
                        <a:pt x="734" y="152"/>
                      </a:moveTo>
                      <a:lnTo>
                        <a:pt x="161" y="725"/>
                      </a:lnTo>
                      <a:lnTo>
                        <a:pt x="161" y="1535"/>
                      </a:lnTo>
                      <a:lnTo>
                        <a:pt x="734" y="2108"/>
                      </a:lnTo>
                      <a:lnTo>
                        <a:pt x="1535" y="2108"/>
                      </a:lnTo>
                      <a:lnTo>
                        <a:pt x="2109" y="1535"/>
                      </a:lnTo>
                      <a:lnTo>
                        <a:pt x="2109" y="725"/>
                      </a:lnTo>
                      <a:lnTo>
                        <a:pt x="1535" y="15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grpSp>
            <p:nvGrpSpPr>
              <p:cNvPr id="64" name="Google Shape;1130;p64">
                <a:extLst>
                  <a:ext uri="{FF2B5EF4-FFF2-40B4-BE49-F238E27FC236}">
                    <a16:creationId xmlns:a16="http://schemas.microsoft.com/office/drawing/2014/main" id="{A0E30BB4-45A0-0B2B-E057-39C971D0EE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31512518" y="3085533"/>
                <a:ext cx="1098250" cy="1094378"/>
                <a:chOff x="4365400" y="4262950"/>
                <a:chExt cx="56725" cy="56525"/>
              </a:xfrm>
              <a:solidFill>
                <a:schemeClr val="accent4">
                  <a:alpha val="25000"/>
                </a:schemeClr>
              </a:solidFill>
            </p:grpSpPr>
            <p:sp>
              <p:nvSpPr>
                <p:cNvPr id="76" name="Google Shape;1131;p64">
                  <a:extLst>
                    <a:ext uri="{FF2B5EF4-FFF2-40B4-BE49-F238E27FC236}">
                      <a16:creationId xmlns:a16="http://schemas.microsoft.com/office/drawing/2014/main" id="{CB426C90-775C-4AEC-0E42-3F0569ABD825}"/>
                    </a:ext>
                  </a:extLst>
                </p:cNvPr>
                <p:cNvSpPr/>
                <p:nvPr/>
              </p:nvSpPr>
              <p:spPr>
                <a:xfrm>
                  <a:off x="4391750" y="4278125"/>
                  <a:ext cx="4025" cy="1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" h="633" extrusionOk="0">
                      <a:moveTo>
                        <a:pt x="85" y="0"/>
                      </a:moveTo>
                      <a:cubicBezTo>
                        <a:pt x="34" y="0"/>
                        <a:pt x="1" y="34"/>
                        <a:pt x="1" y="76"/>
                      </a:cubicBezTo>
                      <a:lnTo>
                        <a:pt x="1" y="548"/>
                      </a:lnTo>
                      <a:cubicBezTo>
                        <a:pt x="1" y="591"/>
                        <a:pt x="34" y="633"/>
                        <a:pt x="85" y="633"/>
                      </a:cubicBezTo>
                      <a:cubicBezTo>
                        <a:pt x="127" y="633"/>
                        <a:pt x="161" y="591"/>
                        <a:pt x="161" y="548"/>
                      </a:cubicBezTo>
                      <a:lnTo>
                        <a:pt x="161" y="76"/>
                      </a:lnTo>
                      <a:cubicBezTo>
                        <a:pt x="161" y="34"/>
                        <a:pt x="127" y="0"/>
                        <a:pt x="8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77" name="Google Shape;1132;p64">
                  <a:extLst>
                    <a:ext uri="{FF2B5EF4-FFF2-40B4-BE49-F238E27FC236}">
                      <a16:creationId xmlns:a16="http://schemas.microsoft.com/office/drawing/2014/main" id="{66489413-727B-5E3B-36A5-3699E6EA19C0}"/>
                    </a:ext>
                  </a:extLst>
                </p:cNvPr>
                <p:cNvSpPr/>
                <p:nvPr/>
              </p:nvSpPr>
              <p:spPr>
                <a:xfrm>
                  <a:off x="4391125" y="4299200"/>
                  <a:ext cx="5300" cy="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212" extrusionOk="0">
                      <a:moveTo>
                        <a:pt x="110" y="1"/>
                      </a:moveTo>
                      <a:cubicBezTo>
                        <a:pt x="51" y="1"/>
                        <a:pt x="0" y="43"/>
                        <a:pt x="0" y="102"/>
                      </a:cubicBezTo>
                      <a:cubicBezTo>
                        <a:pt x="0" y="161"/>
                        <a:pt x="51" y="211"/>
                        <a:pt x="110" y="211"/>
                      </a:cubicBezTo>
                      <a:cubicBezTo>
                        <a:pt x="161" y="211"/>
                        <a:pt x="211" y="161"/>
                        <a:pt x="211" y="102"/>
                      </a:cubicBezTo>
                      <a:cubicBezTo>
                        <a:pt x="211" y="43"/>
                        <a:pt x="161" y="1"/>
                        <a:pt x="1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78" name="Google Shape;1133;p64">
                  <a:extLst>
                    <a:ext uri="{FF2B5EF4-FFF2-40B4-BE49-F238E27FC236}">
                      <a16:creationId xmlns:a16="http://schemas.microsoft.com/office/drawing/2014/main" id="{23A27672-4BD5-8ACF-2D6D-FAA2B52ECA85}"/>
                    </a:ext>
                  </a:extLst>
                </p:cNvPr>
                <p:cNvSpPr/>
                <p:nvPr/>
              </p:nvSpPr>
              <p:spPr>
                <a:xfrm>
                  <a:off x="4365400" y="4262950"/>
                  <a:ext cx="56725" cy="5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9" h="2261" extrusionOk="0">
                      <a:moveTo>
                        <a:pt x="641" y="17"/>
                      </a:moveTo>
                      <a:cubicBezTo>
                        <a:pt x="658" y="9"/>
                        <a:pt x="675" y="0"/>
                        <a:pt x="700" y="0"/>
                      </a:cubicBezTo>
                      <a:lnTo>
                        <a:pt x="1569" y="0"/>
                      </a:lnTo>
                      <a:cubicBezTo>
                        <a:pt x="1594" y="0"/>
                        <a:pt x="1611" y="9"/>
                        <a:pt x="1628" y="17"/>
                      </a:cubicBezTo>
                      <a:lnTo>
                        <a:pt x="2244" y="641"/>
                      </a:lnTo>
                      <a:cubicBezTo>
                        <a:pt x="2261" y="650"/>
                        <a:pt x="2269" y="675"/>
                        <a:pt x="2269" y="692"/>
                      </a:cubicBezTo>
                      <a:lnTo>
                        <a:pt x="2269" y="1569"/>
                      </a:lnTo>
                      <a:cubicBezTo>
                        <a:pt x="2269" y="1586"/>
                        <a:pt x="2261" y="1611"/>
                        <a:pt x="2244" y="1619"/>
                      </a:cubicBezTo>
                      <a:lnTo>
                        <a:pt x="1628" y="2243"/>
                      </a:lnTo>
                      <a:cubicBezTo>
                        <a:pt x="1611" y="2252"/>
                        <a:pt x="1594" y="2260"/>
                        <a:pt x="1569" y="2260"/>
                      </a:cubicBezTo>
                      <a:lnTo>
                        <a:pt x="700" y="2260"/>
                      </a:lnTo>
                      <a:cubicBezTo>
                        <a:pt x="675" y="2260"/>
                        <a:pt x="658" y="2252"/>
                        <a:pt x="641" y="2243"/>
                      </a:cubicBezTo>
                      <a:lnTo>
                        <a:pt x="26" y="1619"/>
                      </a:lnTo>
                      <a:cubicBezTo>
                        <a:pt x="9" y="1611"/>
                        <a:pt x="1" y="1586"/>
                        <a:pt x="1" y="1569"/>
                      </a:cubicBezTo>
                      <a:lnTo>
                        <a:pt x="1" y="692"/>
                      </a:lnTo>
                      <a:cubicBezTo>
                        <a:pt x="1" y="675"/>
                        <a:pt x="9" y="650"/>
                        <a:pt x="26" y="641"/>
                      </a:cubicBezTo>
                      <a:close/>
                      <a:moveTo>
                        <a:pt x="734" y="152"/>
                      </a:moveTo>
                      <a:lnTo>
                        <a:pt x="161" y="725"/>
                      </a:lnTo>
                      <a:lnTo>
                        <a:pt x="161" y="1535"/>
                      </a:lnTo>
                      <a:lnTo>
                        <a:pt x="734" y="2108"/>
                      </a:lnTo>
                      <a:lnTo>
                        <a:pt x="1535" y="2108"/>
                      </a:lnTo>
                      <a:lnTo>
                        <a:pt x="2109" y="1535"/>
                      </a:lnTo>
                      <a:lnTo>
                        <a:pt x="2109" y="725"/>
                      </a:lnTo>
                      <a:lnTo>
                        <a:pt x="1535" y="15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grpSp>
            <p:nvGrpSpPr>
              <p:cNvPr id="65" name="Google Shape;1130;p64">
                <a:extLst>
                  <a:ext uri="{FF2B5EF4-FFF2-40B4-BE49-F238E27FC236}">
                    <a16:creationId xmlns:a16="http://schemas.microsoft.com/office/drawing/2014/main" id="{8A64FA92-5625-2504-7997-46BBCED744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2604959" y="12054869"/>
                <a:ext cx="1503951" cy="1498647"/>
                <a:chOff x="4365400" y="4262950"/>
                <a:chExt cx="56725" cy="56525"/>
              </a:xfrm>
              <a:solidFill>
                <a:schemeClr val="accent4"/>
              </a:solidFill>
              <a:scene3d>
                <a:camera prst="isometricTopUp"/>
                <a:lightRig rig="threePt" dir="t"/>
              </a:scene3d>
            </p:grpSpPr>
            <p:sp>
              <p:nvSpPr>
                <p:cNvPr id="73" name="Google Shape;1131;p64">
                  <a:extLst>
                    <a:ext uri="{FF2B5EF4-FFF2-40B4-BE49-F238E27FC236}">
                      <a16:creationId xmlns:a16="http://schemas.microsoft.com/office/drawing/2014/main" id="{78544255-0BB6-9441-E252-A7AA1B3A8B42}"/>
                    </a:ext>
                  </a:extLst>
                </p:cNvPr>
                <p:cNvSpPr/>
                <p:nvPr/>
              </p:nvSpPr>
              <p:spPr>
                <a:xfrm>
                  <a:off x="4391750" y="4278125"/>
                  <a:ext cx="4025" cy="1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" h="633" extrusionOk="0">
                      <a:moveTo>
                        <a:pt x="85" y="0"/>
                      </a:moveTo>
                      <a:cubicBezTo>
                        <a:pt x="34" y="0"/>
                        <a:pt x="1" y="34"/>
                        <a:pt x="1" y="76"/>
                      </a:cubicBezTo>
                      <a:lnTo>
                        <a:pt x="1" y="548"/>
                      </a:lnTo>
                      <a:cubicBezTo>
                        <a:pt x="1" y="591"/>
                        <a:pt x="34" y="633"/>
                        <a:pt x="85" y="633"/>
                      </a:cubicBezTo>
                      <a:cubicBezTo>
                        <a:pt x="127" y="633"/>
                        <a:pt x="161" y="591"/>
                        <a:pt x="161" y="548"/>
                      </a:cubicBezTo>
                      <a:lnTo>
                        <a:pt x="161" y="76"/>
                      </a:lnTo>
                      <a:cubicBezTo>
                        <a:pt x="161" y="34"/>
                        <a:pt x="127" y="0"/>
                        <a:pt x="8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74" name="Google Shape;1132;p64">
                  <a:extLst>
                    <a:ext uri="{FF2B5EF4-FFF2-40B4-BE49-F238E27FC236}">
                      <a16:creationId xmlns:a16="http://schemas.microsoft.com/office/drawing/2014/main" id="{51D3A10F-52E8-C80E-E2B2-D94D3797C4DA}"/>
                    </a:ext>
                  </a:extLst>
                </p:cNvPr>
                <p:cNvSpPr/>
                <p:nvPr/>
              </p:nvSpPr>
              <p:spPr>
                <a:xfrm>
                  <a:off x="4391125" y="4299200"/>
                  <a:ext cx="5300" cy="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212" extrusionOk="0">
                      <a:moveTo>
                        <a:pt x="110" y="1"/>
                      </a:moveTo>
                      <a:cubicBezTo>
                        <a:pt x="51" y="1"/>
                        <a:pt x="0" y="43"/>
                        <a:pt x="0" y="102"/>
                      </a:cubicBezTo>
                      <a:cubicBezTo>
                        <a:pt x="0" y="161"/>
                        <a:pt x="51" y="211"/>
                        <a:pt x="110" y="211"/>
                      </a:cubicBezTo>
                      <a:cubicBezTo>
                        <a:pt x="161" y="211"/>
                        <a:pt x="211" y="161"/>
                        <a:pt x="211" y="102"/>
                      </a:cubicBezTo>
                      <a:cubicBezTo>
                        <a:pt x="211" y="43"/>
                        <a:pt x="161" y="1"/>
                        <a:pt x="1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75" name="Google Shape;1133;p64">
                  <a:extLst>
                    <a:ext uri="{FF2B5EF4-FFF2-40B4-BE49-F238E27FC236}">
                      <a16:creationId xmlns:a16="http://schemas.microsoft.com/office/drawing/2014/main" id="{B7DB9BFF-54D3-2852-9804-0E543AB57E45}"/>
                    </a:ext>
                  </a:extLst>
                </p:cNvPr>
                <p:cNvSpPr/>
                <p:nvPr/>
              </p:nvSpPr>
              <p:spPr>
                <a:xfrm>
                  <a:off x="4365400" y="4262950"/>
                  <a:ext cx="56725" cy="5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9" h="2261" extrusionOk="0">
                      <a:moveTo>
                        <a:pt x="641" y="17"/>
                      </a:moveTo>
                      <a:cubicBezTo>
                        <a:pt x="658" y="9"/>
                        <a:pt x="675" y="0"/>
                        <a:pt x="700" y="0"/>
                      </a:cubicBezTo>
                      <a:lnTo>
                        <a:pt x="1569" y="0"/>
                      </a:lnTo>
                      <a:cubicBezTo>
                        <a:pt x="1594" y="0"/>
                        <a:pt x="1611" y="9"/>
                        <a:pt x="1628" y="17"/>
                      </a:cubicBezTo>
                      <a:lnTo>
                        <a:pt x="2244" y="641"/>
                      </a:lnTo>
                      <a:cubicBezTo>
                        <a:pt x="2261" y="650"/>
                        <a:pt x="2269" y="675"/>
                        <a:pt x="2269" y="692"/>
                      </a:cubicBezTo>
                      <a:lnTo>
                        <a:pt x="2269" y="1569"/>
                      </a:lnTo>
                      <a:cubicBezTo>
                        <a:pt x="2269" y="1586"/>
                        <a:pt x="2261" y="1611"/>
                        <a:pt x="2244" y="1619"/>
                      </a:cubicBezTo>
                      <a:lnTo>
                        <a:pt x="1628" y="2243"/>
                      </a:lnTo>
                      <a:cubicBezTo>
                        <a:pt x="1611" y="2252"/>
                        <a:pt x="1594" y="2260"/>
                        <a:pt x="1569" y="2260"/>
                      </a:cubicBezTo>
                      <a:lnTo>
                        <a:pt x="700" y="2260"/>
                      </a:lnTo>
                      <a:cubicBezTo>
                        <a:pt x="675" y="2260"/>
                        <a:pt x="658" y="2252"/>
                        <a:pt x="641" y="2243"/>
                      </a:cubicBezTo>
                      <a:lnTo>
                        <a:pt x="26" y="1619"/>
                      </a:lnTo>
                      <a:cubicBezTo>
                        <a:pt x="9" y="1611"/>
                        <a:pt x="1" y="1586"/>
                        <a:pt x="1" y="1569"/>
                      </a:cubicBezTo>
                      <a:lnTo>
                        <a:pt x="1" y="692"/>
                      </a:lnTo>
                      <a:cubicBezTo>
                        <a:pt x="1" y="675"/>
                        <a:pt x="9" y="650"/>
                        <a:pt x="26" y="641"/>
                      </a:cubicBezTo>
                      <a:close/>
                      <a:moveTo>
                        <a:pt x="734" y="152"/>
                      </a:moveTo>
                      <a:lnTo>
                        <a:pt x="161" y="725"/>
                      </a:lnTo>
                      <a:lnTo>
                        <a:pt x="161" y="1535"/>
                      </a:lnTo>
                      <a:lnTo>
                        <a:pt x="734" y="2108"/>
                      </a:lnTo>
                      <a:lnTo>
                        <a:pt x="1535" y="2108"/>
                      </a:lnTo>
                      <a:lnTo>
                        <a:pt x="2109" y="1535"/>
                      </a:lnTo>
                      <a:lnTo>
                        <a:pt x="2109" y="725"/>
                      </a:lnTo>
                      <a:lnTo>
                        <a:pt x="1535" y="15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grpSp>
            <p:nvGrpSpPr>
              <p:cNvPr id="66" name="Google Shape;1130;p64">
                <a:extLst>
                  <a:ext uri="{FF2B5EF4-FFF2-40B4-BE49-F238E27FC236}">
                    <a16:creationId xmlns:a16="http://schemas.microsoft.com/office/drawing/2014/main" id="{67B5F58C-4DD2-D3D6-B20A-DA38DC57EF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9604005" y="10188422"/>
                <a:ext cx="1503951" cy="1498647"/>
                <a:chOff x="4365400" y="4262950"/>
                <a:chExt cx="56725" cy="56525"/>
              </a:xfrm>
              <a:solidFill>
                <a:schemeClr val="accent4"/>
              </a:solidFill>
              <a:scene3d>
                <a:camera prst="isometricTopUp"/>
                <a:lightRig rig="threePt" dir="t"/>
              </a:scene3d>
            </p:grpSpPr>
            <p:sp>
              <p:nvSpPr>
                <p:cNvPr id="70" name="Google Shape;1131;p64">
                  <a:extLst>
                    <a:ext uri="{FF2B5EF4-FFF2-40B4-BE49-F238E27FC236}">
                      <a16:creationId xmlns:a16="http://schemas.microsoft.com/office/drawing/2014/main" id="{21215BCF-45B2-6793-8327-D16DFB05EF03}"/>
                    </a:ext>
                  </a:extLst>
                </p:cNvPr>
                <p:cNvSpPr/>
                <p:nvPr/>
              </p:nvSpPr>
              <p:spPr>
                <a:xfrm>
                  <a:off x="4391750" y="4278125"/>
                  <a:ext cx="4025" cy="1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" h="633" extrusionOk="0">
                      <a:moveTo>
                        <a:pt x="85" y="0"/>
                      </a:moveTo>
                      <a:cubicBezTo>
                        <a:pt x="34" y="0"/>
                        <a:pt x="1" y="34"/>
                        <a:pt x="1" y="76"/>
                      </a:cubicBezTo>
                      <a:lnTo>
                        <a:pt x="1" y="548"/>
                      </a:lnTo>
                      <a:cubicBezTo>
                        <a:pt x="1" y="591"/>
                        <a:pt x="34" y="633"/>
                        <a:pt x="85" y="633"/>
                      </a:cubicBezTo>
                      <a:cubicBezTo>
                        <a:pt x="127" y="633"/>
                        <a:pt x="161" y="591"/>
                        <a:pt x="161" y="548"/>
                      </a:cubicBezTo>
                      <a:lnTo>
                        <a:pt x="161" y="76"/>
                      </a:lnTo>
                      <a:cubicBezTo>
                        <a:pt x="161" y="34"/>
                        <a:pt x="127" y="0"/>
                        <a:pt x="8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71" name="Google Shape;1132;p64">
                  <a:extLst>
                    <a:ext uri="{FF2B5EF4-FFF2-40B4-BE49-F238E27FC236}">
                      <a16:creationId xmlns:a16="http://schemas.microsoft.com/office/drawing/2014/main" id="{146367D0-1BED-5B17-4552-E0DBCEF975C0}"/>
                    </a:ext>
                  </a:extLst>
                </p:cNvPr>
                <p:cNvSpPr/>
                <p:nvPr/>
              </p:nvSpPr>
              <p:spPr>
                <a:xfrm>
                  <a:off x="4391125" y="4299200"/>
                  <a:ext cx="5300" cy="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212" extrusionOk="0">
                      <a:moveTo>
                        <a:pt x="110" y="1"/>
                      </a:moveTo>
                      <a:cubicBezTo>
                        <a:pt x="51" y="1"/>
                        <a:pt x="0" y="43"/>
                        <a:pt x="0" y="102"/>
                      </a:cubicBezTo>
                      <a:cubicBezTo>
                        <a:pt x="0" y="161"/>
                        <a:pt x="51" y="211"/>
                        <a:pt x="110" y="211"/>
                      </a:cubicBezTo>
                      <a:cubicBezTo>
                        <a:pt x="161" y="211"/>
                        <a:pt x="211" y="161"/>
                        <a:pt x="211" y="102"/>
                      </a:cubicBezTo>
                      <a:cubicBezTo>
                        <a:pt x="211" y="43"/>
                        <a:pt x="161" y="1"/>
                        <a:pt x="1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72" name="Google Shape;1133;p64">
                  <a:extLst>
                    <a:ext uri="{FF2B5EF4-FFF2-40B4-BE49-F238E27FC236}">
                      <a16:creationId xmlns:a16="http://schemas.microsoft.com/office/drawing/2014/main" id="{602231E8-4E58-EEC5-58CE-D031E59B90E6}"/>
                    </a:ext>
                  </a:extLst>
                </p:cNvPr>
                <p:cNvSpPr/>
                <p:nvPr/>
              </p:nvSpPr>
              <p:spPr>
                <a:xfrm>
                  <a:off x="4365400" y="4262950"/>
                  <a:ext cx="56725" cy="5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9" h="2261" extrusionOk="0">
                      <a:moveTo>
                        <a:pt x="641" y="17"/>
                      </a:moveTo>
                      <a:cubicBezTo>
                        <a:pt x="658" y="9"/>
                        <a:pt x="675" y="0"/>
                        <a:pt x="700" y="0"/>
                      </a:cubicBezTo>
                      <a:lnTo>
                        <a:pt x="1569" y="0"/>
                      </a:lnTo>
                      <a:cubicBezTo>
                        <a:pt x="1594" y="0"/>
                        <a:pt x="1611" y="9"/>
                        <a:pt x="1628" y="17"/>
                      </a:cubicBezTo>
                      <a:lnTo>
                        <a:pt x="2244" y="641"/>
                      </a:lnTo>
                      <a:cubicBezTo>
                        <a:pt x="2261" y="650"/>
                        <a:pt x="2269" y="675"/>
                        <a:pt x="2269" y="692"/>
                      </a:cubicBezTo>
                      <a:lnTo>
                        <a:pt x="2269" y="1569"/>
                      </a:lnTo>
                      <a:cubicBezTo>
                        <a:pt x="2269" y="1586"/>
                        <a:pt x="2261" y="1611"/>
                        <a:pt x="2244" y="1619"/>
                      </a:cubicBezTo>
                      <a:lnTo>
                        <a:pt x="1628" y="2243"/>
                      </a:lnTo>
                      <a:cubicBezTo>
                        <a:pt x="1611" y="2252"/>
                        <a:pt x="1594" y="2260"/>
                        <a:pt x="1569" y="2260"/>
                      </a:cubicBezTo>
                      <a:lnTo>
                        <a:pt x="700" y="2260"/>
                      </a:lnTo>
                      <a:cubicBezTo>
                        <a:pt x="675" y="2260"/>
                        <a:pt x="658" y="2252"/>
                        <a:pt x="641" y="2243"/>
                      </a:cubicBezTo>
                      <a:lnTo>
                        <a:pt x="26" y="1619"/>
                      </a:lnTo>
                      <a:cubicBezTo>
                        <a:pt x="9" y="1611"/>
                        <a:pt x="1" y="1586"/>
                        <a:pt x="1" y="1569"/>
                      </a:cubicBezTo>
                      <a:lnTo>
                        <a:pt x="1" y="692"/>
                      </a:lnTo>
                      <a:cubicBezTo>
                        <a:pt x="1" y="675"/>
                        <a:pt x="9" y="650"/>
                        <a:pt x="26" y="641"/>
                      </a:cubicBezTo>
                      <a:close/>
                      <a:moveTo>
                        <a:pt x="734" y="152"/>
                      </a:moveTo>
                      <a:lnTo>
                        <a:pt x="161" y="725"/>
                      </a:lnTo>
                      <a:lnTo>
                        <a:pt x="161" y="1535"/>
                      </a:lnTo>
                      <a:lnTo>
                        <a:pt x="734" y="2108"/>
                      </a:lnTo>
                      <a:lnTo>
                        <a:pt x="1535" y="2108"/>
                      </a:lnTo>
                      <a:lnTo>
                        <a:pt x="2109" y="1535"/>
                      </a:lnTo>
                      <a:lnTo>
                        <a:pt x="2109" y="725"/>
                      </a:lnTo>
                      <a:lnTo>
                        <a:pt x="1535" y="15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pic>
            <p:nvPicPr>
              <p:cNvPr id="67" name="Picture 66" descr="A close up of a heart&#10;&#10;AI-generated content may be incorrect.">
                <a:extLst>
                  <a:ext uri="{FF2B5EF4-FFF2-40B4-BE49-F238E27FC236}">
                    <a16:creationId xmlns:a16="http://schemas.microsoft.com/office/drawing/2014/main" id="{0D8663A1-F5F6-4B7B-FB03-832E72A469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15155"/>
              <a:stretch>
                <a:fillRect/>
              </a:stretch>
            </p:blipFill>
            <p:spPr>
              <a:xfrm>
                <a:off x="26698698" y="14903315"/>
                <a:ext cx="8755554" cy="2852127"/>
              </a:xfrm>
              <a:prstGeom prst="roundRect">
                <a:avLst/>
              </a:prstGeom>
            </p:spPr>
          </p:pic>
          <p:pic>
            <p:nvPicPr>
              <p:cNvPr id="68" name="Picture 67" descr="A close up of a heart&#10;&#10;AI-generated content may be incorrect.">
                <a:extLst>
                  <a:ext uri="{FF2B5EF4-FFF2-40B4-BE49-F238E27FC236}">
                    <a16:creationId xmlns:a16="http://schemas.microsoft.com/office/drawing/2014/main" id="{12562A8A-1BE4-7127-F44A-592C0CCBAD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29617"/>
              <a:stretch>
                <a:fillRect/>
              </a:stretch>
            </p:blipFill>
            <p:spPr>
              <a:xfrm flipV="1">
                <a:off x="26862515" y="1142999"/>
                <a:ext cx="8591739" cy="3369657"/>
              </a:xfrm>
              <a:prstGeom prst="roundRect">
                <a:avLst/>
              </a:prstGeom>
              <a:ln>
                <a:noFill/>
              </a:ln>
            </p:spPr>
          </p:pic>
          <p:pic>
            <p:nvPicPr>
              <p:cNvPr id="69" name="Picture 68" descr="A close up of a heart&#10;&#10;AI-generated content may be incorrect.">
                <a:extLst>
                  <a:ext uri="{FF2B5EF4-FFF2-40B4-BE49-F238E27FC236}">
                    <a16:creationId xmlns:a16="http://schemas.microsoft.com/office/drawing/2014/main" id="{38353995-C2CC-0E51-0568-FBF6BD3D76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24824"/>
              <a:stretch>
                <a:fillRect/>
              </a:stretch>
            </p:blipFill>
            <p:spPr>
              <a:xfrm flipH="1">
                <a:off x="18535512" y="15230238"/>
                <a:ext cx="6866346" cy="2525202"/>
              </a:xfrm>
              <a:prstGeom prst="roundRect">
                <a:avLst/>
              </a:prstGeom>
              <a:ln>
                <a:noFill/>
              </a:ln>
            </p:spPr>
          </p:pic>
        </p:grpSp>
        <p:sp>
          <p:nvSpPr>
            <p:cNvPr id="227" name="Rounded Rectangle 226">
              <a:extLst>
                <a:ext uri="{FF2B5EF4-FFF2-40B4-BE49-F238E27FC236}">
                  <a16:creationId xmlns:a16="http://schemas.microsoft.com/office/drawing/2014/main" id="{20673861-8BAC-2FA5-B921-866735C1C14A}"/>
                </a:ext>
              </a:extLst>
            </p:cNvPr>
            <p:cNvSpPr/>
            <p:nvPr/>
          </p:nvSpPr>
          <p:spPr>
            <a:xfrm>
              <a:off x="25181505" y="8208429"/>
              <a:ext cx="4547883" cy="94235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solidFill>
                <a:schemeClr val="bg2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742103">
                <a:defRPr/>
              </a:pPr>
              <a:r>
                <a:rPr lang="pt-BR" sz="1050">
                  <a:solidFill>
                    <a:srgbClr val="000000"/>
                  </a:solidFill>
                  <a:latin typeface="Mona Sans Display" panose="020B0604020202020204" charset="0"/>
                  <a:cs typeface="Mona Sans Display" panose="020B0604020202020204" charset="0"/>
                </a:rPr>
                <a:t>Times + agentes</a:t>
              </a:r>
            </a:p>
          </p:txBody>
        </p: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B648C9BA-A310-FA0E-6424-133BBE4B3EF5}"/>
              </a:ext>
            </a:extLst>
          </p:cNvPr>
          <p:cNvGrpSpPr/>
          <p:nvPr/>
        </p:nvGrpSpPr>
        <p:grpSpPr>
          <a:xfrm>
            <a:off x="3511433" y="2168416"/>
            <a:ext cx="2144393" cy="87384"/>
            <a:chOff x="19681044" y="6268685"/>
            <a:chExt cx="6434857" cy="262221"/>
          </a:xfrm>
        </p:grpSpPr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9EA6BEDE-EFDF-5175-C3AF-5036BB092A7C}"/>
                </a:ext>
              </a:extLst>
            </p:cNvPr>
            <p:cNvSpPr/>
            <p:nvPr/>
          </p:nvSpPr>
          <p:spPr>
            <a:xfrm>
              <a:off x="19681044" y="6373575"/>
              <a:ext cx="6434857" cy="52442"/>
            </a:xfrm>
            <a:prstGeom prst="rect">
              <a:avLst/>
            </a:prstGeom>
            <a:gradFill flip="none" rotWithShape="1">
              <a:gsLst>
                <a:gs pos="0">
                  <a:srgbClr val="5FED83">
                    <a:alpha val="0"/>
                  </a:srgbClr>
                </a:gs>
                <a:gs pos="100000">
                  <a:srgbClr val="5FED83">
                    <a:alpha val="0"/>
                  </a:srgbClr>
                </a:gs>
                <a:gs pos="50000">
                  <a:srgbClr val="5FED8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742103">
                <a:defRPr/>
              </a:pPr>
              <a:endParaRPr lang="en-US" sz="4799">
                <a:solidFill>
                  <a:srgbClr val="FFFFFF"/>
                </a:solidFill>
                <a:latin typeface="Mona Sans Display" panose="020B0604020202020204" charset="0"/>
                <a:cs typeface="Mona Sans Display" panose="020B0604020202020204" charset="0"/>
              </a:endParaRPr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37D5E86E-DCF9-13B5-1EC6-107B18043E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767362" y="6268685"/>
              <a:ext cx="262221" cy="262221"/>
            </a:xfrm>
            <a:prstGeom prst="ellipse">
              <a:avLst/>
            </a:prstGeom>
            <a:solidFill>
              <a:srgbClr val="5FED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742103">
                <a:defRPr/>
              </a:pPr>
              <a:endParaRPr lang="en-US" sz="4799">
                <a:solidFill>
                  <a:srgbClr val="FFFFFF"/>
                </a:solidFill>
                <a:latin typeface="Mona Sans Display" panose="020B0604020202020204" charset="0"/>
                <a:cs typeface="Mona Sans Display" panose="020B060402020202020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8074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55D18CA6-8714-1D24-72FC-CA99863B4211}"/>
              </a:ext>
            </a:extLst>
          </p:cNvPr>
          <p:cNvSpPr/>
          <p:nvPr/>
        </p:nvSpPr>
        <p:spPr>
          <a:xfrm>
            <a:off x="-288758" y="3205557"/>
            <a:ext cx="9649228" cy="44688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rgbClr val="121613"/>
              </a:gs>
            </a:gsLst>
            <a:lin ang="10800000" scaled="1"/>
          </a:gradFill>
          <a:ln w="15875" cap="rnd">
            <a:noFill/>
            <a:prstDash val="sys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Graphic 65">
            <a:extLst>
              <a:ext uri="{FF2B5EF4-FFF2-40B4-BE49-F238E27FC236}">
                <a16:creationId xmlns:a16="http://schemas.microsoft.com/office/drawing/2014/main" id="{56DD9AF3-7B3E-DA87-CA92-03774303E171}"/>
              </a:ext>
            </a:extLst>
          </p:cNvPr>
          <p:cNvSpPr/>
          <p:nvPr/>
        </p:nvSpPr>
        <p:spPr>
          <a:xfrm>
            <a:off x="-4146363" y="2542130"/>
            <a:ext cx="14414054" cy="2441325"/>
          </a:xfrm>
          <a:custGeom>
            <a:avLst/>
            <a:gdLst>
              <a:gd name="csX0" fmla="*/ 0 w 7765505"/>
              <a:gd name="csY0" fmla="*/ 1440974 h 1440973"/>
              <a:gd name="csX1" fmla="*/ 821721 w 7765505"/>
              <a:gd name="csY1" fmla="*/ 276210 h 1440973"/>
              <a:gd name="csX2" fmla="*/ 1762531 w 7765505"/>
              <a:gd name="csY2" fmla="*/ 276210 h 1440973"/>
              <a:gd name="csX3" fmla="*/ 2113753 w 7765505"/>
              <a:gd name="csY3" fmla="*/ 774118 h 1440973"/>
              <a:gd name="csX4" fmla="*/ 3054563 w 7765505"/>
              <a:gd name="csY4" fmla="*/ 774118 h 1440973"/>
              <a:gd name="csX5" fmla="*/ 3405879 w 7765505"/>
              <a:gd name="csY5" fmla="*/ 276210 h 1440973"/>
              <a:gd name="csX6" fmla="*/ 4346689 w 7765505"/>
              <a:gd name="csY6" fmla="*/ 276210 h 1440973"/>
              <a:gd name="csX7" fmla="*/ 4697911 w 7765505"/>
              <a:gd name="csY7" fmla="*/ 774118 h 1440973"/>
              <a:gd name="csX8" fmla="*/ 5638720 w 7765505"/>
              <a:gd name="csY8" fmla="*/ 774118 h 1440973"/>
              <a:gd name="csX9" fmla="*/ 5990037 w 7765505"/>
              <a:gd name="csY9" fmla="*/ 276210 h 1440973"/>
              <a:gd name="csX10" fmla="*/ 6930847 w 7765505"/>
              <a:gd name="csY10" fmla="*/ 276210 h 1440973"/>
              <a:gd name="csX11" fmla="*/ 7282068 w 7765505"/>
              <a:gd name="csY11" fmla="*/ 774118 h 1440973"/>
              <a:gd name="csX12" fmla="*/ 7765506 w 7765505"/>
              <a:gd name="csY12" fmla="*/ 1050117 h 1440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7765505" h="1440973">
                <a:moveTo>
                  <a:pt x="0" y="1440974"/>
                </a:moveTo>
                <a:lnTo>
                  <a:pt x="821721" y="276210"/>
                </a:lnTo>
                <a:cubicBezTo>
                  <a:pt x="1081525" y="-92070"/>
                  <a:pt x="1502727" y="-92070"/>
                  <a:pt x="1762531" y="276210"/>
                </a:cubicBezTo>
                <a:lnTo>
                  <a:pt x="2113753" y="774118"/>
                </a:lnTo>
                <a:cubicBezTo>
                  <a:pt x="2373557" y="1142399"/>
                  <a:pt x="2794759" y="1142399"/>
                  <a:pt x="3054563" y="774118"/>
                </a:cubicBezTo>
                <a:lnTo>
                  <a:pt x="3405879" y="276210"/>
                </a:lnTo>
                <a:cubicBezTo>
                  <a:pt x="3665683" y="-92070"/>
                  <a:pt x="4086885" y="-92070"/>
                  <a:pt x="4346689" y="276210"/>
                </a:cubicBezTo>
                <a:lnTo>
                  <a:pt x="4697911" y="774118"/>
                </a:lnTo>
                <a:cubicBezTo>
                  <a:pt x="4957715" y="1142399"/>
                  <a:pt x="5378917" y="1142399"/>
                  <a:pt x="5638720" y="774118"/>
                </a:cubicBezTo>
                <a:lnTo>
                  <a:pt x="5990037" y="276210"/>
                </a:lnTo>
                <a:cubicBezTo>
                  <a:pt x="6249746" y="-92070"/>
                  <a:pt x="6671042" y="-92070"/>
                  <a:pt x="6930847" y="276210"/>
                </a:cubicBezTo>
                <a:lnTo>
                  <a:pt x="7282068" y="774118"/>
                </a:lnTo>
                <a:cubicBezTo>
                  <a:pt x="7415323" y="962915"/>
                  <a:pt x="7590981" y="1055008"/>
                  <a:pt x="7765506" y="1050117"/>
                </a:cubicBezTo>
              </a:path>
            </a:pathLst>
          </a:custGeom>
          <a:noFill/>
          <a:ln w="60325" cap="flat">
            <a:gradFill flip="none" rotWithShape="1">
              <a:gsLst>
                <a:gs pos="20000">
                  <a:schemeClr val="tx2">
                    <a:lumMod val="90000"/>
                    <a:lumOff val="10000"/>
                  </a:schemeClr>
                </a:gs>
                <a:gs pos="80000">
                  <a:srgbClr val="121613"/>
                </a:gs>
                <a:gs pos="0">
                  <a:srgbClr val="B870FF"/>
                </a:gs>
              </a:gsLst>
              <a:lin ang="10800000" scaled="1"/>
              <a:tileRect/>
            </a:gra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8" name="Graphic 65">
            <a:extLst>
              <a:ext uri="{FF2B5EF4-FFF2-40B4-BE49-F238E27FC236}">
                <a16:creationId xmlns:a16="http://schemas.microsoft.com/office/drawing/2014/main" id="{5F3850A0-10BA-0ED3-F3B0-44F217373ED4}"/>
              </a:ext>
            </a:extLst>
          </p:cNvPr>
          <p:cNvSpPr/>
          <p:nvPr/>
        </p:nvSpPr>
        <p:spPr>
          <a:xfrm flipV="1">
            <a:off x="-4146363" y="1890677"/>
            <a:ext cx="14414054" cy="2441325"/>
          </a:xfrm>
          <a:custGeom>
            <a:avLst/>
            <a:gdLst>
              <a:gd name="csX0" fmla="*/ 0 w 7765505"/>
              <a:gd name="csY0" fmla="*/ 1440974 h 1440973"/>
              <a:gd name="csX1" fmla="*/ 821721 w 7765505"/>
              <a:gd name="csY1" fmla="*/ 276210 h 1440973"/>
              <a:gd name="csX2" fmla="*/ 1762531 w 7765505"/>
              <a:gd name="csY2" fmla="*/ 276210 h 1440973"/>
              <a:gd name="csX3" fmla="*/ 2113753 w 7765505"/>
              <a:gd name="csY3" fmla="*/ 774118 h 1440973"/>
              <a:gd name="csX4" fmla="*/ 3054563 w 7765505"/>
              <a:gd name="csY4" fmla="*/ 774118 h 1440973"/>
              <a:gd name="csX5" fmla="*/ 3405879 w 7765505"/>
              <a:gd name="csY5" fmla="*/ 276210 h 1440973"/>
              <a:gd name="csX6" fmla="*/ 4346689 w 7765505"/>
              <a:gd name="csY6" fmla="*/ 276210 h 1440973"/>
              <a:gd name="csX7" fmla="*/ 4697911 w 7765505"/>
              <a:gd name="csY7" fmla="*/ 774118 h 1440973"/>
              <a:gd name="csX8" fmla="*/ 5638720 w 7765505"/>
              <a:gd name="csY8" fmla="*/ 774118 h 1440973"/>
              <a:gd name="csX9" fmla="*/ 5990037 w 7765505"/>
              <a:gd name="csY9" fmla="*/ 276210 h 1440973"/>
              <a:gd name="csX10" fmla="*/ 6930847 w 7765505"/>
              <a:gd name="csY10" fmla="*/ 276210 h 1440973"/>
              <a:gd name="csX11" fmla="*/ 7282068 w 7765505"/>
              <a:gd name="csY11" fmla="*/ 774118 h 1440973"/>
              <a:gd name="csX12" fmla="*/ 7765506 w 7765505"/>
              <a:gd name="csY12" fmla="*/ 1050117 h 1440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7765505" h="1440973">
                <a:moveTo>
                  <a:pt x="0" y="1440974"/>
                </a:moveTo>
                <a:lnTo>
                  <a:pt x="821721" y="276210"/>
                </a:lnTo>
                <a:cubicBezTo>
                  <a:pt x="1081525" y="-92070"/>
                  <a:pt x="1502727" y="-92070"/>
                  <a:pt x="1762531" y="276210"/>
                </a:cubicBezTo>
                <a:lnTo>
                  <a:pt x="2113753" y="774118"/>
                </a:lnTo>
                <a:cubicBezTo>
                  <a:pt x="2373557" y="1142399"/>
                  <a:pt x="2794759" y="1142399"/>
                  <a:pt x="3054563" y="774118"/>
                </a:cubicBezTo>
                <a:lnTo>
                  <a:pt x="3405879" y="276210"/>
                </a:lnTo>
                <a:cubicBezTo>
                  <a:pt x="3665683" y="-92070"/>
                  <a:pt x="4086885" y="-92070"/>
                  <a:pt x="4346689" y="276210"/>
                </a:cubicBezTo>
                <a:lnTo>
                  <a:pt x="4697911" y="774118"/>
                </a:lnTo>
                <a:cubicBezTo>
                  <a:pt x="4957715" y="1142399"/>
                  <a:pt x="5378917" y="1142399"/>
                  <a:pt x="5638720" y="774118"/>
                </a:cubicBezTo>
                <a:lnTo>
                  <a:pt x="5990037" y="276210"/>
                </a:lnTo>
                <a:cubicBezTo>
                  <a:pt x="6249746" y="-92070"/>
                  <a:pt x="6671042" y="-92070"/>
                  <a:pt x="6930847" y="276210"/>
                </a:cubicBezTo>
                <a:lnTo>
                  <a:pt x="7282068" y="774118"/>
                </a:lnTo>
                <a:cubicBezTo>
                  <a:pt x="7415323" y="962915"/>
                  <a:pt x="7590981" y="1055008"/>
                  <a:pt x="7765506" y="1050117"/>
                </a:cubicBezTo>
              </a:path>
            </a:pathLst>
          </a:custGeom>
          <a:noFill/>
          <a:ln w="60325" cap="flat">
            <a:gradFill flip="none" rotWithShape="1">
              <a:gsLst>
                <a:gs pos="20000">
                  <a:schemeClr val="tx2">
                    <a:lumMod val="90000"/>
                    <a:lumOff val="10000"/>
                  </a:schemeClr>
                </a:gs>
                <a:gs pos="0">
                  <a:schemeClr val="accent3"/>
                </a:gs>
                <a:gs pos="80000">
                  <a:schemeClr val="accent6">
                    <a:alpha val="0"/>
                  </a:schemeClr>
                </a:gs>
              </a:gsLst>
              <a:lin ang="10800000" scaled="1"/>
              <a:tileRect/>
            </a:gra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EB25EFF-DF63-C344-9C60-8B9E0EE9ABF7}"/>
              </a:ext>
            </a:extLst>
          </p:cNvPr>
          <p:cNvGrpSpPr/>
          <p:nvPr/>
        </p:nvGrpSpPr>
        <p:grpSpPr>
          <a:xfrm>
            <a:off x="1569958" y="2655569"/>
            <a:ext cx="539791" cy="1534388"/>
            <a:chOff x="1569958" y="2655569"/>
            <a:chExt cx="539791" cy="153438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E918282-715E-BAAE-C5E6-C9E392DED1E0}"/>
                </a:ext>
              </a:extLst>
            </p:cNvPr>
            <p:cNvSpPr txBox="1"/>
            <p:nvPr/>
          </p:nvSpPr>
          <p:spPr>
            <a:xfrm>
              <a:off x="1569958" y="3869569"/>
              <a:ext cx="539791" cy="3203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pt-BR">
                  <a:latin typeface="Mona Sans Display Medium" pitchFamily="2" charset="77"/>
                  <a:cs typeface="Mona Sans Display Medium" pitchFamily="2" charset="77"/>
                </a:rPr>
                <a:t>Planejar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5914225-2624-EBEE-05CC-6A894A1D70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72346" y="3369559"/>
              <a:ext cx="135013" cy="13501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outerShdw blurRad="635000" dist="583" dir="5400000" algn="t" rotWithShape="0">
                <a:schemeClr val="bg1">
                  <a:alpha val="27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oogle Shape;1126;p64">
              <a:extLst>
                <a:ext uri="{FF2B5EF4-FFF2-40B4-BE49-F238E27FC236}">
                  <a16:creationId xmlns:a16="http://schemas.microsoft.com/office/drawing/2014/main" id="{E382CB18-5A96-6034-7372-CF55AD7E1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1677785" y="2655569"/>
              <a:ext cx="324333" cy="324333"/>
              <a:chOff x="4536175" y="3590200"/>
              <a:chExt cx="52725" cy="52725"/>
            </a:xfrm>
            <a:solidFill>
              <a:schemeClr val="tx1"/>
            </a:solidFill>
          </p:grpSpPr>
          <p:sp>
            <p:nvSpPr>
              <p:cNvPr id="17" name="Google Shape;1127;p64">
                <a:extLst>
                  <a:ext uri="{FF2B5EF4-FFF2-40B4-BE49-F238E27FC236}">
                    <a16:creationId xmlns:a16="http://schemas.microsoft.com/office/drawing/2014/main" id="{4E5E781A-5AD2-6AEF-179A-6658E7027E12}"/>
                  </a:ext>
                </a:extLst>
              </p:cNvPr>
              <p:cNvSpPr/>
              <p:nvPr/>
            </p:nvSpPr>
            <p:spPr>
              <a:xfrm>
                <a:off x="4547750" y="3606025"/>
                <a:ext cx="29350" cy="21100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844" extrusionOk="0">
                    <a:moveTo>
                      <a:pt x="1089" y="0"/>
                    </a:moveTo>
                    <a:cubicBezTo>
                      <a:pt x="1068" y="0"/>
                      <a:pt x="1047" y="9"/>
                      <a:pt x="1030" y="25"/>
                    </a:cubicBezTo>
                    <a:lnTo>
                      <a:pt x="406" y="649"/>
                    </a:lnTo>
                    <a:lnTo>
                      <a:pt x="144" y="396"/>
                    </a:lnTo>
                    <a:cubicBezTo>
                      <a:pt x="127" y="380"/>
                      <a:pt x="106" y="371"/>
                      <a:pt x="86" y="371"/>
                    </a:cubicBezTo>
                    <a:cubicBezTo>
                      <a:pt x="66" y="371"/>
                      <a:pt x="47" y="380"/>
                      <a:pt x="35" y="396"/>
                    </a:cubicBezTo>
                    <a:cubicBezTo>
                      <a:pt x="1" y="422"/>
                      <a:pt x="1" y="472"/>
                      <a:pt x="35" y="506"/>
                    </a:cubicBezTo>
                    <a:lnTo>
                      <a:pt x="347" y="818"/>
                    </a:lnTo>
                    <a:cubicBezTo>
                      <a:pt x="364" y="835"/>
                      <a:pt x="385" y="843"/>
                      <a:pt x="405" y="843"/>
                    </a:cubicBezTo>
                    <a:cubicBezTo>
                      <a:pt x="425" y="843"/>
                      <a:pt x="444" y="835"/>
                      <a:pt x="456" y="818"/>
                    </a:cubicBezTo>
                    <a:lnTo>
                      <a:pt x="1148" y="135"/>
                    </a:lnTo>
                    <a:cubicBezTo>
                      <a:pt x="1173" y="101"/>
                      <a:pt x="1173" y="51"/>
                      <a:pt x="1148" y="25"/>
                    </a:cubicBezTo>
                    <a:cubicBezTo>
                      <a:pt x="1131" y="9"/>
                      <a:pt x="1110" y="0"/>
                      <a:pt x="108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Mona Sans" pitchFamily="2" charset="77"/>
                  <a:cs typeface="Arial"/>
                  <a:sym typeface="Arial"/>
                </a:endParaRPr>
              </a:p>
            </p:txBody>
          </p:sp>
          <p:sp>
            <p:nvSpPr>
              <p:cNvPr id="18" name="Google Shape;1128;p64">
                <a:extLst>
                  <a:ext uri="{FF2B5EF4-FFF2-40B4-BE49-F238E27FC236}">
                    <a16:creationId xmlns:a16="http://schemas.microsoft.com/office/drawing/2014/main" id="{9DD220D5-A438-3405-C595-F5C8ADD90EBF}"/>
                  </a:ext>
                </a:extLst>
              </p:cNvPr>
              <p:cNvSpPr/>
              <p:nvPr/>
            </p:nvSpPr>
            <p:spPr>
              <a:xfrm>
                <a:off x="4536175" y="3590200"/>
                <a:ext cx="52725" cy="52725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2109" extrusionOk="0">
                    <a:moveTo>
                      <a:pt x="177" y="1"/>
                    </a:moveTo>
                    <a:cubicBezTo>
                      <a:pt x="76" y="1"/>
                      <a:pt x="0" y="85"/>
                      <a:pt x="0" y="186"/>
                    </a:cubicBezTo>
                    <a:lnTo>
                      <a:pt x="0" y="1923"/>
                    </a:lnTo>
                    <a:cubicBezTo>
                      <a:pt x="0" y="2025"/>
                      <a:pt x="76" y="2109"/>
                      <a:pt x="177" y="2109"/>
                    </a:cubicBezTo>
                    <a:lnTo>
                      <a:pt x="1923" y="2109"/>
                    </a:lnTo>
                    <a:cubicBezTo>
                      <a:pt x="2024" y="2109"/>
                      <a:pt x="2108" y="2025"/>
                      <a:pt x="2108" y="1923"/>
                    </a:cubicBezTo>
                    <a:lnTo>
                      <a:pt x="2108" y="186"/>
                    </a:lnTo>
                    <a:cubicBezTo>
                      <a:pt x="2108" y="85"/>
                      <a:pt x="2024" y="1"/>
                      <a:pt x="1923" y="1"/>
                    </a:cubicBezTo>
                    <a:close/>
                    <a:moveTo>
                      <a:pt x="152" y="186"/>
                    </a:moveTo>
                    <a:cubicBezTo>
                      <a:pt x="152" y="169"/>
                      <a:pt x="169" y="161"/>
                      <a:pt x="177" y="161"/>
                    </a:cubicBezTo>
                    <a:lnTo>
                      <a:pt x="1923" y="161"/>
                    </a:lnTo>
                    <a:cubicBezTo>
                      <a:pt x="1931" y="161"/>
                      <a:pt x="1948" y="169"/>
                      <a:pt x="1948" y="186"/>
                    </a:cubicBezTo>
                    <a:lnTo>
                      <a:pt x="1948" y="1923"/>
                    </a:lnTo>
                    <a:cubicBezTo>
                      <a:pt x="1948" y="1940"/>
                      <a:pt x="1931" y="1949"/>
                      <a:pt x="1923" y="1949"/>
                    </a:cubicBezTo>
                    <a:lnTo>
                      <a:pt x="177" y="1949"/>
                    </a:lnTo>
                    <a:cubicBezTo>
                      <a:pt x="169" y="1949"/>
                      <a:pt x="152" y="1940"/>
                      <a:pt x="152" y="192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Mona Sans" pitchFamily="2" charset="77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33B3D1F-F2CF-20EB-EF37-7D0C58CD11A3}"/>
              </a:ext>
            </a:extLst>
          </p:cNvPr>
          <p:cNvGrpSpPr/>
          <p:nvPr/>
        </p:nvGrpSpPr>
        <p:grpSpPr>
          <a:xfrm>
            <a:off x="3939649" y="2637341"/>
            <a:ext cx="604715" cy="1552617"/>
            <a:chOff x="3939649" y="2637341"/>
            <a:chExt cx="604715" cy="155261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57BB5F7-5F1F-8E9F-9670-89A0EDB8D98C}"/>
                </a:ext>
              </a:extLst>
            </p:cNvPr>
            <p:cNvSpPr txBox="1"/>
            <p:nvPr/>
          </p:nvSpPr>
          <p:spPr>
            <a:xfrm>
              <a:off x="3939649" y="3869570"/>
              <a:ext cx="604715" cy="3203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pt-BR">
                  <a:latin typeface="Mona Sans Display Medium" pitchFamily="2" charset="77"/>
                  <a:cs typeface="Mona Sans Display Medium" pitchFamily="2" charset="77"/>
                </a:rPr>
                <a:t>Construir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E1C4573-547D-823C-FDFA-3007943431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74501" y="3369563"/>
              <a:ext cx="135013" cy="13501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outerShdw blurRad="635000" dist="583" dir="5400000" algn="t" rotWithShape="0">
                <a:schemeClr val="bg1">
                  <a:alpha val="27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" name="Google Shape;1342;p65">
              <a:extLst>
                <a:ext uri="{FF2B5EF4-FFF2-40B4-BE49-F238E27FC236}">
                  <a16:creationId xmlns:a16="http://schemas.microsoft.com/office/drawing/2014/main" id="{B1B99157-331D-7054-8278-4E90948D1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4073254" y="2637341"/>
              <a:ext cx="337505" cy="360649"/>
              <a:chOff x="4366250" y="5105825"/>
              <a:chExt cx="55050" cy="58825"/>
            </a:xfrm>
            <a:solidFill>
              <a:schemeClr val="tx1"/>
            </a:solidFill>
          </p:grpSpPr>
          <p:sp>
            <p:nvSpPr>
              <p:cNvPr id="20" name="Google Shape;1343;p65">
                <a:extLst>
                  <a:ext uri="{FF2B5EF4-FFF2-40B4-BE49-F238E27FC236}">
                    <a16:creationId xmlns:a16="http://schemas.microsoft.com/office/drawing/2014/main" id="{7B078736-89DF-BABD-14B3-0F28D12128BB}"/>
                  </a:ext>
                </a:extLst>
              </p:cNvPr>
              <p:cNvSpPr/>
              <p:nvPr/>
            </p:nvSpPr>
            <p:spPr>
              <a:xfrm>
                <a:off x="4366250" y="5105825"/>
                <a:ext cx="55050" cy="37750"/>
              </a:xfrm>
              <a:custGeom>
                <a:avLst/>
                <a:gdLst/>
                <a:ahLst/>
                <a:cxnLst/>
                <a:rect l="l" t="t" r="r" b="b"/>
                <a:pathLst>
                  <a:path w="2202" h="1510" extrusionOk="0">
                    <a:moveTo>
                      <a:pt x="1004" y="34"/>
                    </a:moveTo>
                    <a:cubicBezTo>
                      <a:pt x="1063" y="0"/>
                      <a:pt x="1139" y="0"/>
                      <a:pt x="1198" y="34"/>
                    </a:cubicBezTo>
                    <a:lnTo>
                      <a:pt x="2083" y="599"/>
                    </a:lnTo>
                    <a:cubicBezTo>
                      <a:pt x="2201" y="666"/>
                      <a:pt x="2201" y="835"/>
                      <a:pt x="2083" y="911"/>
                    </a:cubicBezTo>
                    <a:lnTo>
                      <a:pt x="1198" y="1467"/>
                    </a:lnTo>
                    <a:cubicBezTo>
                      <a:pt x="1139" y="1510"/>
                      <a:pt x="1063" y="1510"/>
                      <a:pt x="1004" y="1467"/>
                    </a:cubicBezTo>
                    <a:lnTo>
                      <a:pt x="118" y="911"/>
                    </a:lnTo>
                    <a:cubicBezTo>
                      <a:pt x="0" y="835"/>
                      <a:pt x="0" y="666"/>
                      <a:pt x="118" y="599"/>
                    </a:cubicBezTo>
                    <a:close/>
                    <a:moveTo>
                      <a:pt x="1113" y="169"/>
                    </a:moveTo>
                    <a:cubicBezTo>
                      <a:pt x="1105" y="160"/>
                      <a:pt x="1097" y="160"/>
                      <a:pt x="1088" y="169"/>
                    </a:cubicBezTo>
                    <a:lnTo>
                      <a:pt x="203" y="734"/>
                    </a:lnTo>
                    <a:cubicBezTo>
                      <a:pt x="186" y="742"/>
                      <a:pt x="186" y="767"/>
                      <a:pt x="203" y="776"/>
                    </a:cubicBezTo>
                    <a:lnTo>
                      <a:pt x="1088" y="1332"/>
                    </a:lnTo>
                    <a:cubicBezTo>
                      <a:pt x="1097" y="1341"/>
                      <a:pt x="1105" y="1341"/>
                      <a:pt x="1113" y="1332"/>
                    </a:cubicBezTo>
                    <a:lnTo>
                      <a:pt x="1999" y="776"/>
                    </a:lnTo>
                    <a:cubicBezTo>
                      <a:pt x="2016" y="767"/>
                      <a:pt x="2016" y="742"/>
                      <a:pt x="1999" y="7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FFFFFF"/>
                  </a:solidFill>
                  <a:latin typeface="Mona Sans" pitchFamily="2" charset="77"/>
                  <a:cs typeface="Arial"/>
                  <a:sym typeface="Arial"/>
                </a:endParaRPr>
              </a:p>
            </p:txBody>
          </p:sp>
          <p:sp>
            <p:nvSpPr>
              <p:cNvPr id="21" name="Google Shape;1344;p65">
                <a:extLst>
                  <a:ext uri="{FF2B5EF4-FFF2-40B4-BE49-F238E27FC236}">
                    <a16:creationId xmlns:a16="http://schemas.microsoft.com/office/drawing/2014/main" id="{69C07F62-6BD2-4C44-F424-C466D1880E60}"/>
                  </a:ext>
                </a:extLst>
              </p:cNvPr>
              <p:cNvSpPr/>
              <p:nvPr/>
            </p:nvSpPr>
            <p:spPr>
              <a:xfrm>
                <a:off x="4366450" y="5134075"/>
                <a:ext cx="54625" cy="20050"/>
              </a:xfrm>
              <a:custGeom>
                <a:avLst/>
                <a:gdLst/>
                <a:ahLst/>
                <a:cxnLst/>
                <a:rect l="l" t="t" r="r" b="b"/>
                <a:pathLst>
                  <a:path w="2185" h="802" extrusionOk="0">
                    <a:moveTo>
                      <a:pt x="26" y="51"/>
                    </a:moveTo>
                    <a:cubicBezTo>
                      <a:pt x="51" y="17"/>
                      <a:pt x="93" y="0"/>
                      <a:pt x="136" y="25"/>
                    </a:cubicBezTo>
                    <a:lnTo>
                      <a:pt x="1080" y="624"/>
                    </a:lnTo>
                    <a:cubicBezTo>
                      <a:pt x="1089" y="633"/>
                      <a:pt x="1097" y="633"/>
                      <a:pt x="1105" y="624"/>
                    </a:cubicBezTo>
                    <a:lnTo>
                      <a:pt x="2050" y="25"/>
                    </a:lnTo>
                    <a:cubicBezTo>
                      <a:pt x="2092" y="0"/>
                      <a:pt x="2134" y="17"/>
                      <a:pt x="2160" y="51"/>
                    </a:cubicBezTo>
                    <a:cubicBezTo>
                      <a:pt x="2185" y="84"/>
                      <a:pt x="2176" y="135"/>
                      <a:pt x="2134" y="160"/>
                    </a:cubicBezTo>
                    <a:lnTo>
                      <a:pt x="1190" y="759"/>
                    </a:lnTo>
                    <a:cubicBezTo>
                      <a:pt x="1131" y="801"/>
                      <a:pt x="1055" y="801"/>
                      <a:pt x="996" y="759"/>
                    </a:cubicBezTo>
                    <a:lnTo>
                      <a:pt x="51" y="160"/>
                    </a:lnTo>
                    <a:cubicBezTo>
                      <a:pt x="9" y="135"/>
                      <a:pt x="1" y="84"/>
                      <a:pt x="26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FFFFFF"/>
                  </a:solidFill>
                  <a:latin typeface="Mona Sans" pitchFamily="2" charset="77"/>
                  <a:cs typeface="Arial"/>
                  <a:sym typeface="Arial"/>
                </a:endParaRPr>
              </a:p>
            </p:txBody>
          </p:sp>
          <p:sp>
            <p:nvSpPr>
              <p:cNvPr id="22" name="Google Shape;1345;p65">
                <a:extLst>
                  <a:ext uri="{FF2B5EF4-FFF2-40B4-BE49-F238E27FC236}">
                    <a16:creationId xmlns:a16="http://schemas.microsoft.com/office/drawing/2014/main" id="{AB38F2EE-AB25-20F4-024B-C7EED3A6FDF6}"/>
                  </a:ext>
                </a:extLst>
              </p:cNvPr>
              <p:cNvSpPr/>
              <p:nvPr/>
            </p:nvSpPr>
            <p:spPr>
              <a:xfrm>
                <a:off x="4366450" y="5144600"/>
                <a:ext cx="54625" cy="20050"/>
              </a:xfrm>
              <a:custGeom>
                <a:avLst/>
                <a:gdLst/>
                <a:ahLst/>
                <a:cxnLst/>
                <a:rect l="l" t="t" r="r" b="b"/>
                <a:pathLst>
                  <a:path w="2185" h="802" extrusionOk="0">
                    <a:moveTo>
                      <a:pt x="26" y="51"/>
                    </a:moveTo>
                    <a:cubicBezTo>
                      <a:pt x="51" y="18"/>
                      <a:pt x="93" y="1"/>
                      <a:pt x="136" y="26"/>
                    </a:cubicBezTo>
                    <a:lnTo>
                      <a:pt x="1080" y="625"/>
                    </a:lnTo>
                    <a:cubicBezTo>
                      <a:pt x="1089" y="633"/>
                      <a:pt x="1097" y="633"/>
                      <a:pt x="1105" y="625"/>
                    </a:cubicBezTo>
                    <a:lnTo>
                      <a:pt x="2050" y="26"/>
                    </a:lnTo>
                    <a:cubicBezTo>
                      <a:pt x="2092" y="1"/>
                      <a:pt x="2134" y="18"/>
                      <a:pt x="2160" y="51"/>
                    </a:cubicBezTo>
                    <a:cubicBezTo>
                      <a:pt x="2185" y="85"/>
                      <a:pt x="2176" y="136"/>
                      <a:pt x="2134" y="161"/>
                    </a:cubicBezTo>
                    <a:lnTo>
                      <a:pt x="1190" y="760"/>
                    </a:lnTo>
                    <a:cubicBezTo>
                      <a:pt x="1131" y="802"/>
                      <a:pt x="1055" y="802"/>
                      <a:pt x="996" y="760"/>
                    </a:cubicBezTo>
                    <a:lnTo>
                      <a:pt x="51" y="161"/>
                    </a:lnTo>
                    <a:cubicBezTo>
                      <a:pt x="9" y="136"/>
                      <a:pt x="1" y="85"/>
                      <a:pt x="26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FFFFFF"/>
                  </a:solidFill>
                  <a:latin typeface="Mona Sans" pitchFamily="2" charset="77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06811BA-F998-6927-C418-E03C277CF326}"/>
              </a:ext>
            </a:extLst>
          </p:cNvPr>
          <p:cNvGrpSpPr/>
          <p:nvPr/>
        </p:nvGrpSpPr>
        <p:grpSpPr>
          <a:xfrm>
            <a:off x="6214224" y="2630751"/>
            <a:ext cx="862556" cy="1559204"/>
            <a:chOff x="6214224" y="2630751"/>
            <a:chExt cx="862556" cy="155920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2081C61-C91C-0086-869F-C101AF93BB86}"/>
                </a:ext>
              </a:extLst>
            </p:cNvPr>
            <p:cNvSpPr txBox="1"/>
            <p:nvPr/>
          </p:nvSpPr>
          <p:spPr>
            <a:xfrm>
              <a:off x="6214224" y="3869567"/>
              <a:ext cx="862556" cy="3203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pt-BR">
                  <a:latin typeface="Mona Sans Display Medium" pitchFamily="2" charset="77"/>
                  <a:cs typeface="Mona Sans Display Medium" pitchFamily="2" charset="77"/>
                </a:rPr>
                <a:t>Revisar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6277C4F-238B-4617-F1AB-AF78256B9C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77995" y="3369560"/>
              <a:ext cx="135013" cy="13501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outerShdw blurRad="635000" dist="583" dir="5400000" algn="t" rotWithShape="0">
                <a:schemeClr val="bg1">
                  <a:alpha val="27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oogle Shape;1501;p66">
              <a:extLst>
                <a:ext uri="{FF2B5EF4-FFF2-40B4-BE49-F238E27FC236}">
                  <a16:creationId xmlns:a16="http://schemas.microsoft.com/office/drawing/2014/main" id="{AB0D136A-43E2-6620-1B6F-E927F61ED9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6458590" y="2630751"/>
              <a:ext cx="373809" cy="373810"/>
              <a:chOff x="3861525" y="1766575"/>
              <a:chExt cx="60750" cy="60750"/>
            </a:xfrm>
            <a:solidFill>
              <a:schemeClr val="tx1"/>
            </a:solidFill>
          </p:grpSpPr>
          <p:sp>
            <p:nvSpPr>
              <p:cNvPr id="24" name="Google Shape;1502;p66">
                <a:extLst>
                  <a:ext uri="{FF2B5EF4-FFF2-40B4-BE49-F238E27FC236}">
                    <a16:creationId xmlns:a16="http://schemas.microsoft.com/office/drawing/2014/main" id="{3C13D4B7-6156-E3AE-00F0-0B5E9166D506}"/>
                  </a:ext>
                </a:extLst>
              </p:cNvPr>
              <p:cNvSpPr/>
              <p:nvPr/>
            </p:nvSpPr>
            <p:spPr>
              <a:xfrm>
                <a:off x="3875025" y="1785075"/>
                <a:ext cx="268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762" extrusionOk="0">
                    <a:moveTo>
                      <a:pt x="986" y="1"/>
                    </a:moveTo>
                    <a:cubicBezTo>
                      <a:pt x="966" y="1"/>
                      <a:pt x="945" y="7"/>
                      <a:pt x="928" y="20"/>
                    </a:cubicBezTo>
                    <a:lnTo>
                      <a:pt x="380" y="568"/>
                    </a:lnTo>
                    <a:lnTo>
                      <a:pt x="144" y="340"/>
                    </a:lnTo>
                    <a:cubicBezTo>
                      <a:pt x="127" y="323"/>
                      <a:pt x="108" y="315"/>
                      <a:pt x="89" y="315"/>
                    </a:cubicBezTo>
                    <a:cubicBezTo>
                      <a:pt x="70" y="315"/>
                      <a:pt x="51" y="323"/>
                      <a:pt x="34" y="340"/>
                    </a:cubicBezTo>
                    <a:cubicBezTo>
                      <a:pt x="1" y="365"/>
                      <a:pt x="1" y="416"/>
                      <a:pt x="34" y="450"/>
                    </a:cubicBezTo>
                    <a:lnTo>
                      <a:pt x="321" y="737"/>
                    </a:lnTo>
                    <a:cubicBezTo>
                      <a:pt x="338" y="753"/>
                      <a:pt x="359" y="762"/>
                      <a:pt x="380" y="762"/>
                    </a:cubicBezTo>
                    <a:cubicBezTo>
                      <a:pt x="401" y="762"/>
                      <a:pt x="422" y="753"/>
                      <a:pt x="439" y="737"/>
                    </a:cubicBezTo>
                    <a:lnTo>
                      <a:pt x="1038" y="138"/>
                    </a:lnTo>
                    <a:cubicBezTo>
                      <a:pt x="1072" y="104"/>
                      <a:pt x="1072" y="53"/>
                      <a:pt x="1038" y="20"/>
                    </a:cubicBezTo>
                    <a:cubicBezTo>
                      <a:pt x="1025" y="7"/>
                      <a:pt x="1006" y="1"/>
                      <a:pt x="98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1503;p66">
                <a:extLst>
                  <a:ext uri="{FF2B5EF4-FFF2-40B4-BE49-F238E27FC236}">
                    <a16:creationId xmlns:a16="http://schemas.microsoft.com/office/drawing/2014/main" id="{FE4274D3-FE0E-8DB3-B92F-1FC28FBB6680}"/>
                  </a:ext>
                </a:extLst>
              </p:cNvPr>
              <p:cNvSpPr/>
              <p:nvPr/>
            </p:nvSpPr>
            <p:spPr>
              <a:xfrm>
                <a:off x="3861525" y="1766575"/>
                <a:ext cx="60750" cy="60750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430" extrusionOk="0">
                    <a:moveTo>
                      <a:pt x="1" y="1105"/>
                    </a:moveTo>
                    <a:cubicBezTo>
                      <a:pt x="1" y="498"/>
                      <a:pt x="490" y="1"/>
                      <a:pt x="1106" y="1"/>
                    </a:cubicBezTo>
                    <a:cubicBezTo>
                      <a:pt x="1713" y="1"/>
                      <a:pt x="2210" y="498"/>
                      <a:pt x="2210" y="1105"/>
                    </a:cubicBezTo>
                    <a:cubicBezTo>
                      <a:pt x="2210" y="1384"/>
                      <a:pt x="2109" y="1637"/>
                      <a:pt x="1940" y="1831"/>
                    </a:cubicBezTo>
                    <a:lnTo>
                      <a:pt x="2396" y="2295"/>
                    </a:lnTo>
                    <a:cubicBezTo>
                      <a:pt x="2430" y="2320"/>
                      <a:pt x="2430" y="2370"/>
                      <a:pt x="2396" y="2404"/>
                    </a:cubicBezTo>
                    <a:cubicBezTo>
                      <a:pt x="2371" y="2429"/>
                      <a:pt x="2320" y="2429"/>
                      <a:pt x="2286" y="2404"/>
                    </a:cubicBezTo>
                    <a:lnTo>
                      <a:pt x="1831" y="1940"/>
                    </a:lnTo>
                    <a:cubicBezTo>
                      <a:pt x="1637" y="2109"/>
                      <a:pt x="1384" y="2219"/>
                      <a:pt x="1106" y="2219"/>
                    </a:cubicBezTo>
                    <a:cubicBezTo>
                      <a:pt x="490" y="2219"/>
                      <a:pt x="1" y="1721"/>
                      <a:pt x="1" y="1105"/>
                    </a:cubicBezTo>
                    <a:close/>
                    <a:moveTo>
                      <a:pt x="1106" y="161"/>
                    </a:moveTo>
                    <a:cubicBezTo>
                      <a:pt x="583" y="161"/>
                      <a:pt x="153" y="583"/>
                      <a:pt x="153" y="1105"/>
                    </a:cubicBezTo>
                    <a:cubicBezTo>
                      <a:pt x="153" y="1628"/>
                      <a:pt x="583" y="2058"/>
                      <a:pt x="1106" y="2058"/>
                    </a:cubicBezTo>
                    <a:cubicBezTo>
                      <a:pt x="1628" y="2058"/>
                      <a:pt x="2050" y="1628"/>
                      <a:pt x="2050" y="1105"/>
                    </a:cubicBezTo>
                    <a:cubicBezTo>
                      <a:pt x="2050" y="583"/>
                      <a:pt x="1628" y="161"/>
                      <a:pt x="1106" y="1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1E40E0A-CD76-1309-AC19-3A16DFA834C2}"/>
              </a:ext>
            </a:extLst>
          </p:cNvPr>
          <p:cNvGrpSpPr/>
          <p:nvPr/>
        </p:nvGrpSpPr>
        <p:grpSpPr>
          <a:xfrm>
            <a:off x="8778203" y="2634718"/>
            <a:ext cx="532371" cy="1555238"/>
            <a:chOff x="8778203" y="2634718"/>
            <a:chExt cx="532371" cy="155523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4F86AD8-0C49-6D6A-85C2-C8B4699CD036}"/>
                </a:ext>
              </a:extLst>
            </p:cNvPr>
            <p:cNvSpPr txBox="1"/>
            <p:nvPr/>
          </p:nvSpPr>
          <p:spPr>
            <a:xfrm>
              <a:off x="8778203" y="3869568"/>
              <a:ext cx="532371" cy="3203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pt-BR">
                  <a:latin typeface="Mona Sans Display Medium" pitchFamily="2" charset="77"/>
                  <a:cs typeface="Mona Sans Display Medium" pitchFamily="2" charset="77"/>
                </a:rPr>
                <a:t>Entregar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9CC01F1-A5A9-B722-CCA8-461F963776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76882" y="3369560"/>
              <a:ext cx="135013" cy="13501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outerShdw blurRad="635000" dist="583" dir="5400000" algn="t" rotWithShape="0">
                <a:schemeClr val="bg1">
                  <a:alpha val="27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oogle Shape;1059;p63">
              <a:extLst>
                <a:ext uri="{FF2B5EF4-FFF2-40B4-BE49-F238E27FC236}">
                  <a16:creationId xmlns:a16="http://schemas.microsoft.com/office/drawing/2014/main" id="{6002A9E1-2ABF-D0F9-EDBA-248D84153C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861446" y="2634718"/>
              <a:ext cx="365873" cy="365873"/>
              <a:chOff x="3528650" y="2906925"/>
              <a:chExt cx="59475" cy="59475"/>
            </a:xfrm>
            <a:solidFill>
              <a:schemeClr val="tx1"/>
            </a:solidFill>
          </p:grpSpPr>
          <p:sp>
            <p:nvSpPr>
              <p:cNvPr id="27" name="Google Shape;1060;p63">
                <a:extLst>
                  <a:ext uri="{FF2B5EF4-FFF2-40B4-BE49-F238E27FC236}">
                    <a16:creationId xmlns:a16="http://schemas.microsoft.com/office/drawing/2014/main" id="{AF83A82F-E834-21F5-D065-7EEB04C51BCB}"/>
                  </a:ext>
                </a:extLst>
              </p:cNvPr>
              <p:cNvSpPr/>
              <p:nvPr/>
            </p:nvSpPr>
            <p:spPr>
              <a:xfrm>
                <a:off x="3564900" y="2922100"/>
                <a:ext cx="8050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322" h="322" extrusionOk="0">
                    <a:moveTo>
                      <a:pt x="161" y="1"/>
                    </a:moveTo>
                    <a:cubicBezTo>
                      <a:pt x="77" y="1"/>
                      <a:pt x="1" y="77"/>
                      <a:pt x="1" y="161"/>
                    </a:cubicBezTo>
                    <a:cubicBezTo>
                      <a:pt x="1" y="245"/>
                      <a:pt x="77" y="321"/>
                      <a:pt x="161" y="321"/>
                    </a:cubicBezTo>
                    <a:cubicBezTo>
                      <a:pt x="245" y="321"/>
                      <a:pt x="321" y="245"/>
                      <a:pt x="321" y="161"/>
                    </a:cubicBezTo>
                    <a:cubicBezTo>
                      <a:pt x="321" y="77"/>
                      <a:pt x="245" y="1"/>
                      <a:pt x="16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Mona Sans" pitchFamily="2" charset="77"/>
                  <a:cs typeface="Arial"/>
                  <a:sym typeface="Arial"/>
                </a:endParaRPr>
              </a:p>
            </p:txBody>
          </p:sp>
          <p:sp>
            <p:nvSpPr>
              <p:cNvPr id="28" name="Google Shape;1061;p63">
                <a:extLst>
                  <a:ext uri="{FF2B5EF4-FFF2-40B4-BE49-F238E27FC236}">
                    <a16:creationId xmlns:a16="http://schemas.microsoft.com/office/drawing/2014/main" id="{BA9CDDDA-C12B-13ED-531F-F9791DFCD4C8}"/>
                  </a:ext>
                </a:extLst>
              </p:cNvPr>
              <p:cNvSpPr/>
              <p:nvPr/>
            </p:nvSpPr>
            <p:spPr>
              <a:xfrm>
                <a:off x="3528650" y="2906925"/>
                <a:ext cx="59475" cy="59475"/>
              </a:xfrm>
              <a:custGeom>
                <a:avLst/>
                <a:gdLst/>
                <a:ahLst/>
                <a:cxnLst/>
                <a:rect l="l" t="t" r="r" b="b"/>
                <a:pathLst>
                  <a:path w="2379" h="2379" extrusionOk="0">
                    <a:moveTo>
                      <a:pt x="2066" y="1"/>
                    </a:moveTo>
                    <a:cubicBezTo>
                      <a:pt x="1780" y="1"/>
                      <a:pt x="1501" y="119"/>
                      <a:pt x="1291" y="313"/>
                    </a:cubicBezTo>
                    <a:lnTo>
                      <a:pt x="1156" y="439"/>
                    </a:lnTo>
                    <a:cubicBezTo>
                      <a:pt x="1097" y="498"/>
                      <a:pt x="1038" y="549"/>
                      <a:pt x="987" y="608"/>
                    </a:cubicBezTo>
                    <a:lnTo>
                      <a:pt x="456" y="608"/>
                    </a:lnTo>
                    <a:cubicBezTo>
                      <a:pt x="397" y="608"/>
                      <a:pt x="338" y="641"/>
                      <a:pt x="304" y="700"/>
                    </a:cubicBezTo>
                    <a:lnTo>
                      <a:pt x="17" y="1173"/>
                    </a:lnTo>
                    <a:cubicBezTo>
                      <a:pt x="0" y="1198"/>
                      <a:pt x="0" y="1223"/>
                      <a:pt x="9" y="1249"/>
                    </a:cubicBezTo>
                    <a:cubicBezTo>
                      <a:pt x="17" y="1274"/>
                      <a:pt x="42" y="1291"/>
                      <a:pt x="68" y="1291"/>
                    </a:cubicBezTo>
                    <a:lnTo>
                      <a:pt x="548" y="1392"/>
                    </a:lnTo>
                    <a:cubicBezTo>
                      <a:pt x="548" y="1400"/>
                      <a:pt x="557" y="1409"/>
                      <a:pt x="565" y="1409"/>
                    </a:cubicBezTo>
                    <a:lnTo>
                      <a:pt x="776" y="1611"/>
                    </a:lnTo>
                    <a:lnTo>
                      <a:pt x="970" y="1814"/>
                    </a:lnTo>
                    <a:cubicBezTo>
                      <a:pt x="970" y="1822"/>
                      <a:pt x="979" y="1830"/>
                      <a:pt x="987" y="1830"/>
                    </a:cubicBezTo>
                    <a:lnTo>
                      <a:pt x="1088" y="2311"/>
                    </a:lnTo>
                    <a:cubicBezTo>
                      <a:pt x="1088" y="2336"/>
                      <a:pt x="1105" y="2362"/>
                      <a:pt x="1130" y="2370"/>
                    </a:cubicBezTo>
                    <a:cubicBezTo>
                      <a:pt x="1156" y="2379"/>
                      <a:pt x="1181" y="2379"/>
                      <a:pt x="1206" y="2362"/>
                    </a:cubicBezTo>
                    <a:lnTo>
                      <a:pt x="1678" y="2075"/>
                    </a:lnTo>
                    <a:cubicBezTo>
                      <a:pt x="1737" y="2041"/>
                      <a:pt x="1771" y="1982"/>
                      <a:pt x="1771" y="1923"/>
                    </a:cubicBezTo>
                    <a:lnTo>
                      <a:pt x="1771" y="1392"/>
                    </a:lnTo>
                    <a:cubicBezTo>
                      <a:pt x="1830" y="1341"/>
                      <a:pt x="1881" y="1282"/>
                      <a:pt x="1940" y="1223"/>
                    </a:cubicBezTo>
                    <a:lnTo>
                      <a:pt x="2066" y="1088"/>
                    </a:lnTo>
                    <a:cubicBezTo>
                      <a:pt x="2269" y="878"/>
                      <a:pt x="2378" y="599"/>
                      <a:pt x="2378" y="313"/>
                    </a:cubicBezTo>
                    <a:lnTo>
                      <a:pt x="2378" y="186"/>
                    </a:lnTo>
                    <a:cubicBezTo>
                      <a:pt x="2378" y="85"/>
                      <a:pt x="2294" y="1"/>
                      <a:pt x="2193" y="1"/>
                    </a:cubicBezTo>
                    <a:close/>
                    <a:moveTo>
                      <a:pt x="1611" y="1518"/>
                    </a:moveTo>
                    <a:cubicBezTo>
                      <a:pt x="1577" y="1544"/>
                      <a:pt x="1544" y="1569"/>
                      <a:pt x="1501" y="1594"/>
                    </a:cubicBezTo>
                    <a:lnTo>
                      <a:pt x="1147" y="1830"/>
                    </a:lnTo>
                    <a:lnTo>
                      <a:pt x="1215" y="2176"/>
                    </a:lnTo>
                    <a:lnTo>
                      <a:pt x="1594" y="1940"/>
                    </a:lnTo>
                    <a:cubicBezTo>
                      <a:pt x="1603" y="1940"/>
                      <a:pt x="1611" y="1932"/>
                      <a:pt x="1611" y="1923"/>
                    </a:cubicBezTo>
                    <a:close/>
                    <a:moveTo>
                      <a:pt x="548" y="1232"/>
                    </a:moveTo>
                    <a:lnTo>
                      <a:pt x="785" y="878"/>
                    </a:lnTo>
                    <a:cubicBezTo>
                      <a:pt x="810" y="835"/>
                      <a:pt x="835" y="802"/>
                      <a:pt x="860" y="768"/>
                    </a:cubicBezTo>
                    <a:lnTo>
                      <a:pt x="456" y="768"/>
                    </a:lnTo>
                    <a:cubicBezTo>
                      <a:pt x="447" y="768"/>
                      <a:pt x="439" y="776"/>
                      <a:pt x="439" y="785"/>
                    </a:cubicBezTo>
                    <a:lnTo>
                      <a:pt x="211" y="1164"/>
                    </a:lnTo>
                    <a:close/>
                    <a:moveTo>
                      <a:pt x="1400" y="431"/>
                    </a:moveTo>
                    <a:cubicBezTo>
                      <a:pt x="1577" y="254"/>
                      <a:pt x="1822" y="161"/>
                      <a:pt x="2066" y="161"/>
                    </a:cubicBezTo>
                    <a:lnTo>
                      <a:pt x="2193" y="161"/>
                    </a:lnTo>
                    <a:cubicBezTo>
                      <a:pt x="2201" y="161"/>
                      <a:pt x="2218" y="178"/>
                      <a:pt x="2218" y="186"/>
                    </a:cubicBezTo>
                    <a:lnTo>
                      <a:pt x="2218" y="313"/>
                    </a:lnTo>
                    <a:cubicBezTo>
                      <a:pt x="2218" y="566"/>
                      <a:pt x="2125" y="802"/>
                      <a:pt x="1948" y="979"/>
                    </a:cubicBezTo>
                    <a:lnTo>
                      <a:pt x="1822" y="1122"/>
                    </a:lnTo>
                    <a:cubicBezTo>
                      <a:pt x="1704" y="1249"/>
                      <a:pt x="1560" y="1367"/>
                      <a:pt x="1417" y="1459"/>
                    </a:cubicBezTo>
                    <a:lnTo>
                      <a:pt x="1071" y="1696"/>
                    </a:lnTo>
                    <a:lnTo>
                      <a:pt x="886" y="1502"/>
                    </a:lnTo>
                    <a:cubicBezTo>
                      <a:pt x="886" y="1493"/>
                      <a:pt x="886" y="1493"/>
                      <a:pt x="886" y="1493"/>
                    </a:cubicBezTo>
                    <a:lnTo>
                      <a:pt x="683" y="1308"/>
                    </a:lnTo>
                    <a:lnTo>
                      <a:pt x="919" y="962"/>
                    </a:lnTo>
                    <a:cubicBezTo>
                      <a:pt x="1012" y="819"/>
                      <a:pt x="1130" y="675"/>
                      <a:pt x="1257" y="55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Mona Sans" pitchFamily="2" charset="77"/>
                  <a:cs typeface="Arial"/>
                  <a:sym typeface="Arial"/>
                </a:endParaRPr>
              </a:p>
            </p:txBody>
          </p:sp>
          <p:sp>
            <p:nvSpPr>
              <p:cNvPr id="29" name="Google Shape;1062;p63">
                <a:extLst>
                  <a:ext uri="{FF2B5EF4-FFF2-40B4-BE49-F238E27FC236}">
                    <a16:creationId xmlns:a16="http://schemas.microsoft.com/office/drawing/2014/main" id="{8909339F-B321-0714-F0A0-E1B96AF78321}"/>
                  </a:ext>
                </a:extLst>
              </p:cNvPr>
              <p:cNvSpPr/>
              <p:nvPr/>
            </p:nvSpPr>
            <p:spPr>
              <a:xfrm>
                <a:off x="3530750" y="2949300"/>
                <a:ext cx="15625" cy="15000"/>
              </a:xfrm>
              <a:custGeom>
                <a:avLst/>
                <a:gdLst/>
                <a:ahLst/>
                <a:cxnLst/>
                <a:rect l="l" t="t" r="r" b="b"/>
                <a:pathLst>
                  <a:path w="625" h="600" extrusionOk="0">
                    <a:moveTo>
                      <a:pt x="342" y="1"/>
                    </a:moveTo>
                    <a:cubicBezTo>
                      <a:pt x="275" y="1"/>
                      <a:pt x="207" y="26"/>
                      <a:pt x="161" y="76"/>
                    </a:cubicBezTo>
                    <a:cubicBezTo>
                      <a:pt x="26" y="203"/>
                      <a:pt x="1" y="490"/>
                      <a:pt x="1" y="574"/>
                    </a:cubicBezTo>
                    <a:cubicBezTo>
                      <a:pt x="1" y="591"/>
                      <a:pt x="9" y="599"/>
                      <a:pt x="26" y="599"/>
                    </a:cubicBezTo>
                    <a:cubicBezTo>
                      <a:pt x="110" y="599"/>
                      <a:pt x="397" y="574"/>
                      <a:pt x="523" y="447"/>
                    </a:cubicBezTo>
                    <a:cubicBezTo>
                      <a:pt x="625" y="346"/>
                      <a:pt x="625" y="169"/>
                      <a:pt x="523" y="76"/>
                    </a:cubicBezTo>
                    <a:cubicBezTo>
                      <a:pt x="477" y="26"/>
                      <a:pt x="410" y="1"/>
                      <a:pt x="34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Mona Sans" pitchFamily="2" charset="77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8EC3D68-5DA2-F9BB-7476-817B037E16BD}"/>
              </a:ext>
            </a:extLst>
          </p:cNvPr>
          <p:cNvGrpSpPr/>
          <p:nvPr/>
        </p:nvGrpSpPr>
        <p:grpSpPr>
          <a:xfrm>
            <a:off x="9926194" y="2220778"/>
            <a:ext cx="683000" cy="1113631"/>
            <a:chOff x="10601399" y="2382809"/>
            <a:chExt cx="590230" cy="962371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F6C87E7D-DE03-629B-7FDA-7E472C019D36}"/>
                </a:ext>
              </a:extLst>
            </p:cNvPr>
            <p:cNvGrpSpPr/>
            <p:nvPr/>
          </p:nvGrpSpPr>
          <p:grpSpPr>
            <a:xfrm>
              <a:off x="10601399" y="2382809"/>
              <a:ext cx="590230" cy="590230"/>
              <a:chOff x="946432" y="4299675"/>
              <a:chExt cx="417416" cy="417416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A0C74D8A-C98F-A6A9-E1D5-A4BE3DD9B44F}"/>
                  </a:ext>
                </a:extLst>
              </p:cNvPr>
              <p:cNvSpPr/>
              <p:nvPr/>
            </p:nvSpPr>
            <p:spPr>
              <a:xfrm>
                <a:off x="946432" y="4299675"/>
                <a:ext cx="417416" cy="41741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5" name="Google Shape;987;p62">
                <a:extLst>
                  <a:ext uri="{FF2B5EF4-FFF2-40B4-BE49-F238E27FC236}">
                    <a16:creationId xmlns:a16="http://schemas.microsoft.com/office/drawing/2014/main" id="{8310B6C7-6A0F-4E97-6561-EC587DD1DA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1038490" y="4415785"/>
                <a:ext cx="233300" cy="185198"/>
                <a:chOff x="3358100" y="803325"/>
                <a:chExt cx="63250" cy="50200"/>
              </a:xfrm>
              <a:solidFill>
                <a:schemeClr val="accent3"/>
              </a:solidFill>
            </p:grpSpPr>
            <p:sp>
              <p:nvSpPr>
                <p:cNvPr id="46" name="Google Shape;988;p62">
                  <a:extLst>
                    <a:ext uri="{FF2B5EF4-FFF2-40B4-BE49-F238E27FC236}">
                      <a16:creationId xmlns:a16="http://schemas.microsoft.com/office/drawing/2014/main" id="{C1F4AB38-5C0A-7BA4-017A-C806DAA289D8}"/>
                    </a:ext>
                  </a:extLst>
                </p:cNvPr>
                <p:cNvSpPr/>
                <p:nvPr/>
              </p:nvSpPr>
              <p:spPr>
                <a:xfrm>
                  <a:off x="3358100" y="803325"/>
                  <a:ext cx="47450" cy="5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8" h="2008" extrusionOk="0">
                      <a:moveTo>
                        <a:pt x="371" y="583"/>
                      </a:moveTo>
                      <a:cubicBezTo>
                        <a:pt x="371" y="262"/>
                        <a:pt x="633" y="1"/>
                        <a:pt x="953" y="1"/>
                      </a:cubicBezTo>
                      <a:cubicBezTo>
                        <a:pt x="1265" y="1"/>
                        <a:pt x="1526" y="262"/>
                        <a:pt x="1526" y="583"/>
                      </a:cubicBezTo>
                      <a:cubicBezTo>
                        <a:pt x="1526" y="785"/>
                        <a:pt x="1425" y="954"/>
                        <a:pt x="1273" y="1063"/>
                      </a:cubicBezTo>
                      <a:cubicBezTo>
                        <a:pt x="1628" y="1190"/>
                        <a:pt x="1889" y="1527"/>
                        <a:pt x="1897" y="1923"/>
                      </a:cubicBezTo>
                      <a:cubicBezTo>
                        <a:pt x="1897" y="1966"/>
                        <a:pt x="1864" y="2008"/>
                        <a:pt x="1822" y="2008"/>
                      </a:cubicBezTo>
                      <a:cubicBezTo>
                        <a:pt x="1779" y="2008"/>
                        <a:pt x="1737" y="1974"/>
                        <a:pt x="1737" y="1932"/>
                      </a:cubicBezTo>
                      <a:cubicBezTo>
                        <a:pt x="1729" y="1502"/>
                        <a:pt x="1375" y="1164"/>
                        <a:pt x="953" y="1164"/>
                      </a:cubicBezTo>
                      <a:cubicBezTo>
                        <a:pt x="523" y="1164"/>
                        <a:pt x="169" y="1502"/>
                        <a:pt x="160" y="1932"/>
                      </a:cubicBezTo>
                      <a:cubicBezTo>
                        <a:pt x="160" y="1974"/>
                        <a:pt x="118" y="2008"/>
                        <a:pt x="76" y="2008"/>
                      </a:cubicBezTo>
                      <a:cubicBezTo>
                        <a:pt x="34" y="2008"/>
                        <a:pt x="0" y="1966"/>
                        <a:pt x="0" y="1923"/>
                      </a:cubicBezTo>
                      <a:cubicBezTo>
                        <a:pt x="8" y="1527"/>
                        <a:pt x="270" y="1190"/>
                        <a:pt x="624" y="1063"/>
                      </a:cubicBezTo>
                      <a:cubicBezTo>
                        <a:pt x="472" y="954"/>
                        <a:pt x="371" y="785"/>
                        <a:pt x="371" y="583"/>
                      </a:cubicBezTo>
                      <a:close/>
                      <a:moveTo>
                        <a:pt x="953" y="161"/>
                      </a:moveTo>
                      <a:cubicBezTo>
                        <a:pt x="717" y="161"/>
                        <a:pt x="531" y="346"/>
                        <a:pt x="531" y="583"/>
                      </a:cubicBezTo>
                      <a:cubicBezTo>
                        <a:pt x="531" y="819"/>
                        <a:pt x="717" y="1004"/>
                        <a:pt x="953" y="1004"/>
                      </a:cubicBezTo>
                      <a:cubicBezTo>
                        <a:pt x="1181" y="1004"/>
                        <a:pt x="1375" y="819"/>
                        <a:pt x="1375" y="583"/>
                      </a:cubicBezTo>
                      <a:cubicBezTo>
                        <a:pt x="1375" y="346"/>
                        <a:pt x="1181" y="161"/>
                        <a:pt x="953" y="1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121917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867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ona Sans" pitchFamily="2" charset="77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47" name="Google Shape;989;p62">
                  <a:extLst>
                    <a:ext uri="{FF2B5EF4-FFF2-40B4-BE49-F238E27FC236}">
                      <a16:creationId xmlns:a16="http://schemas.microsoft.com/office/drawing/2014/main" id="{C3146AEC-5095-54B6-4255-5495CAC235FB}"/>
                    </a:ext>
                  </a:extLst>
                </p:cNvPr>
                <p:cNvSpPr/>
                <p:nvPr/>
              </p:nvSpPr>
              <p:spPr>
                <a:xfrm>
                  <a:off x="3400050" y="813875"/>
                  <a:ext cx="21300" cy="3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" h="1586" extrusionOk="0">
                      <a:moveTo>
                        <a:pt x="144" y="0"/>
                      </a:moveTo>
                      <a:cubicBezTo>
                        <a:pt x="118" y="0"/>
                        <a:pt x="101" y="0"/>
                        <a:pt x="76" y="9"/>
                      </a:cubicBezTo>
                      <a:cubicBezTo>
                        <a:pt x="34" y="17"/>
                        <a:pt x="0" y="51"/>
                        <a:pt x="9" y="93"/>
                      </a:cubicBezTo>
                      <a:cubicBezTo>
                        <a:pt x="16" y="137"/>
                        <a:pt x="49" y="162"/>
                        <a:pt x="85" y="162"/>
                      </a:cubicBezTo>
                      <a:cubicBezTo>
                        <a:pt x="91" y="162"/>
                        <a:pt x="96" y="162"/>
                        <a:pt x="101" y="161"/>
                      </a:cubicBezTo>
                      <a:lnTo>
                        <a:pt x="144" y="161"/>
                      </a:lnTo>
                      <a:cubicBezTo>
                        <a:pt x="321" y="161"/>
                        <a:pt x="464" y="304"/>
                        <a:pt x="464" y="481"/>
                      </a:cubicBezTo>
                      <a:cubicBezTo>
                        <a:pt x="464" y="608"/>
                        <a:pt x="397" y="709"/>
                        <a:pt x="287" y="768"/>
                      </a:cubicBezTo>
                      <a:lnTo>
                        <a:pt x="245" y="785"/>
                      </a:lnTo>
                      <a:lnTo>
                        <a:pt x="245" y="962"/>
                      </a:lnTo>
                      <a:lnTo>
                        <a:pt x="304" y="979"/>
                      </a:lnTo>
                      <a:cubicBezTo>
                        <a:pt x="531" y="1046"/>
                        <a:pt x="692" y="1257"/>
                        <a:pt x="692" y="1501"/>
                      </a:cubicBezTo>
                      <a:cubicBezTo>
                        <a:pt x="692" y="1552"/>
                        <a:pt x="725" y="1586"/>
                        <a:pt x="768" y="1586"/>
                      </a:cubicBezTo>
                      <a:cubicBezTo>
                        <a:pt x="818" y="1586"/>
                        <a:pt x="852" y="1552"/>
                        <a:pt x="852" y="1501"/>
                      </a:cubicBezTo>
                      <a:cubicBezTo>
                        <a:pt x="852" y="1215"/>
                        <a:pt x="675" y="970"/>
                        <a:pt x="430" y="861"/>
                      </a:cubicBezTo>
                      <a:cubicBezTo>
                        <a:pt x="548" y="776"/>
                        <a:pt x="624" y="633"/>
                        <a:pt x="624" y="481"/>
                      </a:cubicBezTo>
                      <a:cubicBezTo>
                        <a:pt x="624" y="220"/>
                        <a:pt x="405" y="0"/>
                        <a:pt x="1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121917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867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ona Sans" pitchFamily="2" charset="77"/>
                    <a:ea typeface="+mn-ea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7EDC647-D79E-BA31-F8D9-BC2ABA154815}"/>
                </a:ext>
              </a:extLst>
            </p:cNvPr>
            <p:cNvSpPr txBox="1"/>
            <p:nvPr/>
          </p:nvSpPr>
          <p:spPr>
            <a:xfrm>
              <a:off x="10620289" y="3068181"/>
              <a:ext cx="562975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pt-BR" sz="1200">
                  <a:solidFill>
                    <a:schemeClr val="accent3"/>
                  </a:solidFill>
                  <a:latin typeface="Mona Sans Mono" pitchFamily="2" charset="77"/>
                  <a:cs typeface="Mona Sans Mono" pitchFamily="2" charset="77"/>
                </a:rPr>
                <a:t>USUÁRIO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456C208-D217-51A4-D2DD-47D050F128D2}"/>
              </a:ext>
            </a:extLst>
          </p:cNvPr>
          <p:cNvGrpSpPr/>
          <p:nvPr/>
        </p:nvGrpSpPr>
        <p:grpSpPr>
          <a:xfrm>
            <a:off x="9926199" y="3970359"/>
            <a:ext cx="683000" cy="1096794"/>
            <a:chOff x="10592044" y="3884966"/>
            <a:chExt cx="590229" cy="947821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E81794AE-2D4F-8D23-8BB0-6E129A413436}"/>
                </a:ext>
              </a:extLst>
            </p:cNvPr>
            <p:cNvGrpSpPr/>
            <p:nvPr/>
          </p:nvGrpSpPr>
          <p:grpSpPr>
            <a:xfrm>
              <a:off x="10592044" y="3884966"/>
              <a:ext cx="590229" cy="590230"/>
              <a:chOff x="946432" y="2911752"/>
              <a:chExt cx="417416" cy="417416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FFDCE01C-3E4D-32CE-A04F-0097E42C1B95}"/>
                  </a:ext>
                </a:extLst>
              </p:cNvPr>
              <p:cNvSpPr/>
              <p:nvPr/>
            </p:nvSpPr>
            <p:spPr>
              <a:xfrm>
                <a:off x="946432" y="2911752"/>
                <a:ext cx="417416" cy="417416"/>
              </a:xfrm>
              <a:prstGeom prst="ellipse">
                <a:avLst/>
              </a:prstGeom>
              <a:solidFill>
                <a:srgbClr val="26115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9" name="Google Shape;1504;p66">
                <a:extLst>
                  <a:ext uri="{FF2B5EF4-FFF2-40B4-BE49-F238E27FC236}">
                    <a16:creationId xmlns:a16="http://schemas.microsoft.com/office/drawing/2014/main" id="{4B81EF9C-E541-DB49-CF8B-E5D564C565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1043807" y="3017480"/>
                <a:ext cx="235878" cy="205960"/>
                <a:chOff x="4030200" y="1769325"/>
                <a:chExt cx="63275" cy="55250"/>
              </a:xfrm>
              <a:solidFill>
                <a:srgbClr val="C898FD"/>
              </a:solidFill>
            </p:grpSpPr>
            <p:sp>
              <p:nvSpPr>
                <p:cNvPr id="40" name="Google Shape;1505;p66">
                  <a:extLst>
                    <a:ext uri="{FF2B5EF4-FFF2-40B4-BE49-F238E27FC236}">
                      <a16:creationId xmlns:a16="http://schemas.microsoft.com/office/drawing/2014/main" id="{CD4E54FA-2A6B-D67F-8DF9-1F7B57EBC569}"/>
                    </a:ext>
                  </a:extLst>
                </p:cNvPr>
                <p:cNvSpPr/>
                <p:nvPr/>
              </p:nvSpPr>
              <p:spPr>
                <a:xfrm>
                  <a:off x="4051275" y="1795675"/>
                  <a:ext cx="3825" cy="1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524" extrusionOk="0">
                      <a:moveTo>
                        <a:pt x="76" y="1"/>
                      </a:moveTo>
                      <a:cubicBezTo>
                        <a:pt x="34" y="1"/>
                        <a:pt x="0" y="34"/>
                        <a:pt x="0" y="76"/>
                      </a:cubicBezTo>
                      <a:lnTo>
                        <a:pt x="0" y="447"/>
                      </a:lnTo>
                      <a:cubicBezTo>
                        <a:pt x="0" y="490"/>
                        <a:pt x="34" y="523"/>
                        <a:pt x="76" y="523"/>
                      </a:cubicBezTo>
                      <a:cubicBezTo>
                        <a:pt x="119" y="523"/>
                        <a:pt x="152" y="490"/>
                        <a:pt x="152" y="447"/>
                      </a:cubicBezTo>
                      <a:lnTo>
                        <a:pt x="152" y="76"/>
                      </a:lnTo>
                      <a:cubicBezTo>
                        <a:pt x="152" y="34"/>
                        <a:pt x="119" y="1"/>
                        <a:pt x="7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121917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867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41" name="Google Shape;1506;p66">
                  <a:extLst>
                    <a:ext uri="{FF2B5EF4-FFF2-40B4-BE49-F238E27FC236}">
                      <a16:creationId xmlns:a16="http://schemas.microsoft.com/office/drawing/2014/main" id="{A5D44890-5E2A-3F87-29C7-61F840524926}"/>
                    </a:ext>
                  </a:extLst>
                </p:cNvPr>
                <p:cNvSpPr/>
                <p:nvPr/>
              </p:nvSpPr>
              <p:spPr>
                <a:xfrm>
                  <a:off x="4068350" y="1795675"/>
                  <a:ext cx="4025" cy="1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" h="524" extrusionOk="0">
                      <a:moveTo>
                        <a:pt x="76" y="1"/>
                      </a:moveTo>
                      <a:cubicBezTo>
                        <a:pt x="34" y="1"/>
                        <a:pt x="1" y="34"/>
                        <a:pt x="1" y="76"/>
                      </a:cubicBezTo>
                      <a:lnTo>
                        <a:pt x="1" y="447"/>
                      </a:lnTo>
                      <a:cubicBezTo>
                        <a:pt x="1" y="490"/>
                        <a:pt x="34" y="523"/>
                        <a:pt x="76" y="523"/>
                      </a:cubicBezTo>
                      <a:cubicBezTo>
                        <a:pt x="119" y="523"/>
                        <a:pt x="161" y="490"/>
                        <a:pt x="161" y="447"/>
                      </a:cubicBezTo>
                      <a:lnTo>
                        <a:pt x="161" y="76"/>
                      </a:lnTo>
                      <a:cubicBezTo>
                        <a:pt x="161" y="34"/>
                        <a:pt x="119" y="1"/>
                        <a:pt x="7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121917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867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1507;p66">
                  <a:extLst>
                    <a:ext uri="{FF2B5EF4-FFF2-40B4-BE49-F238E27FC236}">
                      <a16:creationId xmlns:a16="http://schemas.microsoft.com/office/drawing/2014/main" id="{BBAE2A4F-9B98-1439-B8AD-830D4C0C0AFF}"/>
                    </a:ext>
                  </a:extLst>
                </p:cNvPr>
                <p:cNvSpPr/>
                <p:nvPr/>
              </p:nvSpPr>
              <p:spPr>
                <a:xfrm>
                  <a:off x="4030200" y="1769325"/>
                  <a:ext cx="63275" cy="5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1" h="2210" extrusionOk="0">
                      <a:moveTo>
                        <a:pt x="1029" y="0"/>
                      </a:moveTo>
                      <a:cubicBezTo>
                        <a:pt x="987" y="0"/>
                        <a:pt x="953" y="34"/>
                        <a:pt x="953" y="76"/>
                      </a:cubicBezTo>
                      <a:cubicBezTo>
                        <a:pt x="953" y="118"/>
                        <a:pt x="987" y="152"/>
                        <a:pt x="1029" y="152"/>
                      </a:cubicBezTo>
                      <a:lnTo>
                        <a:pt x="1206" y="152"/>
                      </a:lnTo>
                      <a:lnTo>
                        <a:pt x="1206" y="422"/>
                      </a:lnTo>
                      <a:lnTo>
                        <a:pt x="447" y="422"/>
                      </a:lnTo>
                      <a:cubicBezTo>
                        <a:pt x="312" y="422"/>
                        <a:pt x="211" y="523"/>
                        <a:pt x="211" y="658"/>
                      </a:cubicBezTo>
                      <a:lnTo>
                        <a:pt x="211" y="1206"/>
                      </a:lnTo>
                      <a:lnTo>
                        <a:pt x="76" y="1206"/>
                      </a:lnTo>
                      <a:cubicBezTo>
                        <a:pt x="34" y="1206"/>
                        <a:pt x="0" y="1240"/>
                        <a:pt x="0" y="1291"/>
                      </a:cubicBezTo>
                      <a:cubicBezTo>
                        <a:pt x="0" y="1333"/>
                        <a:pt x="34" y="1367"/>
                        <a:pt x="76" y="1367"/>
                      </a:cubicBezTo>
                      <a:lnTo>
                        <a:pt x="211" y="1367"/>
                      </a:lnTo>
                      <a:lnTo>
                        <a:pt x="211" y="1974"/>
                      </a:lnTo>
                      <a:cubicBezTo>
                        <a:pt x="211" y="2100"/>
                        <a:pt x="312" y="2210"/>
                        <a:pt x="447" y="2210"/>
                      </a:cubicBezTo>
                      <a:lnTo>
                        <a:pt x="2075" y="2210"/>
                      </a:lnTo>
                      <a:cubicBezTo>
                        <a:pt x="2210" y="2210"/>
                        <a:pt x="2319" y="2100"/>
                        <a:pt x="2319" y="1974"/>
                      </a:cubicBezTo>
                      <a:lnTo>
                        <a:pt x="2319" y="1367"/>
                      </a:lnTo>
                      <a:lnTo>
                        <a:pt x="2446" y="1367"/>
                      </a:lnTo>
                      <a:cubicBezTo>
                        <a:pt x="2488" y="1367"/>
                        <a:pt x="2530" y="1333"/>
                        <a:pt x="2530" y="1291"/>
                      </a:cubicBezTo>
                      <a:cubicBezTo>
                        <a:pt x="2530" y="1240"/>
                        <a:pt x="2488" y="1206"/>
                        <a:pt x="2446" y="1206"/>
                      </a:cubicBezTo>
                      <a:lnTo>
                        <a:pt x="2319" y="1206"/>
                      </a:lnTo>
                      <a:lnTo>
                        <a:pt x="2319" y="658"/>
                      </a:lnTo>
                      <a:cubicBezTo>
                        <a:pt x="2319" y="523"/>
                        <a:pt x="2210" y="422"/>
                        <a:pt x="2075" y="422"/>
                      </a:cubicBezTo>
                      <a:lnTo>
                        <a:pt x="1366" y="422"/>
                      </a:lnTo>
                      <a:lnTo>
                        <a:pt x="1366" y="76"/>
                      </a:lnTo>
                      <a:cubicBezTo>
                        <a:pt x="1366" y="34"/>
                        <a:pt x="1333" y="0"/>
                        <a:pt x="1290" y="0"/>
                      </a:cubicBezTo>
                      <a:close/>
                      <a:moveTo>
                        <a:pt x="363" y="658"/>
                      </a:moveTo>
                      <a:cubicBezTo>
                        <a:pt x="363" y="608"/>
                        <a:pt x="397" y="574"/>
                        <a:pt x="447" y="574"/>
                      </a:cubicBezTo>
                      <a:lnTo>
                        <a:pt x="2075" y="574"/>
                      </a:lnTo>
                      <a:cubicBezTo>
                        <a:pt x="2125" y="574"/>
                        <a:pt x="2159" y="608"/>
                        <a:pt x="2159" y="658"/>
                      </a:cubicBezTo>
                      <a:lnTo>
                        <a:pt x="2159" y="1974"/>
                      </a:lnTo>
                      <a:cubicBezTo>
                        <a:pt x="2159" y="2016"/>
                        <a:pt x="2125" y="2050"/>
                        <a:pt x="2075" y="2050"/>
                      </a:cubicBezTo>
                      <a:lnTo>
                        <a:pt x="447" y="2050"/>
                      </a:lnTo>
                      <a:cubicBezTo>
                        <a:pt x="397" y="2050"/>
                        <a:pt x="363" y="2016"/>
                        <a:pt x="363" y="19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121917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867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438CC6E-2611-20CC-16B8-89F14AE14FAB}"/>
                </a:ext>
              </a:extLst>
            </p:cNvPr>
            <p:cNvSpPr txBox="1"/>
            <p:nvPr/>
          </p:nvSpPr>
          <p:spPr>
            <a:xfrm>
              <a:off x="10700260" y="4555788"/>
              <a:ext cx="373820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pt-BR" sz="1200">
                  <a:solidFill>
                    <a:srgbClr val="B870FF"/>
                  </a:solidFill>
                  <a:latin typeface="Mona Sans Mono" pitchFamily="2" charset="77"/>
                  <a:cs typeface="Mona Sans Mono" pitchFamily="2" charset="77"/>
                </a:rPr>
                <a:t>IA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94236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3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5" presetClass="path" presetSubtype="0" accel="50000" decel="5000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3.12321E-6 -1.11111E-6 L -0.03061 -1.11111E-6 " pathEditMode="relative" rAng="0" ptsTypes="AA">
                                      <p:cBhvr>
                                        <p:cTn id="30" dur="500" spd="-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37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5" presetClass="path" presetSubtype="0" accel="50000" decel="5000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3.12321E-6 -1.11111E-6 L -0.03061 -1.11111E-6 " pathEditMode="relative" rAng="0" ptsTypes="AA">
                                      <p:cBhvr>
                                        <p:cTn id="35" dur="500" spd="-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3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67" grpId="0" animBg="1"/>
      <p:bldP spid="6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91A103B-7E5C-29DF-66C6-C233FE76F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46" y="3296839"/>
            <a:ext cx="10633329" cy="31767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680CBA-453A-04E3-9069-16E01A262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7634" y="1708486"/>
            <a:ext cx="6673556" cy="15653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CB7A22-443C-9953-39F3-4EF3A057D7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3575" y="581971"/>
            <a:ext cx="3181673" cy="11034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0337D73-B8F1-2BE0-39DD-76AEB78AC8C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98885" y="-911823"/>
            <a:ext cx="4340823" cy="4340823"/>
          </a:xfrm>
          <a:prstGeom prst="rect">
            <a:avLst/>
          </a:prstGeom>
        </p:spPr>
      </p:pic>
      <p:pic>
        <p:nvPicPr>
          <p:cNvPr id="18" name="Picture 17" descr="VS Code Copilot agent mode showing 4 files changed with Keep/Undo options and an &quot;Edit files in your workspace in agent mode&quot; prompt.">
            <a:extLst>
              <a:ext uri="{FF2B5EF4-FFF2-40B4-BE49-F238E27FC236}">
                <a16:creationId xmlns:a16="http://schemas.microsoft.com/office/drawing/2014/main" id="{245B1F65-080C-80F6-02E3-FCDC86394E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5627" y="935428"/>
            <a:ext cx="4274100" cy="233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1453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E9DC8-5FC7-94D1-9461-EF20063A9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250BEFD-4D8F-DE04-0B11-D4F1AF2F12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0">
                <a:latin typeface="Mona Sans Display" panose="020B0604020202020204" charset="0"/>
                <a:cs typeface="Mona Sans Display" panose="020B0604020202020204" charset="0"/>
              </a:rPr>
              <a:t>Um só GitHub Copilot, </a:t>
            </a:r>
            <a:br>
              <a:rPr lang="en-US" b="0">
                <a:latin typeface="Mona Sans Display" panose="020B0604020202020204" charset="0"/>
                <a:cs typeface="Mona Sans Display" panose="020B0604020202020204" charset="0"/>
              </a:rPr>
            </a:br>
            <a:r>
              <a:rPr lang="pt-BR" b="0">
                <a:latin typeface="Mona Sans Display" panose="020B0604020202020204" charset="0"/>
                <a:cs typeface="Mona Sans Display" panose="020B0604020202020204" charset="0"/>
              </a:rPr>
              <a:t>onde quer que você programe</a:t>
            </a:r>
          </a:p>
        </p:txBody>
      </p:sp>
    </p:spTree>
    <p:extLst>
      <p:ext uri="{BB962C8B-B14F-4D97-AF65-F5344CB8AC3E}">
        <p14:creationId xmlns:p14="http://schemas.microsoft.com/office/powerpoint/2010/main" val="3474706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BCF18-05CD-E2BC-8189-A0787329C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D22E4364-5270-FC65-8934-F68545030F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69037" y="1231225"/>
            <a:ext cx="4041612" cy="1696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771899E-B174-2820-D44C-1610EFD3CA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37" y="1238731"/>
            <a:ext cx="4023334" cy="1691993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</p:pic>
      <p:pic>
        <p:nvPicPr>
          <p:cNvPr id="2" name="Picture 2" descr="Jetbrains, Eclipse, and Xcode IDE logos">
            <a:extLst>
              <a:ext uri="{FF2B5EF4-FFF2-40B4-BE49-F238E27FC236}">
                <a16:creationId xmlns:a16="http://schemas.microsoft.com/office/drawing/2014/main" id="{2F463535-7D0F-C570-3B10-DFD15E5142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56354" y="1231223"/>
            <a:ext cx="4039909" cy="1696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Placeholder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38CCD7-7590-9CEF-A623-F52CC59F519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56354" y="4132416"/>
            <a:ext cx="4032472" cy="1696108"/>
          </a:xfrm>
          <a:prstGeom prst="roundRect">
            <a:avLst>
              <a:gd name="adj" fmla="val 0"/>
            </a:avLst>
          </a:prstGeom>
          <a:ln>
            <a:noFill/>
          </a:ln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2A8A5036-FCB8-CEB3-5C61-7C6B1959308B}"/>
              </a:ext>
            </a:extLst>
          </p:cNvPr>
          <p:cNvSpPr txBox="1"/>
          <p:nvPr/>
        </p:nvSpPr>
        <p:spPr>
          <a:xfrm>
            <a:off x="120398" y="354633"/>
            <a:ext cx="11042135" cy="646163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pt-BR" sz="3599" spc="-150">
                <a:latin typeface="Mona Sans Display" panose="020B0604020202020204" charset="0"/>
                <a:cs typeface="Mona Sans Display" panose="020B0604020202020204" charset="0"/>
              </a:rPr>
              <a:t>GitHub Copilot disponível em IDEs, web e mobile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B41AFA-2B9F-012C-2C32-91945243E00C}"/>
              </a:ext>
            </a:extLst>
          </p:cNvPr>
          <p:cNvSpPr/>
          <p:nvPr/>
        </p:nvSpPr>
        <p:spPr>
          <a:xfrm>
            <a:off x="-1" y="1203798"/>
            <a:ext cx="12188825" cy="27425"/>
          </a:xfrm>
          <a:prstGeom prst="rect">
            <a:avLst/>
          </a:prstGeom>
          <a:solidFill>
            <a:srgbClr val="0887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397">
              <a:latin typeface="Mona Sans Display" panose="020B0604020202020204" charset="0"/>
              <a:cs typeface="Mona Sans Display" panose="020B0604020202020204" charset="0"/>
            </a:endParaRP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C535F596-3A6E-2DC1-9974-0A3BB29D705F}"/>
              </a:ext>
            </a:extLst>
          </p:cNvPr>
          <p:cNvGrpSpPr/>
          <p:nvPr/>
        </p:nvGrpSpPr>
        <p:grpSpPr>
          <a:xfrm>
            <a:off x="4041610" y="1203798"/>
            <a:ext cx="4114744" cy="5653309"/>
            <a:chOff x="4042663" y="1668726"/>
            <a:chExt cx="4115816" cy="518927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46F3085-8D39-A58A-CABA-10816A1008BE}"/>
                </a:ext>
              </a:extLst>
            </p:cNvPr>
            <p:cNvSpPr/>
            <p:nvPr/>
          </p:nvSpPr>
          <p:spPr>
            <a:xfrm>
              <a:off x="8121903" y="1668726"/>
              <a:ext cx="36576" cy="5189274"/>
            </a:xfrm>
            <a:prstGeom prst="rect">
              <a:avLst/>
            </a:prstGeom>
            <a:solidFill>
              <a:srgbClr val="0887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397">
                <a:latin typeface="Mona Sans Display" panose="020B0604020202020204" charset="0"/>
                <a:cs typeface="Mona Sans Display" panose="020B060402020202020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A96698E-8989-CFC9-6396-BF10724C8B57}"/>
                </a:ext>
              </a:extLst>
            </p:cNvPr>
            <p:cNvSpPr/>
            <p:nvPr/>
          </p:nvSpPr>
          <p:spPr>
            <a:xfrm>
              <a:off x="4042663" y="1668726"/>
              <a:ext cx="36576" cy="5189274"/>
            </a:xfrm>
            <a:prstGeom prst="rect">
              <a:avLst/>
            </a:prstGeom>
            <a:solidFill>
              <a:srgbClr val="0887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397">
                <a:latin typeface="Mona Sans Display" panose="020B0604020202020204" charset="0"/>
                <a:cs typeface="Mona Sans Display" panose="020B0604020202020204" charset="0"/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56552BDA-67C3-1E0F-81CF-52883E4F3757}"/>
              </a:ext>
            </a:extLst>
          </p:cNvPr>
          <p:cNvSpPr txBox="1"/>
          <p:nvPr/>
        </p:nvSpPr>
        <p:spPr>
          <a:xfrm>
            <a:off x="343264" y="3090153"/>
            <a:ext cx="240266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200">
                <a:solidFill>
                  <a:srgbClr val="5EEC83"/>
                </a:solidFill>
                <a:latin typeface="Mona Sans Display" panose="020B0604020202020204" charset="0"/>
                <a:ea typeface="Consolas" panose="02000009000000000000" pitchFamily="49" charset="77"/>
                <a:cs typeface="Mona Sans Display" panose="020B0604020202020204" charset="0"/>
              </a:rPr>
              <a:t>GitHub.com e apps móveis do GitHub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08B704-9399-77B2-A9C5-5E8FC84BF1EE}"/>
              </a:ext>
            </a:extLst>
          </p:cNvPr>
          <p:cNvSpPr txBox="1"/>
          <p:nvPr/>
        </p:nvSpPr>
        <p:spPr>
          <a:xfrm>
            <a:off x="343264" y="6023474"/>
            <a:ext cx="2595086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5EEC83"/>
                </a:solidFill>
                <a:latin typeface="Mona Sans Display" panose="020B0604020202020204" charset="0"/>
                <a:ea typeface="Consolas" panose="02000009000000000000" pitchFamily="49" charset="77"/>
                <a:cs typeface="Mona Sans Display" panose="020B0604020202020204" charset="0"/>
              </a:rPr>
              <a:t>Terminal (Copilot CLI)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701757-E5E8-E631-2DC6-5C5EDA00C851}"/>
              </a:ext>
            </a:extLst>
          </p:cNvPr>
          <p:cNvSpPr txBox="1"/>
          <p:nvPr/>
        </p:nvSpPr>
        <p:spPr>
          <a:xfrm>
            <a:off x="4464247" y="3090153"/>
            <a:ext cx="1033932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5EEC83"/>
                </a:solidFill>
                <a:latin typeface="Mona Sans Display" panose="020B0604020202020204" charset="0"/>
                <a:ea typeface="Consolas" panose="02000009000000000000" pitchFamily="49" charset="77"/>
                <a:cs typeface="Mona Sans Display" panose="020B0604020202020204" charset="0"/>
              </a:rPr>
              <a:t>VS Code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4ACBC29-F27C-F556-E028-F10E744DBDA5}"/>
              </a:ext>
            </a:extLst>
          </p:cNvPr>
          <p:cNvSpPr txBox="1"/>
          <p:nvPr/>
        </p:nvSpPr>
        <p:spPr>
          <a:xfrm>
            <a:off x="4464247" y="6022294"/>
            <a:ext cx="1633773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5EEC83"/>
                </a:solidFill>
                <a:latin typeface="Mona Sans Display" panose="020B0604020202020204" charset="0"/>
                <a:ea typeface="Consolas" panose="02000009000000000000" pitchFamily="49" charset="77"/>
                <a:cs typeface="Mona Sans Display" panose="020B0604020202020204" charset="0"/>
              </a:rPr>
              <a:t>Slack &amp; Teams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58EB650-A6D2-FD3D-C803-03DD69BC56F3}"/>
              </a:ext>
            </a:extLst>
          </p:cNvPr>
          <p:cNvSpPr txBox="1"/>
          <p:nvPr/>
        </p:nvSpPr>
        <p:spPr>
          <a:xfrm>
            <a:off x="8548643" y="3138214"/>
            <a:ext cx="2726319" cy="8307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200">
                <a:solidFill>
                  <a:srgbClr val="5EEC83"/>
                </a:solidFill>
                <a:latin typeface="Mona Sans Display" panose="020B0604020202020204" charset="0"/>
                <a:ea typeface="Consolas" panose="02000009000000000000" pitchFamily="49" charset="77"/>
                <a:cs typeface="Mona Sans Display" panose="020B0604020202020204" charset="0"/>
              </a:rPr>
              <a:t>IDEs JetBrains, Eclipse, </a:t>
            </a:r>
          </a:p>
          <a:p>
            <a:endParaRPr lang="en-US" sz="1200">
              <a:solidFill>
                <a:srgbClr val="5EEC83"/>
              </a:solidFill>
              <a:latin typeface="Mona Sans Display" panose="020B0604020202020204" charset="0"/>
              <a:ea typeface="Consolas" panose="02000009000000000000" pitchFamily="49" charset="77"/>
              <a:cs typeface="Mona Sans Display" panose="020B0604020202020204" charset="0"/>
            </a:endParaRPr>
          </a:p>
          <a:p>
            <a:r>
              <a:rPr lang="en-US" sz="1200">
                <a:solidFill>
                  <a:srgbClr val="5EEC83"/>
                </a:solidFill>
                <a:latin typeface="Mona Sans Display" panose="020B0604020202020204" charset="0"/>
                <a:ea typeface="Consolas" panose="02000009000000000000" pitchFamily="49" charset="77"/>
                <a:cs typeface="Mona Sans Display" panose="020B0604020202020204" charset="0"/>
              </a:rPr>
              <a:t>Vim, Visual Studio, Xcode</a:t>
            </a:r>
          </a:p>
          <a:p>
            <a:endParaRPr lang="en-US" sz="1200">
              <a:solidFill>
                <a:srgbClr val="5EEC83"/>
              </a:solidFill>
              <a:latin typeface="Mona Sans Display" panose="020B0604020202020204" charset="0"/>
              <a:ea typeface="Consolas" panose="02000009000000000000" pitchFamily="49" charset="77"/>
              <a:cs typeface="Mona Sans Display" panose="020B060402020202020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EBF335B-8B1D-0BCE-B51E-D0416B7721DB}"/>
              </a:ext>
            </a:extLst>
          </p:cNvPr>
          <p:cNvSpPr txBox="1"/>
          <p:nvPr/>
        </p:nvSpPr>
        <p:spPr>
          <a:xfrm>
            <a:off x="8548643" y="6022293"/>
            <a:ext cx="3111010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5EEC83"/>
                </a:solidFill>
                <a:latin typeface="Mona Sans Display" panose="020B0604020202020204" charset="0"/>
                <a:ea typeface="Consolas" panose="02000009000000000000" pitchFamily="49" charset="77"/>
                <a:cs typeface="Mona Sans Display" panose="020B0604020202020204" charset="0"/>
              </a:rPr>
              <a:t>Azure DevOps Boards, Linear, Jira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575BCA-17F3-6608-60CA-59B28058F6F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" y="4123725"/>
            <a:ext cx="4023334" cy="1704799"/>
          </a:xfrm>
          <a:prstGeom prst="rect">
            <a:avLst/>
          </a:prstGeom>
        </p:spPr>
      </p:pic>
      <p:pic>
        <p:nvPicPr>
          <p:cNvPr id="12" name="Picture 4" descr="Screenshot of user working on a bug using the GitHub app for Microsoft Teams">
            <a:extLst>
              <a:ext uri="{FF2B5EF4-FFF2-40B4-BE49-F238E27FC236}">
                <a16:creationId xmlns:a16="http://schemas.microsoft.com/office/drawing/2014/main" id="{E473AF37-446B-67ED-C16A-381FF699D3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0718" t="37334" r="8782" b="30361"/>
          <a:stretch>
            <a:fillRect/>
          </a:stretch>
        </p:blipFill>
        <p:spPr bwMode="auto">
          <a:xfrm>
            <a:off x="4094749" y="4123725"/>
            <a:ext cx="4025038" cy="170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56BEFAA-3181-041F-EA92-2B2A8411A649}"/>
              </a:ext>
            </a:extLst>
          </p:cNvPr>
          <p:cNvSpPr/>
          <p:nvPr/>
        </p:nvSpPr>
        <p:spPr>
          <a:xfrm>
            <a:off x="-1" y="4094163"/>
            <a:ext cx="12188825" cy="27425"/>
          </a:xfrm>
          <a:prstGeom prst="rect">
            <a:avLst/>
          </a:prstGeom>
          <a:solidFill>
            <a:srgbClr val="0887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397">
              <a:latin typeface="Mona Sans Display" panose="020B0604020202020204" charset="0"/>
              <a:cs typeface="Mona Sans Display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565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EBDBC-4A9F-93DA-48CA-D15F2AC2C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grey pixelated background  AI-generated content may be incorrect.">
            <a:extLst>
              <a:ext uri="{FF2B5EF4-FFF2-40B4-BE49-F238E27FC236}">
                <a16:creationId xmlns:a16="http://schemas.microsoft.com/office/drawing/2014/main" id="{F68EE709-8070-0337-33F8-409002C1E4D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-514589"/>
            <a:ext cx="12188825" cy="68562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145C61-BBCF-A922-9473-C8D8A75B984B}"/>
              </a:ext>
            </a:extLst>
          </p:cNvPr>
          <p:cNvSpPr txBox="1"/>
          <p:nvPr/>
        </p:nvSpPr>
        <p:spPr>
          <a:xfrm>
            <a:off x="379412" y="1318978"/>
            <a:ext cx="11429998" cy="1594539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>
              <a:lnSpc>
                <a:spcPct val="80000"/>
              </a:lnSpc>
              <a:tabLst>
                <a:tab pos="8053388" algn="l"/>
              </a:tabLst>
            </a:pPr>
            <a:r>
              <a:rPr lang="pt-BR" sz="6000">
                <a:latin typeface="Mona Sans Display" pitchFamily="2" charset="77"/>
                <a:ea typeface="+mn-lt"/>
                <a:cs typeface="Mona Sans Display" pitchFamily="2" charset="77"/>
              </a:rPr>
              <a:t>Então, </a:t>
            </a:r>
            <a:r>
              <a:rPr lang="pt-BR" sz="6000">
                <a:solidFill>
                  <a:schemeClr val="accent3"/>
                </a:solidFill>
                <a:latin typeface="Mona Sans Display" pitchFamily="2" charset="77"/>
                <a:ea typeface="+mn-lt"/>
                <a:cs typeface="Mona Sans Display" pitchFamily="2" charset="77"/>
              </a:rPr>
              <a:t>como juntamos</a:t>
            </a:r>
          </a:p>
          <a:p>
            <a:pPr algn="ctr">
              <a:lnSpc>
                <a:spcPct val="80000"/>
              </a:lnSpc>
              <a:tabLst>
                <a:tab pos="8053388" algn="l"/>
              </a:tabLst>
            </a:pPr>
            <a:r>
              <a:rPr lang="pt-BR" sz="6000">
                <a:solidFill>
                  <a:schemeClr val="accent3"/>
                </a:solidFill>
                <a:latin typeface="Mona Sans Display" pitchFamily="2" charset="77"/>
                <a:ea typeface="+mn-lt"/>
                <a:cs typeface="Mona Sans Display" pitchFamily="2" charset="77"/>
              </a:rPr>
              <a:t>tudo isso?</a:t>
            </a:r>
            <a:endParaRPr lang="en-US" sz="2400">
              <a:solidFill>
                <a:schemeClr val="accent3"/>
              </a:solidFill>
              <a:latin typeface="Mona Sans Display" pitchFamily="2" charset="77"/>
              <a:ea typeface="+mn-lt"/>
              <a:cs typeface="Mona Sans Display" pitchFamily="2" charset="77"/>
            </a:endParaRPr>
          </a:p>
        </p:txBody>
      </p:sp>
      <p:sp>
        <p:nvSpPr>
          <p:cNvPr id="3" name="Rounded Rectangle 75">
            <a:extLst>
              <a:ext uri="{FF2B5EF4-FFF2-40B4-BE49-F238E27FC236}">
                <a16:creationId xmlns:a16="http://schemas.microsoft.com/office/drawing/2014/main" id="{AF727F98-AE7D-704B-5162-083E62359163}"/>
              </a:ext>
            </a:extLst>
          </p:cNvPr>
          <p:cNvSpPr/>
          <p:nvPr/>
        </p:nvSpPr>
        <p:spPr>
          <a:xfrm>
            <a:off x="-21129" y="4996404"/>
            <a:ext cx="9649228" cy="44688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rgbClr val="121613"/>
              </a:gs>
            </a:gsLst>
            <a:lin ang="10800000" scaled="1"/>
          </a:gradFill>
          <a:ln w="15875" cap="rnd">
            <a:noFill/>
            <a:prstDash val="sys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raphic 65">
            <a:extLst>
              <a:ext uri="{FF2B5EF4-FFF2-40B4-BE49-F238E27FC236}">
                <a16:creationId xmlns:a16="http://schemas.microsoft.com/office/drawing/2014/main" id="{B2567E19-78B9-3A5D-270B-CE2A6E68967A}"/>
              </a:ext>
            </a:extLst>
          </p:cNvPr>
          <p:cNvSpPr/>
          <p:nvPr/>
        </p:nvSpPr>
        <p:spPr>
          <a:xfrm>
            <a:off x="-3878734" y="4332977"/>
            <a:ext cx="14414054" cy="2441325"/>
          </a:xfrm>
          <a:custGeom>
            <a:avLst/>
            <a:gdLst>
              <a:gd name="csX0" fmla="*/ 0 w 7765505"/>
              <a:gd name="csY0" fmla="*/ 1440974 h 1440973"/>
              <a:gd name="csX1" fmla="*/ 821721 w 7765505"/>
              <a:gd name="csY1" fmla="*/ 276210 h 1440973"/>
              <a:gd name="csX2" fmla="*/ 1762531 w 7765505"/>
              <a:gd name="csY2" fmla="*/ 276210 h 1440973"/>
              <a:gd name="csX3" fmla="*/ 2113753 w 7765505"/>
              <a:gd name="csY3" fmla="*/ 774118 h 1440973"/>
              <a:gd name="csX4" fmla="*/ 3054563 w 7765505"/>
              <a:gd name="csY4" fmla="*/ 774118 h 1440973"/>
              <a:gd name="csX5" fmla="*/ 3405879 w 7765505"/>
              <a:gd name="csY5" fmla="*/ 276210 h 1440973"/>
              <a:gd name="csX6" fmla="*/ 4346689 w 7765505"/>
              <a:gd name="csY6" fmla="*/ 276210 h 1440973"/>
              <a:gd name="csX7" fmla="*/ 4697911 w 7765505"/>
              <a:gd name="csY7" fmla="*/ 774118 h 1440973"/>
              <a:gd name="csX8" fmla="*/ 5638720 w 7765505"/>
              <a:gd name="csY8" fmla="*/ 774118 h 1440973"/>
              <a:gd name="csX9" fmla="*/ 5990037 w 7765505"/>
              <a:gd name="csY9" fmla="*/ 276210 h 1440973"/>
              <a:gd name="csX10" fmla="*/ 6930847 w 7765505"/>
              <a:gd name="csY10" fmla="*/ 276210 h 1440973"/>
              <a:gd name="csX11" fmla="*/ 7282068 w 7765505"/>
              <a:gd name="csY11" fmla="*/ 774118 h 1440973"/>
              <a:gd name="csX12" fmla="*/ 7765506 w 7765505"/>
              <a:gd name="csY12" fmla="*/ 1050117 h 1440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7765505" h="1440973">
                <a:moveTo>
                  <a:pt x="0" y="1440974"/>
                </a:moveTo>
                <a:lnTo>
                  <a:pt x="821721" y="276210"/>
                </a:lnTo>
                <a:cubicBezTo>
                  <a:pt x="1081525" y="-92070"/>
                  <a:pt x="1502727" y="-92070"/>
                  <a:pt x="1762531" y="276210"/>
                </a:cubicBezTo>
                <a:lnTo>
                  <a:pt x="2113753" y="774118"/>
                </a:lnTo>
                <a:cubicBezTo>
                  <a:pt x="2373557" y="1142399"/>
                  <a:pt x="2794759" y="1142399"/>
                  <a:pt x="3054563" y="774118"/>
                </a:cubicBezTo>
                <a:lnTo>
                  <a:pt x="3405879" y="276210"/>
                </a:lnTo>
                <a:cubicBezTo>
                  <a:pt x="3665683" y="-92070"/>
                  <a:pt x="4086885" y="-92070"/>
                  <a:pt x="4346689" y="276210"/>
                </a:cubicBezTo>
                <a:lnTo>
                  <a:pt x="4697911" y="774118"/>
                </a:lnTo>
                <a:cubicBezTo>
                  <a:pt x="4957715" y="1142399"/>
                  <a:pt x="5378917" y="1142399"/>
                  <a:pt x="5638720" y="774118"/>
                </a:cubicBezTo>
                <a:lnTo>
                  <a:pt x="5990037" y="276210"/>
                </a:lnTo>
                <a:cubicBezTo>
                  <a:pt x="6249746" y="-92070"/>
                  <a:pt x="6671042" y="-92070"/>
                  <a:pt x="6930847" y="276210"/>
                </a:cubicBezTo>
                <a:lnTo>
                  <a:pt x="7282068" y="774118"/>
                </a:lnTo>
                <a:cubicBezTo>
                  <a:pt x="7415323" y="962915"/>
                  <a:pt x="7590981" y="1055008"/>
                  <a:pt x="7765506" y="1050117"/>
                </a:cubicBezTo>
              </a:path>
            </a:pathLst>
          </a:custGeom>
          <a:noFill/>
          <a:ln w="60325" cap="flat">
            <a:gradFill flip="none" rotWithShape="1">
              <a:gsLst>
                <a:gs pos="20000">
                  <a:schemeClr val="tx2">
                    <a:lumMod val="90000"/>
                    <a:lumOff val="10000"/>
                  </a:schemeClr>
                </a:gs>
                <a:gs pos="80000">
                  <a:srgbClr val="121613"/>
                </a:gs>
                <a:gs pos="0">
                  <a:srgbClr val="B870FF"/>
                </a:gs>
              </a:gsLst>
              <a:lin ang="10800000" scaled="1"/>
              <a:tileRect/>
            </a:gra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Graphic 65">
            <a:extLst>
              <a:ext uri="{FF2B5EF4-FFF2-40B4-BE49-F238E27FC236}">
                <a16:creationId xmlns:a16="http://schemas.microsoft.com/office/drawing/2014/main" id="{A3C41461-C7DB-B603-233A-6E0DEDE72337}"/>
              </a:ext>
            </a:extLst>
          </p:cNvPr>
          <p:cNvSpPr/>
          <p:nvPr/>
        </p:nvSpPr>
        <p:spPr>
          <a:xfrm flipV="1">
            <a:off x="-3878734" y="3681524"/>
            <a:ext cx="14414054" cy="2441325"/>
          </a:xfrm>
          <a:custGeom>
            <a:avLst/>
            <a:gdLst>
              <a:gd name="csX0" fmla="*/ 0 w 7765505"/>
              <a:gd name="csY0" fmla="*/ 1440974 h 1440973"/>
              <a:gd name="csX1" fmla="*/ 821721 w 7765505"/>
              <a:gd name="csY1" fmla="*/ 276210 h 1440973"/>
              <a:gd name="csX2" fmla="*/ 1762531 w 7765505"/>
              <a:gd name="csY2" fmla="*/ 276210 h 1440973"/>
              <a:gd name="csX3" fmla="*/ 2113753 w 7765505"/>
              <a:gd name="csY3" fmla="*/ 774118 h 1440973"/>
              <a:gd name="csX4" fmla="*/ 3054563 w 7765505"/>
              <a:gd name="csY4" fmla="*/ 774118 h 1440973"/>
              <a:gd name="csX5" fmla="*/ 3405879 w 7765505"/>
              <a:gd name="csY5" fmla="*/ 276210 h 1440973"/>
              <a:gd name="csX6" fmla="*/ 4346689 w 7765505"/>
              <a:gd name="csY6" fmla="*/ 276210 h 1440973"/>
              <a:gd name="csX7" fmla="*/ 4697911 w 7765505"/>
              <a:gd name="csY7" fmla="*/ 774118 h 1440973"/>
              <a:gd name="csX8" fmla="*/ 5638720 w 7765505"/>
              <a:gd name="csY8" fmla="*/ 774118 h 1440973"/>
              <a:gd name="csX9" fmla="*/ 5990037 w 7765505"/>
              <a:gd name="csY9" fmla="*/ 276210 h 1440973"/>
              <a:gd name="csX10" fmla="*/ 6930847 w 7765505"/>
              <a:gd name="csY10" fmla="*/ 276210 h 1440973"/>
              <a:gd name="csX11" fmla="*/ 7282068 w 7765505"/>
              <a:gd name="csY11" fmla="*/ 774118 h 1440973"/>
              <a:gd name="csX12" fmla="*/ 7765506 w 7765505"/>
              <a:gd name="csY12" fmla="*/ 1050117 h 1440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7765505" h="1440973">
                <a:moveTo>
                  <a:pt x="0" y="1440974"/>
                </a:moveTo>
                <a:lnTo>
                  <a:pt x="821721" y="276210"/>
                </a:lnTo>
                <a:cubicBezTo>
                  <a:pt x="1081525" y="-92070"/>
                  <a:pt x="1502727" y="-92070"/>
                  <a:pt x="1762531" y="276210"/>
                </a:cubicBezTo>
                <a:lnTo>
                  <a:pt x="2113753" y="774118"/>
                </a:lnTo>
                <a:cubicBezTo>
                  <a:pt x="2373557" y="1142399"/>
                  <a:pt x="2794759" y="1142399"/>
                  <a:pt x="3054563" y="774118"/>
                </a:cubicBezTo>
                <a:lnTo>
                  <a:pt x="3405879" y="276210"/>
                </a:lnTo>
                <a:cubicBezTo>
                  <a:pt x="3665683" y="-92070"/>
                  <a:pt x="4086885" y="-92070"/>
                  <a:pt x="4346689" y="276210"/>
                </a:cubicBezTo>
                <a:lnTo>
                  <a:pt x="4697911" y="774118"/>
                </a:lnTo>
                <a:cubicBezTo>
                  <a:pt x="4957715" y="1142399"/>
                  <a:pt x="5378917" y="1142399"/>
                  <a:pt x="5638720" y="774118"/>
                </a:cubicBezTo>
                <a:lnTo>
                  <a:pt x="5990037" y="276210"/>
                </a:lnTo>
                <a:cubicBezTo>
                  <a:pt x="6249746" y="-92070"/>
                  <a:pt x="6671042" y="-92070"/>
                  <a:pt x="6930847" y="276210"/>
                </a:cubicBezTo>
                <a:lnTo>
                  <a:pt x="7282068" y="774118"/>
                </a:lnTo>
                <a:cubicBezTo>
                  <a:pt x="7415323" y="962915"/>
                  <a:pt x="7590981" y="1055008"/>
                  <a:pt x="7765506" y="1050117"/>
                </a:cubicBezTo>
              </a:path>
            </a:pathLst>
          </a:custGeom>
          <a:noFill/>
          <a:ln w="60325" cap="flat">
            <a:gradFill flip="none" rotWithShape="1">
              <a:gsLst>
                <a:gs pos="20000">
                  <a:schemeClr val="tx2">
                    <a:lumMod val="90000"/>
                    <a:lumOff val="10000"/>
                  </a:schemeClr>
                </a:gs>
                <a:gs pos="0">
                  <a:schemeClr val="accent3"/>
                </a:gs>
                <a:gs pos="80000">
                  <a:schemeClr val="accent6">
                    <a:alpha val="0"/>
                  </a:schemeClr>
                </a:gs>
              </a:gsLst>
              <a:lin ang="10800000" scaled="1"/>
              <a:tileRect/>
            </a:gra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4417588-1859-F62E-3101-F5A62F43E838}"/>
              </a:ext>
            </a:extLst>
          </p:cNvPr>
          <p:cNvGrpSpPr/>
          <p:nvPr/>
        </p:nvGrpSpPr>
        <p:grpSpPr>
          <a:xfrm>
            <a:off x="1837587" y="4446416"/>
            <a:ext cx="539791" cy="1534388"/>
            <a:chOff x="1569958" y="2655569"/>
            <a:chExt cx="539791" cy="15343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D8CB3B6-D27B-5573-5A21-202EBB874F52}"/>
                </a:ext>
              </a:extLst>
            </p:cNvPr>
            <p:cNvSpPr txBox="1"/>
            <p:nvPr/>
          </p:nvSpPr>
          <p:spPr>
            <a:xfrm>
              <a:off x="1569958" y="3869569"/>
              <a:ext cx="539791" cy="3203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pt-BR">
                  <a:latin typeface="Mona Sans Display Medium" pitchFamily="2" charset="77"/>
                  <a:cs typeface="Mona Sans Display Medium" pitchFamily="2" charset="77"/>
                </a:rPr>
                <a:t>Planejar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2239DE6-E575-28B7-EC72-10FEB1F9F3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72346" y="3369559"/>
              <a:ext cx="135013" cy="13501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outerShdw blurRad="635000" dist="583" dir="5400000" algn="t" rotWithShape="0">
                <a:schemeClr val="bg1">
                  <a:alpha val="27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oogle Shape;1126;p64">
              <a:extLst>
                <a:ext uri="{FF2B5EF4-FFF2-40B4-BE49-F238E27FC236}">
                  <a16:creationId xmlns:a16="http://schemas.microsoft.com/office/drawing/2014/main" id="{2B6B4216-FCAB-48D1-583E-3B56EFF86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1677785" y="2655569"/>
              <a:ext cx="324333" cy="324333"/>
              <a:chOff x="4536175" y="3590200"/>
              <a:chExt cx="52725" cy="52725"/>
            </a:xfrm>
            <a:solidFill>
              <a:schemeClr val="tx1"/>
            </a:solidFill>
          </p:grpSpPr>
          <p:sp>
            <p:nvSpPr>
              <p:cNvPr id="11" name="Google Shape;1127;p64">
                <a:extLst>
                  <a:ext uri="{FF2B5EF4-FFF2-40B4-BE49-F238E27FC236}">
                    <a16:creationId xmlns:a16="http://schemas.microsoft.com/office/drawing/2014/main" id="{6A1F9C5A-E5A3-E719-BE70-0F7D976B9662}"/>
                  </a:ext>
                </a:extLst>
              </p:cNvPr>
              <p:cNvSpPr/>
              <p:nvPr/>
            </p:nvSpPr>
            <p:spPr>
              <a:xfrm>
                <a:off x="4547750" y="3606025"/>
                <a:ext cx="29350" cy="21100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844" extrusionOk="0">
                    <a:moveTo>
                      <a:pt x="1089" y="0"/>
                    </a:moveTo>
                    <a:cubicBezTo>
                      <a:pt x="1068" y="0"/>
                      <a:pt x="1047" y="9"/>
                      <a:pt x="1030" y="25"/>
                    </a:cubicBezTo>
                    <a:lnTo>
                      <a:pt x="406" y="649"/>
                    </a:lnTo>
                    <a:lnTo>
                      <a:pt x="144" y="396"/>
                    </a:lnTo>
                    <a:cubicBezTo>
                      <a:pt x="127" y="380"/>
                      <a:pt x="106" y="371"/>
                      <a:pt x="86" y="371"/>
                    </a:cubicBezTo>
                    <a:cubicBezTo>
                      <a:pt x="66" y="371"/>
                      <a:pt x="47" y="380"/>
                      <a:pt x="35" y="396"/>
                    </a:cubicBezTo>
                    <a:cubicBezTo>
                      <a:pt x="1" y="422"/>
                      <a:pt x="1" y="472"/>
                      <a:pt x="35" y="506"/>
                    </a:cubicBezTo>
                    <a:lnTo>
                      <a:pt x="347" y="818"/>
                    </a:lnTo>
                    <a:cubicBezTo>
                      <a:pt x="364" y="835"/>
                      <a:pt x="385" y="843"/>
                      <a:pt x="405" y="843"/>
                    </a:cubicBezTo>
                    <a:cubicBezTo>
                      <a:pt x="425" y="843"/>
                      <a:pt x="444" y="835"/>
                      <a:pt x="456" y="818"/>
                    </a:cubicBezTo>
                    <a:lnTo>
                      <a:pt x="1148" y="135"/>
                    </a:lnTo>
                    <a:cubicBezTo>
                      <a:pt x="1173" y="101"/>
                      <a:pt x="1173" y="51"/>
                      <a:pt x="1148" y="25"/>
                    </a:cubicBezTo>
                    <a:cubicBezTo>
                      <a:pt x="1131" y="9"/>
                      <a:pt x="1110" y="0"/>
                      <a:pt x="108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Mona Sans" pitchFamily="2" charset="77"/>
                  <a:cs typeface="Arial"/>
                  <a:sym typeface="Arial"/>
                </a:endParaRPr>
              </a:p>
            </p:txBody>
          </p:sp>
          <p:sp>
            <p:nvSpPr>
              <p:cNvPr id="12" name="Google Shape;1128;p64">
                <a:extLst>
                  <a:ext uri="{FF2B5EF4-FFF2-40B4-BE49-F238E27FC236}">
                    <a16:creationId xmlns:a16="http://schemas.microsoft.com/office/drawing/2014/main" id="{514ED549-40A4-634B-285A-6708AC7CF8BB}"/>
                  </a:ext>
                </a:extLst>
              </p:cNvPr>
              <p:cNvSpPr/>
              <p:nvPr/>
            </p:nvSpPr>
            <p:spPr>
              <a:xfrm>
                <a:off x="4536175" y="3590200"/>
                <a:ext cx="52725" cy="52725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2109" extrusionOk="0">
                    <a:moveTo>
                      <a:pt x="177" y="1"/>
                    </a:moveTo>
                    <a:cubicBezTo>
                      <a:pt x="76" y="1"/>
                      <a:pt x="0" y="85"/>
                      <a:pt x="0" y="186"/>
                    </a:cubicBezTo>
                    <a:lnTo>
                      <a:pt x="0" y="1923"/>
                    </a:lnTo>
                    <a:cubicBezTo>
                      <a:pt x="0" y="2025"/>
                      <a:pt x="76" y="2109"/>
                      <a:pt x="177" y="2109"/>
                    </a:cubicBezTo>
                    <a:lnTo>
                      <a:pt x="1923" y="2109"/>
                    </a:lnTo>
                    <a:cubicBezTo>
                      <a:pt x="2024" y="2109"/>
                      <a:pt x="2108" y="2025"/>
                      <a:pt x="2108" y="1923"/>
                    </a:cubicBezTo>
                    <a:lnTo>
                      <a:pt x="2108" y="186"/>
                    </a:lnTo>
                    <a:cubicBezTo>
                      <a:pt x="2108" y="85"/>
                      <a:pt x="2024" y="1"/>
                      <a:pt x="1923" y="1"/>
                    </a:cubicBezTo>
                    <a:close/>
                    <a:moveTo>
                      <a:pt x="152" y="186"/>
                    </a:moveTo>
                    <a:cubicBezTo>
                      <a:pt x="152" y="169"/>
                      <a:pt x="169" y="161"/>
                      <a:pt x="177" y="161"/>
                    </a:cubicBezTo>
                    <a:lnTo>
                      <a:pt x="1923" y="161"/>
                    </a:lnTo>
                    <a:cubicBezTo>
                      <a:pt x="1931" y="161"/>
                      <a:pt x="1948" y="169"/>
                      <a:pt x="1948" y="186"/>
                    </a:cubicBezTo>
                    <a:lnTo>
                      <a:pt x="1948" y="1923"/>
                    </a:lnTo>
                    <a:cubicBezTo>
                      <a:pt x="1948" y="1940"/>
                      <a:pt x="1931" y="1949"/>
                      <a:pt x="1923" y="1949"/>
                    </a:cubicBezTo>
                    <a:lnTo>
                      <a:pt x="177" y="1949"/>
                    </a:lnTo>
                    <a:cubicBezTo>
                      <a:pt x="169" y="1949"/>
                      <a:pt x="152" y="1940"/>
                      <a:pt x="152" y="192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Mona Sans" pitchFamily="2" charset="77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174207B-8565-B315-CFE5-F1AB579E199F}"/>
              </a:ext>
            </a:extLst>
          </p:cNvPr>
          <p:cNvGrpSpPr/>
          <p:nvPr/>
        </p:nvGrpSpPr>
        <p:grpSpPr>
          <a:xfrm>
            <a:off x="4207278" y="4428188"/>
            <a:ext cx="604715" cy="1552617"/>
            <a:chOff x="3939649" y="2637341"/>
            <a:chExt cx="604715" cy="155261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8480B3-319A-C000-9FF6-4F17F4D68B01}"/>
                </a:ext>
              </a:extLst>
            </p:cNvPr>
            <p:cNvSpPr txBox="1"/>
            <p:nvPr/>
          </p:nvSpPr>
          <p:spPr>
            <a:xfrm>
              <a:off x="3939649" y="3869570"/>
              <a:ext cx="604715" cy="3203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pt-BR">
                  <a:latin typeface="Mona Sans Display Medium" pitchFamily="2" charset="77"/>
                  <a:cs typeface="Mona Sans Display Medium" pitchFamily="2" charset="77"/>
                </a:rPr>
                <a:t>Construir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34B7213-9A24-3FD7-6E01-2F12FE13DC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74501" y="3369563"/>
              <a:ext cx="135013" cy="13501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outerShdw blurRad="635000" dist="583" dir="5400000" algn="t" rotWithShape="0">
                <a:schemeClr val="bg1">
                  <a:alpha val="27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oogle Shape;1342;p65">
              <a:extLst>
                <a:ext uri="{FF2B5EF4-FFF2-40B4-BE49-F238E27FC236}">
                  <a16:creationId xmlns:a16="http://schemas.microsoft.com/office/drawing/2014/main" id="{AC9E97B5-C205-41AD-1525-9BE9EFFC7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4073254" y="2637341"/>
              <a:ext cx="337505" cy="360649"/>
              <a:chOff x="4366250" y="5105825"/>
              <a:chExt cx="55050" cy="58825"/>
            </a:xfrm>
            <a:solidFill>
              <a:schemeClr val="tx1"/>
            </a:solidFill>
          </p:grpSpPr>
          <p:sp>
            <p:nvSpPr>
              <p:cNvPr id="17" name="Google Shape;1343;p65">
                <a:extLst>
                  <a:ext uri="{FF2B5EF4-FFF2-40B4-BE49-F238E27FC236}">
                    <a16:creationId xmlns:a16="http://schemas.microsoft.com/office/drawing/2014/main" id="{EDBA2135-5AA3-624F-2DB7-813B0355E21B}"/>
                  </a:ext>
                </a:extLst>
              </p:cNvPr>
              <p:cNvSpPr/>
              <p:nvPr/>
            </p:nvSpPr>
            <p:spPr>
              <a:xfrm>
                <a:off x="4366250" y="5105825"/>
                <a:ext cx="55050" cy="37750"/>
              </a:xfrm>
              <a:custGeom>
                <a:avLst/>
                <a:gdLst/>
                <a:ahLst/>
                <a:cxnLst/>
                <a:rect l="l" t="t" r="r" b="b"/>
                <a:pathLst>
                  <a:path w="2202" h="1510" extrusionOk="0">
                    <a:moveTo>
                      <a:pt x="1004" y="34"/>
                    </a:moveTo>
                    <a:cubicBezTo>
                      <a:pt x="1063" y="0"/>
                      <a:pt x="1139" y="0"/>
                      <a:pt x="1198" y="34"/>
                    </a:cubicBezTo>
                    <a:lnTo>
                      <a:pt x="2083" y="599"/>
                    </a:lnTo>
                    <a:cubicBezTo>
                      <a:pt x="2201" y="666"/>
                      <a:pt x="2201" y="835"/>
                      <a:pt x="2083" y="911"/>
                    </a:cubicBezTo>
                    <a:lnTo>
                      <a:pt x="1198" y="1467"/>
                    </a:lnTo>
                    <a:cubicBezTo>
                      <a:pt x="1139" y="1510"/>
                      <a:pt x="1063" y="1510"/>
                      <a:pt x="1004" y="1467"/>
                    </a:cubicBezTo>
                    <a:lnTo>
                      <a:pt x="118" y="911"/>
                    </a:lnTo>
                    <a:cubicBezTo>
                      <a:pt x="0" y="835"/>
                      <a:pt x="0" y="666"/>
                      <a:pt x="118" y="599"/>
                    </a:cubicBezTo>
                    <a:close/>
                    <a:moveTo>
                      <a:pt x="1113" y="169"/>
                    </a:moveTo>
                    <a:cubicBezTo>
                      <a:pt x="1105" y="160"/>
                      <a:pt x="1097" y="160"/>
                      <a:pt x="1088" y="169"/>
                    </a:cubicBezTo>
                    <a:lnTo>
                      <a:pt x="203" y="734"/>
                    </a:lnTo>
                    <a:cubicBezTo>
                      <a:pt x="186" y="742"/>
                      <a:pt x="186" y="767"/>
                      <a:pt x="203" y="776"/>
                    </a:cubicBezTo>
                    <a:lnTo>
                      <a:pt x="1088" y="1332"/>
                    </a:lnTo>
                    <a:cubicBezTo>
                      <a:pt x="1097" y="1341"/>
                      <a:pt x="1105" y="1341"/>
                      <a:pt x="1113" y="1332"/>
                    </a:cubicBezTo>
                    <a:lnTo>
                      <a:pt x="1999" y="776"/>
                    </a:lnTo>
                    <a:cubicBezTo>
                      <a:pt x="2016" y="767"/>
                      <a:pt x="2016" y="742"/>
                      <a:pt x="1999" y="7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FFFFFF"/>
                  </a:solidFill>
                  <a:latin typeface="Mona Sans" pitchFamily="2" charset="77"/>
                  <a:cs typeface="Arial"/>
                  <a:sym typeface="Arial"/>
                </a:endParaRPr>
              </a:p>
            </p:txBody>
          </p:sp>
          <p:sp>
            <p:nvSpPr>
              <p:cNvPr id="18" name="Google Shape;1344;p65">
                <a:extLst>
                  <a:ext uri="{FF2B5EF4-FFF2-40B4-BE49-F238E27FC236}">
                    <a16:creationId xmlns:a16="http://schemas.microsoft.com/office/drawing/2014/main" id="{89C11FF4-F00F-15D4-8BF8-5103044AED77}"/>
                  </a:ext>
                </a:extLst>
              </p:cNvPr>
              <p:cNvSpPr/>
              <p:nvPr/>
            </p:nvSpPr>
            <p:spPr>
              <a:xfrm>
                <a:off x="4366450" y="5134075"/>
                <a:ext cx="54625" cy="20050"/>
              </a:xfrm>
              <a:custGeom>
                <a:avLst/>
                <a:gdLst/>
                <a:ahLst/>
                <a:cxnLst/>
                <a:rect l="l" t="t" r="r" b="b"/>
                <a:pathLst>
                  <a:path w="2185" h="802" extrusionOk="0">
                    <a:moveTo>
                      <a:pt x="26" y="51"/>
                    </a:moveTo>
                    <a:cubicBezTo>
                      <a:pt x="51" y="17"/>
                      <a:pt x="93" y="0"/>
                      <a:pt x="136" y="25"/>
                    </a:cubicBezTo>
                    <a:lnTo>
                      <a:pt x="1080" y="624"/>
                    </a:lnTo>
                    <a:cubicBezTo>
                      <a:pt x="1089" y="633"/>
                      <a:pt x="1097" y="633"/>
                      <a:pt x="1105" y="624"/>
                    </a:cubicBezTo>
                    <a:lnTo>
                      <a:pt x="2050" y="25"/>
                    </a:lnTo>
                    <a:cubicBezTo>
                      <a:pt x="2092" y="0"/>
                      <a:pt x="2134" y="17"/>
                      <a:pt x="2160" y="51"/>
                    </a:cubicBezTo>
                    <a:cubicBezTo>
                      <a:pt x="2185" y="84"/>
                      <a:pt x="2176" y="135"/>
                      <a:pt x="2134" y="160"/>
                    </a:cubicBezTo>
                    <a:lnTo>
                      <a:pt x="1190" y="759"/>
                    </a:lnTo>
                    <a:cubicBezTo>
                      <a:pt x="1131" y="801"/>
                      <a:pt x="1055" y="801"/>
                      <a:pt x="996" y="759"/>
                    </a:cubicBezTo>
                    <a:lnTo>
                      <a:pt x="51" y="160"/>
                    </a:lnTo>
                    <a:cubicBezTo>
                      <a:pt x="9" y="135"/>
                      <a:pt x="1" y="84"/>
                      <a:pt x="26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FFFFFF"/>
                  </a:solidFill>
                  <a:latin typeface="Mona Sans" pitchFamily="2" charset="77"/>
                  <a:cs typeface="Arial"/>
                  <a:sym typeface="Arial"/>
                </a:endParaRPr>
              </a:p>
            </p:txBody>
          </p:sp>
          <p:sp>
            <p:nvSpPr>
              <p:cNvPr id="19" name="Google Shape;1345;p65">
                <a:extLst>
                  <a:ext uri="{FF2B5EF4-FFF2-40B4-BE49-F238E27FC236}">
                    <a16:creationId xmlns:a16="http://schemas.microsoft.com/office/drawing/2014/main" id="{33FFBE74-1BE4-2EC7-7A86-F76E98BFE218}"/>
                  </a:ext>
                </a:extLst>
              </p:cNvPr>
              <p:cNvSpPr/>
              <p:nvPr/>
            </p:nvSpPr>
            <p:spPr>
              <a:xfrm>
                <a:off x="4366450" y="5144600"/>
                <a:ext cx="54625" cy="20050"/>
              </a:xfrm>
              <a:custGeom>
                <a:avLst/>
                <a:gdLst/>
                <a:ahLst/>
                <a:cxnLst/>
                <a:rect l="l" t="t" r="r" b="b"/>
                <a:pathLst>
                  <a:path w="2185" h="802" extrusionOk="0">
                    <a:moveTo>
                      <a:pt x="26" y="51"/>
                    </a:moveTo>
                    <a:cubicBezTo>
                      <a:pt x="51" y="18"/>
                      <a:pt x="93" y="1"/>
                      <a:pt x="136" y="26"/>
                    </a:cubicBezTo>
                    <a:lnTo>
                      <a:pt x="1080" y="625"/>
                    </a:lnTo>
                    <a:cubicBezTo>
                      <a:pt x="1089" y="633"/>
                      <a:pt x="1097" y="633"/>
                      <a:pt x="1105" y="625"/>
                    </a:cubicBezTo>
                    <a:lnTo>
                      <a:pt x="2050" y="26"/>
                    </a:lnTo>
                    <a:cubicBezTo>
                      <a:pt x="2092" y="1"/>
                      <a:pt x="2134" y="18"/>
                      <a:pt x="2160" y="51"/>
                    </a:cubicBezTo>
                    <a:cubicBezTo>
                      <a:pt x="2185" y="85"/>
                      <a:pt x="2176" y="136"/>
                      <a:pt x="2134" y="161"/>
                    </a:cubicBezTo>
                    <a:lnTo>
                      <a:pt x="1190" y="760"/>
                    </a:lnTo>
                    <a:cubicBezTo>
                      <a:pt x="1131" y="802"/>
                      <a:pt x="1055" y="802"/>
                      <a:pt x="996" y="760"/>
                    </a:cubicBezTo>
                    <a:lnTo>
                      <a:pt x="51" y="161"/>
                    </a:lnTo>
                    <a:cubicBezTo>
                      <a:pt x="9" y="136"/>
                      <a:pt x="1" y="85"/>
                      <a:pt x="26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FFFFFF"/>
                  </a:solidFill>
                  <a:latin typeface="Mona Sans" pitchFamily="2" charset="77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C06BA73-D58C-6DE5-E6D8-56F7379F7A9C}"/>
              </a:ext>
            </a:extLst>
          </p:cNvPr>
          <p:cNvGrpSpPr/>
          <p:nvPr/>
        </p:nvGrpSpPr>
        <p:grpSpPr>
          <a:xfrm>
            <a:off x="6481853" y="4421598"/>
            <a:ext cx="862556" cy="1559204"/>
            <a:chOff x="6214224" y="2630751"/>
            <a:chExt cx="862556" cy="155920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FE66618-C503-A1C7-D678-37BEFCF50E47}"/>
                </a:ext>
              </a:extLst>
            </p:cNvPr>
            <p:cNvSpPr txBox="1"/>
            <p:nvPr/>
          </p:nvSpPr>
          <p:spPr>
            <a:xfrm>
              <a:off x="6214224" y="3869567"/>
              <a:ext cx="862556" cy="3203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pt-BR">
                  <a:latin typeface="Mona Sans Display Medium" pitchFamily="2" charset="77"/>
                  <a:cs typeface="Mona Sans Display Medium" pitchFamily="2" charset="77"/>
                </a:rPr>
                <a:t>Revisar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7A23A79-CAE1-FF94-EB8F-0864A891B3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77995" y="3369560"/>
              <a:ext cx="135013" cy="13501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outerShdw blurRad="635000" dist="583" dir="5400000" algn="t" rotWithShape="0">
                <a:schemeClr val="bg1">
                  <a:alpha val="27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oogle Shape;1501;p66">
              <a:extLst>
                <a:ext uri="{FF2B5EF4-FFF2-40B4-BE49-F238E27FC236}">
                  <a16:creationId xmlns:a16="http://schemas.microsoft.com/office/drawing/2014/main" id="{64F58B8C-8CB5-F598-D016-B1355C518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6458590" y="2630751"/>
              <a:ext cx="373809" cy="373810"/>
              <a:chOff x="3861525" y="1766575"/>
              <a:chExt cx="60750" cy="60750"/>
            </a:xfrm>
            <a:solidFill>
              <a:schemeClr val="tx1"/>
            </a:solidFill>
          </p:grpSpPr>
          <p:sp>
            <p:nvSpPr>
              <p:cNvPr id="24" name="Google Shape;1502;p66">
                <a:extLst>
                  <a:ext uri="{FF2B5EF4-FFF2-40B4-BE49-F238E27FC236}">
                    <a16:creationId xmlns:a16="http://schemas.microsoft.com/office/drawing/2014/main" id="{DFCA13E2-10C9-A3E9-2786-8A1EF60AE5D2}"/>
                  </a:ext>
                </a:extLst>
              </p:cNvPr>
              <p:cNvSpPr/>
              <p:nvPr/>
            </p:nvSpPr>
            <p:spPr>
              <a:xfrm>
                <a:off x="3875025" y="1785075"/>
                <a:ext cx="268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762" extrusionOk="0">
                    <a:moveTo>
                      <a:pt x="986" y="1"/>
                    </a:moveTo>
                    <a:cubicBezTo>
                      <a:pt x="966" y="1"/>
                      <a:pt x="945" y="7"/>
                      <a:pt x="928" y="20"/>
                    </a:cubicBezTo>
                    <a:lnTo>
                      <a:pt x="380" y="568"/>
                    </a:lnTo>
                    <a:lnTo>
                      <a:pt x="144" y="340"/>
                    </a:lnTo>
                    <a:cubicBezTo>
                      <a:pt x="127" y="323"/>
                      <a:pt x="108" y="315"/>
                      <a:pt x="89" y="315"/>
                    </a:cubicBezTo>
                    <a:cubicBezTo>
                      <a:pt x="70" y="315"/>
                      <a:pt x="51" y="323"/>
                      <a:pt x="34" y="340"/>
                    </a:cubicBezTo>
                    <a:cubicBezTo>
                      <a:pt x="1" y="365"/>
                      <a:pt x="1" y="416"/>
                      <a:pt x="34" y="450"/>
                    </a:cubicBezTo>
                    <a:lnTo>
                      <a:pt x="321" y="737"/>
                    </a:lnTo>
                    <a:cubicBezTo>
                      <a:pt x="338" y="753"/>
                      <a:pt x="359" y="762"/>
                      <a:pt x="380" y="762"/>
                    </a:cubicBezTo>
                    <a:cubicBezTo>
                      <a:pt x="401" y="762"/>
                      <a:pt x="422" y="753"/>
                      <a:pt x="439" y="737"/>
                    </a:cubicBezTo>
                    <a:lnTo>
                      <a:pt x="1038" y="138"/>
                    </a:lnTo>
                    <a:cubicBezTo>
                      <a:pt x="1072" y="104"/>
                      <a:pt x="1072" y="53"/>
                      <a:pt x="1038" y="20"/>
                    </a:cubicBezTo>
                    <a:cubicBezTo>
                      <a:pt x="1025" y="7"/>
                      <a:pt x="1006" y="1"/>
                      <a:pt x="98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1503;p66">
                <a:extLst>
                  <a:ext uri="{FF2B5EF4-FFF2-40B4-BE49-F238E27FC236}">
                    <a16:creationId xmlns:a16="http://schemas.microsoft.com/office/drawing/2014/main" id="{6EC12E60-3A67-F910-21A8-DFC433F22DC2}"/>
                  </a:ext>
                </a:extLst>
              </p:cNvPr>
              <p:cNvSpPr/>
              <p:nvPr/>
            </p:nvSpPr>
            <p:spPr>
              <a:xfrm>
                <a:off x="3861525" y="1766575"/>
                <a:ext cx="60750" cy="60750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430" extrusionOk="0">
                    <a:moveTo>
                      <a:pt x="1" y="1105"/>
                    </a:moveTo>
                    <a:cubicBezTo>
                      <a:pt x="1" y="498"/>
                      <a:pt x="490" y="1"/>
                      <a:pt x="1106" y="1"/>
                    </a:cubicBezTo>
                    <a:cubicBezTo>
                      <a:pt x="1713" y="1"/>
                      <a:pt x="2210" y="498"/>
                      <a:pt x="2210" y="1105"/>
                    </a:cubicBezTo>
                    <a:cubicBezTo>
                      <a:pt x="2210" y="1384"/>
                      <a:pt x="2109" y="1637"/>
                      <a:pt x="1940" y="1831"/>
                    </a:cubicBezTo>
                    <a:lnTo>
                      <a:pt x="2396" y="2295"/>
                    </a:lnTo>
                    <a:cubicBezTo>
                      <a:pt x="2430" y="2320"/>
                      <a:pt x="2430" y="2370"/>
                      <a:pt x="2396" y="2404"/>
                    </a:cubicBezTo>
                    <a:cubicBezTo>
                      <a:pt x="2371" y="2429"/>
                      <a:pt x="2320" y="2429"/>
                      <a:pt x="2286" y="2404"/>
                    </a:cubicBezTo>
                    <a:lnTo>
                      <a:pt x="1831" y="1940"/>
                    </a:lnTo>
                    <a:cubicBezTo>
                      <a:pt x="1637" y="2109"/>
                      <a:pt x="1384" y="2219"/>
                      <a:pt x="1106" y="2219"/>
                    </a:cubicBezTo>
                    <a:cubicBezTo>
                      <a:pt x="490" y="2219"/>
                      <a:pt x="1" y="1721"/>
                      <a:pt x="1" y="1105"/>
                    </a:cubicBezTo>
                    <a:close/>
                    <a:moveTo>
                      <a:pt x="1106" y="161"/>
                    </a:moveTo>
                    <a:cubicBezTo>
                      <a:pt x="583" y="161"/>
                      <a:pt x="153" y="583"/>
                      <a:pt x="153" y="1105"/>
                    </a:cubicBezTo>
                    <a:cubicBezTo>
                      <a:pt x="153" y="1628"/>
                      <a:pt x="583" y="2058"/>
                      <a:pt x="1106" y="2058"/>
                    </a:cubicBezTo>
                    <a:cubicBezTo>
                      <a:pt x="1628" y="2058"/>
                      <a:pt x="2050" y="1628"/>
                      <a:pt x="2050" y="1105"/>
                    </a:cubicBezTo>
                    <a:cubicBezTo>
                      <a:pt x="2050" y="583"/>
                      <a:pt x="1628" y="161"/>
                      <a:pt x="1106" y="1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F4AB2FC-B275-4F27-DA3F-6CF3F3B86DB2}"/>
              </a:ext>
            </a:extLst>
          </p:cNvPr>
          <p:cNvGrpSpPr/>
          <p:nvPr/>
        </p:nvGrpSpPr>
        <p:grpSpPr>
          <a:xfrm>
            <a:off x="9045832" y="4425565"/>
            <a:ext cx="532371" cy="1555238"/>
            <a:chOff x="8778203" y="2634718"/>
            <a:chExt cx="532371" cy="1555238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84C3A4B-D0E2-DBCE-F14A-F0F68D2D5373}"/>
                </a:ext>
              </a:extLst>
            </p:cNvPr>
            <p:cNvSpPr txBox="1"/>
            <p:nvPr/>
          </p:nvSpPr>
          <p:spPr>
            <a:xfrm>
              <a:off x="8778203" y="3869568"/>
              <a:ext cx="532371" cy="3203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pt-BR">
                  <a:latin typeface="Mona Sans Display Medium" pitchFamily="2" charset="77"/>
                  <a:cs typeface="Mona Sans Display Medium" pitchFamily="2" charset="77"/>
                </a:rPr>
                <a:t>Entregar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10397D8-0189-C3A6-458D-BC9F5A24DE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76882" y="3369560"/>
              <a:ext cx="135013" cy="13501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outerShdw blurRad="635000" dist="583" dir="5400000" algn="t" rotWithShape="0">
                <a:schemeClr val="bg1">
                  <a:alpha val="27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9" name="Google Shape;1059;p63">
              <a:extLst>
                <a:ext uri="{FF2B5EF4-FFF2-40B4-BE49-F238E27FC236}">
                  <a16:creationId xmlns:a16="http://schemas.microsoft.com/office/drawing/2014/main" id="{BDE59673-3CE1-7C71-EB0E-40C15D04D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861446" y="2634718"/>
              <a:ext cx="365873" cy="365873"/>
              <a:chOff x="3528650" y="2906925"/>
              <a:chExt cx="59475" cy="59475"/>
            </a:xfrm>
            <a:solidFill>
              <a:schemeClr val="tx1"/>
            </a:solidFill>
          </p:grpSpPr>
          <p:sp>
            <p:nvSpPr>
              <p:cNvPr id="30" name="Google Shape;1060;p63">
                <a:extLst>
                  <a:ext uri="{FF2B5EF4-FFF2-40B4-BE49-F238E27FC236}">
                    <a16:creationId xmlns:a16="http://schemas.microsoft.com/office/drawing/2014/main" id="{1CA14683-DDD7-BC48-8268-29583153830F}"/>
                  </a:ext>
                </a:extLst>
              </p:cNvPr>
              <p:cNvSpPr/>
              <p:nvPr/>
            </p:nvSpPr>
            <p:spPr>
              <a:xfrm>
                <a:off x="3564900" y="2922100"/>
                <a:ext cx="8050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322" h="322" extrusionOk="0">
                    <a:moveTo>
                      <a:pt x="161" y="1"/>
                    </a:moveTo>
                    <a:cubicBezTo>
                      <a:pt x="77" y="1"/>
                      <a:pt x="1" y="77"/>
                      <a:pt x="1" y="161"/>
                    </a:cubicBezTo>
                    <a:cubicBezTo>
                      <a:pt x="1" y="245"/>
                      <a:pt x="77" y="321"/>
                      <a:pt x="161" y="321"/>
                    </a:cubicBezTo>
                    <a:cubicBezTo>
                      <a:pt x="245" y="321"/>
                      <a:pt x="321" y="245"/>
                      <a:pt x="321" y="161"/>
                    </a:cubicBezTo>
                    <a:cubicBezTo>
                      <a:pt x="321" y="77"/>
                      <a:pt x="245" y="1"/>
                      <a:pt x="16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Mona Sans" pitchFamily="2" charset="77"/>
                  <a:cs typeface="Arial"/>
                  <a:sym typeface="Arial"/>
                </a:endParaRPr>
              </a:p>
            </p:txBody>
          </p:sp>
          <p:sp>
            <p:nvSpPr>
              <p:cNvPr id="31" name="Google Shape;1061;p63">
                <a:extLst>
                  <a:ext uri="{FF2B5EF4-FFF2-40B4-BE49-F238E27FC236}">
                    <a16:creationId xmlns:a16="http://schemas.microsoft.com/office/drawing/2014/main" id="{7B6C755E-EA81-E862-7373-EA9C0A721828}"/>
                  </a:ext>
                </a:extLst>
              </p:cNvPr>
              <p:cNvSpPr/>
              <p:nvPr/>
            </p:nvSpPr>
            <p:spPr>
              <a:xfrm>
                <a:off x="3528650" y="2906925"/>
                <a:ext cx="59475" cy="59475"/>
              </a:xfrm>
              <a:custGeom>
                <a:avLst/>
                <a:gdLst/>
                <a:ahLst/>
                <a:cxnLst/>
                <a:rect l="l" t="t" r="r" b="b"/>
                <a:pathLst>
                  <a:path w="2379" h="2379" extrusionOk="0">
                    <a:moveTo>
                      <a:pt x="2066" y="1"/>
                    </a:moveTo>
                    <a:cubicBezTo>
                      <a:pt x="1780" y="1"/>
                      <a:pt x="1501" y="119"/>
                      <a:pt x="1291" y="313"/>
                    </a:cubicBezTo>
                    <a:lnTo>
                      <a:pt x="1156" y="439"/>
                    </a:lnTo>
                    <a:cubicBezTo>
                      <a:pt x="1097" y="498"/>
                      <a:pt x="1038" y="549"/>
                      <a:pt x="987" y="608"/>
                    </a:cubicBezTo>
                    <a:lnTo>
                      <a:pt x="456" y="608"/>
                    </a:lnTo>
                    <a:cubicBezTo>
                      <a:pt x="397" y="608"/>
                      <a:pt x="338" y="641"/>
                      <a:pt x="304" y="700"/>
                    </a:cubicBezTo>
                    <a:lnTo>
                      <a:pt x="17" y="1173"/>
                    </a:lnTo>
                    <a:cubicBezTo>
                      <a:pt x="0" y="1198"/>
                      <a:pt x="0" y="1223"/>
                      <a:pt x="9" y="1249"/>
                    </a:cubicBezTo>
                    <a:cubicBezTo>
                      <a:pt x="17" y="1274"/>
                      <a:pt x="42" y="1291"/>
                      <a:pt x="68" y="1291"/>
                    </a:cubicBezTo>
                    <a:lnTo>
                      <a:pt x="548" y="1392"/>
                    </a:lnTo>
                    <a:cubicBezTo>
                      <a:pt x="548" y="1400"/>
                      <a:pt x="557" y="1409"/>
                      <a:pt x="565" y="1409"/>
                    </a:cubicBezTo>
                    <a:lnTo>
                      <a:pt x="776" y="1611"/>
                    </a:lnTo>
                    <a:lnTo>
                      <a:pt x="970" y="1814"/>
                    </a:lnTo>
                    <a:cubicBezTo>
                      <a:pt x="970" y="1822"/>
                      <a:pt x="979" y="1830"/>
                      <a:pt x="987" y="1830"/>
                    </a:cubicBezTo>
                    <a:lnTo>
                      <a:pt x="1088" y="2311"/>
                    </a:lnTo>
                    <a:cubicBezTo>
                      <a:pt x="1088" y="2336"/>
                      <a:pt x="1105" y="2362"/>
                      <a:pt x="1130" y="2370"/>
                    </a:cubicBezTo>
                    <a:cubicBezTo>
                      <a:pt x="1156" y="2379"/>
                      <a:pt x="1181" y="2379"/>
                      <a:pt x="1206" y="2362"/>
                    </a:cubicBezTo>
                    <a:lnTo>
                      <a:pt x="1678" y="2075"/>
                    </a:lnTo>
                    <a:cubicBezTo>
                      <a:pt x="1737" y="2041"/>
                      <a:pt x="1771" y="1982"/>
                      <a:pt x="1771" y="1923"/>
                    </a:cubicBezTo>
                    <a:lnTo>
                      <a:pt x="1771" y="1392"/>
                    </a:lnTo>
                    <a:cubicBezTo>
                      <a:pt x="1830" y="1341"/>
                      <a:pt x="1881" y="1282"/>
                      <a:pt x="1940" y="1223"/>
                    </a:cubicBezTo>
                    <a:lnTo>
                      <a:pt x="2066" y="1088"/>
                    </a:lnTo>
                    <a:cubicBezTo>
                      <a:pt x="2269" y="878"/>
                      <a:pt x="2378" y="599"/>
                      <a:pt x="2378" y="313"/>
                    </a:cubicBezTo>
                    <a:lnTo>
                      <a:pt x="2378" y="186"/>
                    </a:lnTo>
                    <a:cubicBezTo>
                      <a:pt x="2378" y="85"/>
                      <a:pt x="2294" y="1"/>
                      <a:pt x="2193" y="1"/>
                    </a:cubicBezTo>
                    <a:close/>
                    <a:moveTo>
                      <a:pt x="1611" y="1518"/>
                    </a:moveTo>
                    <a:cubicBezTo>
                      <a:pt x="1577" y="1544"/>
                      <a:pt x="1544" y="1569"/>
                      <a:pt x="1501" y="1594"/>
                    </a:cubicBezTo>
                    <a:lnTo>
                      <a:pt x="1147" y="1830"/>
                    </a:lnTo>
                    <a:lnTo>
                      <a:pt x="1215" y="2176"/>
                    </a:lnTo>
                    <a:lnTo>
                      <a:pt x="1594" y="1940"/>
                    </a:lnTo>
                    <a:cubicBezTo>
                      <a:pt x="1603" y="1940"/>
                      <a:pt x="1611" y="1932"/>
                      <a:pt x="1611" y="1923"/>
                    </a:cubicBezTo>
                    <a:close/>
                    <a:moveTo>
                      <a:pt x="548" y="1232"/>
                    </a:moveTo>
                    <a:lnTo>
                      <a:pt x="785" y="878"/>
                    </a:lnTo>
                    <a:cubicBezTo>
                      <a:pt x="810" y="835"/>
                      <a:pt x="835" y="802"/>
                      <a:pt x="860" y="768"/>
                    </a:cubicBezTo>
                    <a:lnTo>
                      <a:pt x="456" y="768"/>
                    </a:lnTo>
                    <a:cubicBezTo>
                      <a:pt x="447" y="768"/>
                      <a:pt x="439" y="776"/>
                      <a:pt x="439" y="785"/>
                    </a:cubicBezTo>
                    <a:lnTo>
                      <a:pt x="211" y="1164"/>
                    </a:lnTo>
                    <a:close/>
                    <a:moveTo>
                      <a:pt x="1400" y="431"/>
                    </a:moveTo>
                    <a:cubicBezTo>
                      <a:pt x="1577" y="254"/>
                      <a:pt x="1822" y="161"/>
                      <a:pt x="2066" y="161"/>
                    </a:cubicBezTo>
                    <a:lnTo>
                      <a:pt x="2193" y="161"/>
                    </a:lnTo>
                    <a:cubicBezTo>
                      <a:pt x="2201" y="161"/>
                      <a:pt x="2218" y="178"/>
                      <a:pt x="2218" y="186"/>
                    </a:cubicBezTo>
                    <a:lnTo>
                      <a:pt x="2218" y="313"/>
                    </a:lnTo>
                    <a:cubicBezTo>
                      <a:pt x="2218" y="566"/>
                      <a:pt x="2125" y="802"/>
                      <a:pt x="1948" y="979"/>
                    </a:cubicBezTo>
                    <a:lnTo>
                      <a:pt x="1822" y="1122"/>
                    </a:lnTo>
                    <a:cubicBezTo>
                      <a:pt x="1704" y="1249"/>
                      <a:pt x="1560" y="1367"/>
                      <a:pt x="1417" y="1459"/>
                    </a:cubicBezTo>
                    <a:lnTo>
                      <a:pt x="1071" y="1696"/>
                    </a:lnTo>
                    <a:lnTo>
                      <a:pt x="886" y="1502"/>
                    </a:lnTo>
                    <a:cubicBezTo>
                      <a:pt x="886" y="1493"/>
                      <a:pt x="886" y="1493"/>
                      <a:pt x="886" y="1493"/>
                    </a:cubicBezTo>
                    <a:lnTo>
                      <a:pt x="683" y="1308"/>
                    </a:lnTo>
                    <a:lnTo>
                      <a:pt x="919" y="962"/>
                    </a:lnTo>
                    <a:cubicBezTo>
                      <a:pt x="1012" y="819"/>
                      <a:pt x="1130" y="675"/>
                      <a:pt x="1257" y="55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Mona Sans" pitchFamily="2" charset="77"/>
                  <a:cs typeface="Arial"/>
                  <a:sym typeface="Arial"/>
                </a:endParaRPr>
              </a:p>
            </p:txBody>
          </p:sp>
          <p:sp>
            <p:nvSpPr>
              <p:cNvPr id="32" name="Google Shape;1062;p63">
                <a:extLst>
                  <a:ext uri="{FF2B5EF4-FFF2-40B4-BE49-F238E27FC236}">
                    <a16:creationId xmlns:a16="http://schemas.microsoft.com/office/drawing/2014/main" id="{F5245B11-430A-6E7D-ABA7-A5396CC1A09B}"/>
                  </a:ext>
                </a:extLst>
              </p:cNvPr>
              <p:cNvSpPr/>
              <p:nvPr/>
            </p:nvSpPr>
            <p:spPr>
              <a:xfrm>
                <a:off x="3530750" y="2949300"/>
                <a:ext cx="15625" cy="15000"/>
              </a:xfrm>
              <a:custGeom>
                <a:avLst/>
                <a:gdLst/>
                <a:ahLst/>
                <a:cxnLst/>
                <a:rect l="l" t="t" r="r" b="b"/>
                <a:pathLst>
                  <a:path w="625" h="600" extrusionOk="0">
                    <a:moveTo>
                      <a:pt x="342" y="1"/>
                    </a:moveTo>
                    <a:cubicBezTo>
                      <a:pt x="275" y="1"/>
                      <a:pt x="207" y="26"/>
                      <a:pt x="161" y="76"/>
                    </a:cubicBezTo>
                    <a:cubicBezTo>
                      <a:pt x="26" y="203"/>
                      <a:pt x="1" y="490"/>
                      <a:pt x="1" y="574"/>
                    </a:cubicBezTo>
                    <a:cubicBezTo>
                      <a:pt x="1" y="591"/>
                      <a:pt x="9" y="599"/>
                      <a:pt x="26" y="599"/>
                    </a:cubicBezTo>
                    <a:cubicBezTo>
                      <a:pt x="110" y="599"/>
                      <a:pt x="397" y="574"/>
                      <a:pt x="523" y="447"/>
                    </a:cubicBezTo>
                    <a:cubicBezTo>
                      <a:pt x="625" y="346"/>
                      <a:pt x="625" y="169"/>
                      <a:pt x="523" y="76"/>
                    </a:cubicBezTo>
                    <a:cubicBezTo>
                      <a:pt x="477" y="26"/>
                      <a:pt x="410" y="1"/>
                      <a:pt x="34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Mona Sans" pitchFamily="2" charset="77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89B6D67-94EB-C3BD-FD34-51C1BC261449}"/>
              </a:ext>
            </a:extLst>
          </p:cNvPr>
          <p:cNvGrpSpPr/>
          <p:nvPr/>
        </p:nvGrpSpPr>
        <p:grpSpPr>
          <a:xfrm>
            <a:off x="10193823" y="4011625"/>
            <a:ext cx="683000" cy="1113631"/>
            <a:chOff x="10601399" y="2382809"/>
            <a:chExt cx="590230" cy="962371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04E7D1-082A-28AC-9708-A47D470ED5D4}"/>
                </a:ext>
              </a:extLst>
            </p:cNvPr>
            <p:cNvGrpSpPr/>
            <p:nvPr/>
          </p:nvGrpSpPr>
          <p:grpSpPr>
            <a:xfrm>
              <a:off x="10601399" y="2382809"/>
              <a:ext cx="590230" cy="590230"/>
              <a:chOff x="946432" y="4299675"/>
              <a:chExt cx="417416" cy="417416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F1E74900-A3BB-D5C6-8ED9-3ECD453919F5}"/>
                  </a:ext>
                </a:extLst>
              </p:cNvPr>
              <p:cNvSpPr/>
              <p:nvPr/>
            </p:nvSpPr>
            <p:spPr>
              <a:xfrm>
                <a:off x="946432" y="4299675"/>
                <a:ext cx="417416" cy="41741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7" name="Google Shape;987;p62">
                <a:extLst>
                  <a:ext uri="{FF2B5EF4-FFF2-40B4-BE49-F238E27FC236}">
                    <a16:creationId xmlns:a16="http://schemas.microsoft.com/office/drawing/2014/main" id="{DCAC2723-6FDF-F6C2-6C71-8476CE0B07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1038490" y="4415785"/>
                <a:ext cx="233300" cy="185198"/>
                <a:chOff x="3358100" y="803325"/>
                <a:chExt cx="63250" cy="50200"/>
              </a:xfrm>
              <a:solidFill>
                <a:schemeClr val="accent3"/>
              </a:solidFill>
            </p:grpSpPr>
            <p:sp>
              <p:nvSpPr>
                <p:cNvPr id="38" name="Google Shape;988;p62">
                  <a:extLst>
                    <a:ext uri="{FF2B5EF4-FFF2-40B4-BE49-F238E27FC236}">
                      <a16:creationId xmlns:a16="http://schemas.microsoft.com/office/drawing/2014/main" id="{B12ABA98-7837-6B1B-C107-00F2CC993419}"/>
                    </a:ext>
                  </a:extLst>
                </p:cNvPr>
                <p:cNvSpPr/>
                <p:nvPr/>
              </p:nvSpPr>
              <p:spPr>
                <a:xfrm>
                  <a:off x="3358100" y="803325"/>
                  <a:ext cx="47450" cy="5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8" h="2008" extrusionOk="0">
                      <a:moveTo>
                        <a:pt x="371" y="583"/>
                      </a:moveTo>
                      <a:cubicBezTo>
                        <a:pt x="371" y="262"/>
                        <a:pt x="633" y="1"/>
                        <a:pt x="953" y="1"/>
                      </a:cubicBezTo>
                      <a:cubicBezTo>
                        <a:pt x="1265" y="1"/>
                        <a:pt x="1526" y="262"/>
                        <a:pt x="1526" y="583"/>
                      </a:cubicBezTo>
                      <a:cubicBezTo>
                        <a:pt x="1526" y="785"/>
                        <a:pt x="1425" y="954"/>
                        <a:pt x="1273" y="1063"/>
                      </a:cubicBezTo>
                      <a:cubicBezTo>
                        <a:pt x="1628" y="1190"/>
                        <a:pt x="1889" y="1527"/>
                        <a:pt x="1897" y="1923"/>
                      </a:cubicBezTo>
                      <a:cubicBezTo>
                        <a:pt x="1897" y="1966"/>
                        <a:pt x="1864" y="2008"/>
                        <a:pt x="1822" y="2008"/>
                      </a:cubicBezTo>
                      <a:cubicBezTo>
                        <a:pt x="1779" y="2008"/>
                        <a:pt x="1737" y="1974"/>
                        <a:pt x="1737" y="1932"/>
                      </a:cubicBezTo>
                      <a:cubicBezTo>
                        <a:pt x="1729" y="1502"/>
                        <a:pt x="1375" y="1164"/>
                        <a:pt x="953" y="1164"/>
                      </a:cubicBezTo>
                      <a:cubicBezTo>
                        <a:pt x="523" y="1164"/>
                        <a:pt x="169" y="1502"/>
                        <a:pt x="160" y="1932"/>
                      </a:cubicBezTo>
                      <a:cubicBezTo>
                        <a:pt x="160" y="1974"/>
                        <a:pt x="118" y="2008"/>
                        <a:pt x="76" y="2008"/>
                      </a:cubicBezTo>
                      <a:cubicBezTo>
                        <a:pt x="34" y="2008"/>
                        <a:pt x="0" y="1966"/>
                        <a:pt x="0" y="1923"/>
                      </a:cubicBezTo>
                      <a:cubicBezTo>
                        <a:pt x="8" y="1527"/>
                        <a:pt x="270" y="1190"/>
                        <a:pt x="624" y="1063"/>
                      </a:cubicBezTo>
                      <a:cubicBezTo>
                        <a:pt x="472" y="954"/>
                        <a:pt x="371" y="785"/>
                        <a:pt x="371" y="583"/>
                      </a:cubicBezTo>
                      <a:close/>
                      <a:moveTo>
                        <a:pt x="953" y="161"/>
                      </a:moveTo>
                      <a:cubicBezTo>
                        <a:pt x="717" y="161"/>
                        <a:pt x="531" y="346"/>
                        <a:pt x="531" y="583"/>
                      </a:cubicBezTo>
                      <a:cubicBezTo>
                        <a:pt x="531" y="819"/>
                        <a:pt x="717" y="1004"/>
                        <a:pt x="953" y="1004"/>
                      </a:cubicBezTo>
                      <a:cubicBezTo>
                        <a:pt x="1181" y="1004"/>
                        <a:pt x="1375" y="819"/>
                        <a:pt x="1375" y="583"/>
                      </a:cubicBezTo>
                      <a:cubicBezTo>
                        <a:pt x="1375" y="346"/>
                        <a:pt x="1181" y="161"/>
                        <a:pt x="953" y="1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121917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867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ona Sans" pitchFamily="2" charset="77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39" name="Google Shape;989;p62">
                  <a:extLst>
                    <a:ext uri="{FF2B5EF4-FFF2-40B4-BE49-F238E27FC236}">
                      <a16:creationId xmlns:a16="http://schemas.microsoft.com/office/drawing/2014/main" id="{BC469994-2F57-C987-B1B5-560263E66480}"/>
                    </a:ext>
                  </a:extLst>
                </p:cNvPr>
                <p:cNvSpPr/>
                <p:nvPr/>
              </p:nvSpPr>
              <p:spPr>
                <a:xfrm>
                  <a:off x="3400050" y="813875"/>
                  <a:ext cx="21300" cy="3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" h="1586" extrusionOk="0">
                      <a:moveTo>
                        <a:pt x="144" y="0"/>
                      </a:moveTo>
                      <a:cubicBezTo>
                        <a:pt x="118" y="0"/>
                        <a:pt x="101" y="0"/>
                        <a:pt x="76" y="9"/>
                      </a:cubicBezTo>
                      <a:cubicBezTo>
                        <a:pt x="34" y="17"/>
                        <a:pt x="0" y="51"/>
                        <a:pt x="9" y="93"/>
                      </a:cubicBezTo>
                      <a:cubicBezTo>
                        <a:pt x="16" y="137"/>
                        <a:pt x="49" y="162"/>
                        <a:pt x="85" y="162"/>
                      </a:cubicBezTo>
                      <a:cubicBezTo>
                        <a:pt x="91" y="162"/>
                        <a:pt x="96" y="162"/>
                        <a:pt x="101" y="161"/>
                      </a:cubicBezTo>
                      <a:lnTo>
                        <a:pt x="144" y="161"/>
                      </a:lnTo>
                      <a:cubicBezTo>
                        <a:pt x="321" y="161"/>
                        <a:pt x="464" y="304"/>
                        <a:pt x="464" y="481"/>
                      </a:cubicBezTo>
                      <a:cubicBezTo>
                        <a:pt x="464" y="608"/>
                        <a:pt x="397" y="709"/>
                        <a:pt x="287" y="768"/>
                      </a:cubicBezTo>
                      <a:lnTo>
                        <a:pt x="245" y="785"/>
                      </a:lnTo>
                      <a:lnTo>
                        <a:pt x="245" y="962"/>
                      </a:lnTo>
                      <a:lnTo>
                        <a:pt x="304" y="979"/>
                      </a:lnTo>
                      <a:cubicBezTo>
                        <a:pt x="531" y="1046"/>
                        <a:pt x="692" y="1257"/>
                        <a:pt x="692" y="1501"/>
                      </a:cubicBezTo>
                      <a:cubicBezTo>
                        <a:pt x="692" y="1552"/>
                        <a:pt x="725" y="1586"/>
                        <a:pt x="768" y="1586"/>
                      </a:cubicBezTo>
                      <a:cubicBezTo>
                        <a:pt x="818" y="1586"/>
                        <a:pt x="852" y="1552"/>
                        <a:pt x="852" y="1501"/>
                      </a:cubicBezTo>
                      <a:cubicBezTo>
                        <a:pt x="852" y="1215"/>
                        <a:pt x="675" y="970"/>
                        <a:pt x="430" y="861"/>
                      </a:cubicBezTo>
                      <a:cubicBezTo>
                        <a:pt x="548" y="776"/>
                        <a:pt x="624" y="633"/>
                        <a:pt x="624" y="481"/>
                      </a:cubicBezTo>
                      <a:cubicBezTo>
                        <a:pt x="624" y="220"/>
                        <a:pt x="405" y="0"/>
                        <a:pt x="1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121917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867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ona Sans" pitchFamily="2" charset="77"/>
                    <a:ea typeface="+mn-ea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668B8D1-24B5-E1CB-5746-4A4DEE837AAF}"/>
                </a:ext>
              </a:extLst>
            </p:cNvPr>
            <p:cNvSpPr txBox="1"/>
            <p:nvPr/>
          </p:nvSpPr>
          <p:spPr>
            <a:xfrm>
              <a:off x="10620289" y="3068181"/>
              <a:ext cx="562975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pt-BR" sz="1200">
                  <a:solidFill>
                    <a:schemeClr val="accent3"/>
                  </a:solidFill>
                  <a:latin typeface="Mona Sans Mono" pitchFamily="2" charset="77"/>
                  <a:cs typeface="Mona Sans Mono" pitchFamily="2" charset="77"/>
                </a:rPr>
                <a:t>USUÁRIO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7AB3748-1994-5E2B-FB0E-448073E57641}"/>
              </a:ext>
            </a:extLst>
          </p:cNvPr>
          <p:cNvGrpSpPr/>
          <p:nvPr/>
        </p:nvGrpSpPr>
        <p:grpSpPr>
          <a:xfrm>
            <a:off x="10193828" y="5761206"/>
            <a:ext cx="683000" cy="1096794"/>
            <a:chOff x="10592044" y="3884966"/>
            <a:chExt cx="590229" cy="947821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1608D08-22ED-01D1-F606-680782022AE9}"/>
                </a:ext>
              </a:extLst>
            </p:cNvPr>
            <p:cNvGrpSpPr/>
            <p:nvPr/>
          </p:nvGrpSpPr>
          <p:grpSpPr>
            <a:xfrm>
              <a:off x="10592044" y="3884966"/>
              <a:ext cx="590229" cy="590230"/>
              <a:chOff x="946432" y="2911752"/>
              <a:chExt cx="417416" cy="417416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A04204F6-B263-D161-336A-7F2B232D1AE2}"/>
                  </a:ext>
                </a:extLst>
              </p:cNvPr>
              <p:cNvSpPr/>
              <p:nvPr/>
            </p:nvSpPr>
            <p:spPr>
              <a:xfrm>
                <a:off x="946432" y="2911752"/>
                <a:ext cx="417416" cy="417416"/>
              </a:xfrm>
              <a:prstGeom prst="ellipse">
                <a:avLst/>
              </a:prstGeom>
              <a:solidFill>
                <a:srgbClr val="26115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4" name="Google Shape;1504;p66">
                <a:extLst>
                  <a:ext uri="{FF2B5EF4-FFF2-40B4-BE49-F238E27FC236}">
                    <a16:creationId xmlns:a16="http://schemas.microsoft.com/office/drawing/2014/main" id="{BDABE183-DA12-878C-A74D-AB46D7CD0C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1043807" y="3017480"/>
                <a:ext cx="235878" cy="205960"/>
                <a:chOff x="4030200" y="1769325"/>
                <a:chExt cx="63275" cy="55250"/>
              </a:xfrm>
              <a:solidFill>
                <a:srgbClr val="C898FD"/>
              </a:solidFill>
            </p:grpSpPr>
            <p:sp>
              <p:nvSpPr>
                <p:cNvPr id="45" name="Google Shape;1505;p66">
                  <a:extLst>
                    <a:ext uri="{FF2B5EF4-FFF2-40B4-BE49-F238E27FC236}">
                      <a16:creationId xmlns:a16="http://schemas.microsoft.com/office/drawing/2014/main" id="{15F58E19-532C-E89D-AE69-62AD591EC2F7}"/>
                    </a:ext>
                  </a:extLst>
                </p:cNvPr>
                <p:cNvSpPr/>
                <p:nvPr/>
              </p:nvSpPr>
              <p:spPr>
                <a:xfrm>
                  <a:off x="4051275" y="1795675"/>
                  <a:ext cx="3825" cy="1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524" extrusionOk="0">
                      <a:moveTo>
                        <a:pt x="76" y="1"/>
                      </a:moveTo>
                      <a:cubicBezTo>
                        <a:pt x="34" y="1"/>
                        <a:pt x="0" y="34"/>
                        <a:pt x="0" y="76"/>
                      </a:cubicBezTo>
                      <a:lnTo>
                        <a:pt x="0" y="447"/>
                      </a:lnTo>
                      <a:cubicBezTo>
                        <a:pt x="0" y="490"/>
                        <a:pt x="34" y="523"/>
                        <a:pt x="76" y="523"/>
                      </a:cubicBezTo>
                      <a:cubicBezTo>
                        <a:pt x="119" y="523"/>
                        <a:pt x="152" y="490"/>
                        <a:pt x="152" y="447"/>
                      </a:cubicBezTo>
                      <a:lnTo>
                        <a:pt x="152" y="76"/>
                      </a:lnTo>
                      <a:cubicBezTo>
                        <a:pt x="152" y="34"/>
                        <a:pt x="119" y="1"/>
                        <a:pt x="7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121917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867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1506;p66">
                  <a:extLst>
                    <a:ext uri="{FF2B5EF4-FFF2-40B4-BE49-F238E27FC236}">
                      <a16:creationId xmlns:a16="http://schemas.microsoft.com/office/drawing/2014/main" id="{C262B7A4-FF8A-674E-7894-68357EC95580}"/>
                    </a:ext>
                  </a:extLst>
                </p:cNvPr>
                <p:cNvSpPr/>
                <p:nvPr/>
              </p:nvSpPr>
              <p:spPr>
                <a:xfrm>
                  <a:off x="4068350" y="1795675"/>
                  <a:ext cx="4025" cy="1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" h="524" extrusionOk="0">
                      <a:moveTo>
                        <a:pt x="76" y="1"/>
                      </a:moveTo>
                      <a:cubicBezTo>
                        <a:pt x="34" y="1"/>
                        <a:pt x="1" y="34"/>
                        <a:pt x="1" y="76"/>
                      </a:cubicBezTo>
                      <a:lnTo>
                        <a:pt x="1" y="447"/>
                      </a:lnTo>
                      <a:cubicBezTo>
                        <a:pt x="1" y="490"/>
                        <a:pt x="34" y="523"/>
                        <a:pt x="76" y="523"/>
                      </a:cubicBezTo>
                      <a:cubicBezTo>
                        <a:pt x="119" y="523"/>
                        <a:pt x="161" y="490"/>
                        <a:pt x="161" y="447"/>
                      </a:cubicBezTo>
                      <a:lnTo>
                        <a:pt x="161" y="76"/>
                      </a:lnTo>
                      <a:cubicBezTo>
                        <a:pt x="161" y="34"/>
                        <a:pt x="119" y="1"/>
                        <a:pt x="7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121917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867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47" name="Google Shape;1507;p66">
                  <a:extLst>
                    <a:ext uri="{FF2B5EF4-FFF2-40B4-BE49-F238E27FC236}">
                      <a16:creationId xmlns:a16="http://schemas.microsoft.com/office/drawing/2014/main" id="{F3FE6CD6-5A51-D5EE-840B-602A48877D44}"/>
                    </a:ext>
                  </a:extLst>
                </p:cNvPr>
                <p:cNvSpPr/>
                <p:nvPr/>
              </p:nvSpPr>
              <p:spPr>
                <a:xfrm>
                  <a:off x="4030200" y="1769325"/>
                  <a:ext cx="63275" cy="5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1" h="2210" extrusionOk="0">
                      <a:moveTo>
                        <a:pt x="1029" y="0"/>
                      </a:moveTo>
                      <a:cubicBezTo>
                        <a:pt x="987" y="0"/>
                        <a:pt x="953" y="34"/>
                        <a:pt x="953" y="76"/>
                      </a:cubicBezTo>
                      <a:cubicBezTo>
                        <a:pt x="953" y="118"/>
                        <a:pt x="987" y="152"/>
                        <a:pt x="1029" y="152"/>
                      </a:cubicBezTo>
                      <a:lnTo>
                        <a:pt x="1206" y="152"/>
                      </a:lnTo>
                      <a:lnTo>
                        <a:pt x="1206" y="422"/>
                      </a:lnTo>
                      <a:lnTo>
                        <a:pt x="447" y="422"/>
                      </a:lnTo>
                      <a:cubicBezTo>
                        <a:pt x="312" y="422"/>
                        <a:pt x="211" y="523"/>
                        <a:pt x="211" y="658"/>
                      </a:cubicBezTo>
                      <a:lnTo>
                        <a:pt x="211" y="1206"/>
                      </a:lnTo>
                      <a:lnTo>
                        <a:pt x="76" y="1206"/>
                      </a:lnTo>
                      <a:cubicBezTo>
                        <a:pt x="34" y="1206"/>
                        <a:pt x="0" y="1240"/>
                        <a:pt x="0" y="1291"/>
                      </a:cubicBezTo>
                      <a:cubicBezTo>
                        <a:pt x="0" y="1333"/>
                        <a:pt x="34" y="1367"/>
                        <a:pt x="76" y="1367"/>
                      </a:cubicBezTo>
                      <a:lnTo>
                        <a:pt x="211" y="1367"/>
                      </a:lnTo>
                      <a:lnTo>
                        <a:pt x="211" y="1974"/>
                      </a:lnTo>
                      <a:cubicBezTo>
                        <a:pt x="211" y="2100"/>
                        <a:pt x="312" y="2210"/>
                        <a:pt x="447" y="2210"/>
                      </a:cubicBezTo>
                      <a:lnTo>
                        <a:pt x="2075" y="2210"/>
                      </a:lnTo>
                      <a:cubicBezTo>
                        <a:pt x="2210" y="2210"/>
                        <a:pt x="2319" y="2100"/>
                        <a:pt x="2319" y="1974"/>
                      </a:cubicBezTo>
                      <a:lnTo>
                        <a:pt x="2319" y="1367"/>
                      </a:lnTo>
                      <a:lnTo>
                        <a:pt x="2446" y="1367"/>
                      </a:lnTo>
                      <a:cubicBezTo>
                        <a:pt x="2488" y="1367"/>
                        <a:pt x="2530" y="1333"/>
                        <a:pt x="2530" y="1291"/>
                      </a:cubicBezTo>
                      <a:cubicBezTo>
                        <a:pt x="2530" y="1240"/>
                        <a:pt x="2488" y="1206"/>
                        <a:pt x="2446" y="1206"/>
                      </a:cubicBezTo>
                      <a:lnTo>
                        <a:pt x="2319" y="1206"/>
                      </a:lnTo>
                      <a:lnTo>
                        <a:pt x="2319" y="658"/>
                      </a:lnTo>
                      <a:cubicBezTo>
                        <a:pt x="2319" y="523"/>
                        <a:pt x="2210" y="422"/>
                        <a:pt x="2075" y="422"/>
                      </a:cubicBezTo>
                      <a:lnTo>
                        <a:pt x="1366" y="422"/>
                      </a:lnTo>
                      <a:lnTo>
                        <a:pt x="1366" y="76"/>
                      </a:lnTo>
                      <a:cubicBezTo>
                        <a:pt x="1366" y="34"/>
                        <a:pt x="1333" y="0"/>
                        <a:pt x="1290" y="0"/>
                      </a:cubicBezTo>
                      <a:close/>
                      <a:moveTo>
                        <a:pt x="363" y="658"/>
                      </a:moveTo>
                      <a:cubicBezTo>
                        <a:pt x="363" y="608"/>
                        <a:pt x="397" y="574"/>
                        <a:pt x="447" y="574"/>
                      </a:cubicBezTo>
                      <a:lnTo>
                        <a:pt x="2075" y="574"/>
                      </a:lnTo>
                      <a:cubicBezTo>
                        <a:pt x="2125" y="574"/>
                        <a:pt x="2159" y="608"/>
                        <a:pt x="2159" y="658"/>
                      </a:cubicBezTo>
                      <a:lnTo>
                        <a:pt x="2159" y="1974"/>
                      </a:lnTo>
                      <a:cubicBezTo>
                        <a:pt x="2159" y="2016"/>
                        <a:pt x="2125" y="2050"/>
                        <a:pt x="2075" y="2050"/>
                      </a:cubicBezTo>
                      <a:lnTo>
                        <a:pt x="447" y="2050"/>
                      </a:lnTo>
                      <a:cubicBezTo>
                        <a:pt x="397" y="2050"/>
                        <a:pt x="363" y="2016"/>
                        <a:pt x="363" y="19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121917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867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1CFE275-CC20-0B0C-E299-D247BAB5834F}"/>
                </a:ext>
              </a:extLst>
            </p:cNvPr>
            <p:cNvSpPr txBox="1"/>
            <p:nvPr/>
          </p:nvSpPr>
          <p:spPr>
            <a:xfrm>
              <a:off x="10700260" y="4555788"/>
              <a:ext cx="373820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pt-BR" sz="1200">
                  <a:solidFill>
                    <a:srgbClr val="B870FF"/>
                  </a:solidFill>
                  <a:latin typeface="Mona Sans Mono" pitchFamily="2" charset="77"/>
                  <a:cs typeface="Mona Sans Mono" pitchFamily="2" charset="77"/>
                </a:rPr>
                <a:t>IA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3287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81481E-6 L 0 0.0382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98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5" presetClass="path" presetSubtype="0" accel="50000" decel="5000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2.42511E-6 -3.7037E-6 L -0.03061 -3.7037E-6 " pathEditMode="relative" rAng="0" ptsTypes="AA">
                                      <p:cBhvr>
                                        <p:cTn id="35" dur="5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37" y="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5" presetClass="path" presetSubtype="0" accel="50000" decel="5000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2.42511E-6 2.59259E-6 L -0.03061 2.59259E-6 " pathEditMode="relative" rAng="0" ptsTypes="AA">
                                      <p:cBhvr>
                                        <p:cTn id="40" dur="5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3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3" grpId="0" animBg="1"/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FB6D9-C2A7-698E-C94A-C53B460E0D3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449037" y="596502"/>
            <a:ext cx="5290750" cy="448550"/>
          </a:xfrm>
        </p:spPr>
        <p:txBody>
          <a:bodyPr/>
          <a:lstStyle/>
          <a:p>
            <a:r>
              <a:rPr lang="pt-BR"/>
              <a:t>Da issue ao merge, em um só app – </a:t>
            </a:r>
            <a:r>
              <a:rPr lang="pt-BR"/>
              <a:t>gh</a:t>
            </a:r>
            <a:r>
              <a:rPr lang="pt-BR"/>
              <a:t>.io/app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607450-B0AD-564D-CD64-A86CBFE0B6B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pt-BR">
                <a:latin typeface="Mona Sans Display"/>
                <a:cs typeface="Mona Sans Display"/>
              </a:rPr>
              <a:t>App GitHub Copilot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69D211-00C1-1DBC-B319-A1EF832B80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49"/>
          <a:stretch>
            <a:fillRect/>
          </a:stretch>
        </p:blipFill>
        <p:spPr>
          <a:xfrm>
            <a:off x="800804" y="2412492"/>
            <a:ext cx="10658532" cy="591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34600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0A3F75-5025-A204-F553-8732DBAD3DF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prstGeom prst="rect">
            <a:avLst/>
          </a:prstGeom>
        </p:spPr>
        <p:txBody>
          <a:bodyPr lIns="0" tIns="0" rIns="0" bIns="0" anchor="t"/>
          <a:lstStyle/>
          <a:p>
            <a:r>
              <a:rPr lang="pt-BR"/>
              <a:t>Inicie uma sessão a partir de uma issue, de um prompt ou de um PR já em andamento.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B175B-8D5C-2C6F-CF33-7D819F83890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 lIns="0" tIns="0" rIns="0" bIns="0" anchor="t"/>
          <a:lstStyle/>
          <a:p>
            <a:r>
              <a:rPr lang="pt-BR">
                <a:latin typeface="Mona Sans Display"/>
                <a:cs typeface="Mona Sans Display"/>
              </a:rPr>
              <a:t>Delegue para agentes</a:t>
            </a:r>
          </a:p>
        </p:txBody>
      </p:sp>
      <p:pic>
        <p:nvPicPr>
          <p:cNvPr id="2" name="hero_2-windows-6dd6f2d2d85972b7">
            <a:hlinkClick r:id="" action="ppaction://media"/>
            <a:extLst>
              <a:ext uri="{FF2B5EF4-FFF2-40B4-BE49-F238E27FC236}">
                <a16:creationId xmlns:a16="http://schemas.microsoft.com/office/drawing/2014/main" id="{FC0ECE4D-6CD8-E48B-F761-529489FD387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02208" y="1655852"/>
            <a:ext cx="11280699" cy="5396458"/>
          </a:xfrm>
          <a:prstGeom prst="roundRect">
            <a:avLst>
              <a:gd name="adj" fmla="val 5439"/>
            </a:avLst>
          </a:prstGeom>
          <a:ln>
            <a:noFill/>
          </a:ln>
          <a:effectLst>
            <a:innerShdw blurRad="114300" dist="50800">
              <a:srgbClr val="000000">
                <a:alpha val="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7191332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0A3F75-5025-A204-F553-8732DBAD3DF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prstGeom prst="rect">
            <a:avLst/>
          </a:prstGeom>
        </p:spPr>
        <p:txBody>
          <a:bodyPr lIns="0" tIns="0" rIns="0" bIns="0" anchor="t"/>
          <a:lstStyle/>
          <a:p>
            <a:r>
              <a:rPr lang="pt-BR">
                <a:ea typeface="+mj-lt"/>
                <a:cs typeface="+mj-lt"/>
              </a:rPr>
              <a:t>Faça a triagem de issues e PRs de vários repositórios sem sair do app. 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B175B-8D5C-2C6F-CF33-7D819F83890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 lIns="0" tIns="0" rIns="0" bIns="0" anchor="t"/>
          <a:lstStyle/>
          <a:p>
            <a:r>
              <a:rPr lang="pt-BR">
                <a:latin typeface="Mona Sans Display"/>
                <a:cs typeface="Mona Sans Display"/>
              </a:rPr>
              <a:t>Caixa de entrada centralizada </a:t>
            </a:r>
          </a:p>
        </p:txBody>
      </p:sp>
      <p:pic>
        <p:nvPicPr>
          <p:cNvPr id="7" name="hero_1-windows-45f012c23413020c 1">
            <a:hlinkClick r:id="" action="ppaction://media"/>
            <a:extLst>
              <a:ext uri="{FF2B5EF4-FFF2-40B4-BE49-F238E27FC236}">
                <a16:creationId xmlns:a16="http://schemas.microsoft.com/office/drawing/2014/main" id="{6A27CDC6-A84C-0B01-6B4B-D9D5AF98571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66070" y="1819042"/>
            <a:ext cx="11456684" cy="5484728"/>
          </a:xfrm>
          <a:prstGeom prst="roundRect">
            <a:avLst>
              <a:gd name="adj" fmla="val 5439"/>
            </a:avLst>
          </a:prstGeom>
          <a:ln>
            <a:noFill/>
          </a:ln>
          <a:effectLst>
            <a:innerShdw blurRad="114300" dist="50800">
              <a:srgbClr val="000000">
                <a:alpha val="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41146715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76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0A3F75-5025-A204-F553-8732DBAD3DF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prstGeom prst="rect">
            <a:avLst/>
          </a:prstGeom>
        </p:spPr>
        <p:txBody>
          <a:bodyPr lIns="0" tIns="0" rIns="0" bIns="0" anchor="t"/>
          <a:lstStyle/>
          <a:p>
            <a:r>
              <a:rPr lang="pt-BR"/>
              <a:t>Abra uma superfície de trabalho ao vivo onde você e o agente editam, reordenam e verificam o mesmo artefato juntos.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B175B-8D5C-2C6F-CF33-7D819F83890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 lIns="0" tIns="0" rIns="0" bIns="0" anchor="t"/>
          <a:lstStyle/>
          <a:p>
            <a:r>
              <a:rPr lang="en-US">
                <a:latin typeface="Mona Sans Display"/>
                <a:cs typeface="Mona Sans Display"/>
              </a:rPr>
              <a:t>Canvases</a:t>
            </a:r>
          </a:p>
        </p:txBody>
      </p:sp>
      <p:pic>
        <p:nvPicPr>
          <p:cNvPr id="4" name="hero_4-windows-9ef493999a63a9a8">
            <a:hlinkClick r:id="" action="ppaction://media"/>
            <a:extLst>
              <a:ext uri="{FF2B5EF4-FFF2-40B4-BE49-F238E27FC236}">
                <a16:creationId xmlns:a16="http://schemas.microsoft.com/office/drawing/2014/main" id="{749D72C3-347A-36F6-68E1-D9B53F1D5F7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65893" y="1747180"/>
            <a:ext cx="11257038" cy="5385139"/>
          </a:xfrm>
          <a:prstGeom prst="roundRect">
            <a:avLst>
              <a:gd name="adj" fmla="val 5439"/>
            </a:avLst>
          </a:prstGeom>
          <a:ln>
            <a:noFill/>
          </a:ln>
          <a:effectLst>
            <a:innerShdw blurRad="114300" dist="50800">
              <a:srgbClr val="000000">
                <a:alpha val="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7301847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0A3F75-5025-A204-F553-8732DBAD3DF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prstGeom prst="rect">
            <a:avLst/>
          </a:prstGeom>
        </p:spPr>
        <p:txBody>
          <a:bodyPr lIns="0" tIns="0" rIns="0" bIns="0" anchor="t"/>
          <a:lstStyle/>
          <a:p>
            <a:r>
              <a:rPr lang="pt-BR"/>
              <a:t>Revise diffs, acompanhe o CI e corrija checks com falha. Faça o merge na mesma janela em que o agente trabalha.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B175B-8D5C-2C6F-CF33-7D819F83890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pt-BR">
                <a:latin typeface="Mona Sans Mono"/>
                <a:cs typeface="Mona Sans Mono"/>
              </a:rPr>
              <a:t>Revisão e merge</a:t>
            </a:r>
            <a:endParaRPr lang="en-US"/>
          </a:p>
        </p:txBody>
      </p:sp>
      <p:pic>
        <p:nvPicPr>
          <p:cNvPr id="2" name="hero_3-windows-1957dd144383bc88 (1)">
            <a:hlinkClick r:id="" action="ppaction://media"/>
            <a:extLst>
              <a:ext uri="{FF2B5EF4-FFF2-40B4-BE49-F238E27FC236}">
                <a16:creationId xmlns:a16="http://schemas.microsoft.com/office/drawing/2014/main" id="{87C23E22-5476-280B-481B-D915E614BD9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02208" y="1683556"/>
            <a:ext cx="11388725" cy="5448135"/>
          </a:xfrm>
          <a:prstGeom prst="roundRect">
            <a:avLst>
              <a:gd name="adj" fmla="val 5439"/>
            </a:avLst>
          </a:prstGeom>
          <a:ln>
            <a:noFill/>
          </a:ln>
          <a:effectLst>
            <a:innerShdw blurRad="114300" dist="50800">
              <a:srgbClr val="000000">
                <a:alpha val="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2234998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0A3F75-5025-A204-F553-8732DBAD3DF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prstGeom prst="rect">
            <a:avLst/>
          </a:prstGeom>
        </p:spPr>
        <p:txBody>
          <a:bodyPr lIns="0" tIns="0" rIns="0" bIns="0" anchor="t"/>
          <a:lstStyle/>
          <a:p>
            <a:r>
              <a:rPr lang="pt-BR"/>
              <a:t>Transforme skills e prompts em trabalho repetível, que pode ser executado com regularidade.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B175B-8D5C-2C6F-CF33-7D819F83890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 lIns="0" tIns="0" rIns="0" bIns="0" anchor="t"/>
          <a:lstStyle/>
          <a:p>
            <a:r>
              <a:rPr lang="pt-BR">
                <a:latin typeface="Mona Sans Display"/>
                <a:cs typeface="Mona Sans Display"/>
              </a:rPr>
              <a:t>Workflows automatizados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3A9E8D-E14E-8A2A-9F82-93D7520827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896" y="2085843"/>
            <a:ext cx="10351032" cy="5124713"/>
          </a:xfrm>
          <a:prstGeom prst="rect">
            <a:avLst/>
          </a:prstGeom>
        </p:spPr>
      </p:pic>
      <p:pic>
        <p:nvPicPr>
          <p:cNvPr id="6" name="Screen Recording 2026-07-08 084112">
            <a:hlinkClick r:id="" action="ppaction://media"/>
            <a:extLst>
              <a:ext uri="{FF2B5EF4-FFF2-40B4-BE49-F238E27FC236}">
                <a16:creationId xmlns:a16="http://schemas.microsoft.com/office/drawing/2014/main" id="{E55FCC06-03CF-2BC7-E792-BCC54AD88C2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492288" y="2609037"/>
            <a:ext cx="8985211" cy="505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8966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8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CBF19-8821-136C-D9D2-2107AC905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AAE19-B0F5-8C32-EB33-D0384707257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449037" y="596502"/>
            <a:ext cx="5290750" cy="448550"/>
          </a:xfrm>
        </p:spPr>
        <p:txBody>
          <a:bodyPr/>
          <a:lstStyle/>
          <a:p>
            <a:r>
              <a:rPr lang="pt-BR"/>
              <a:t>App GitHub Copilot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9ED3F3-8C03-DB67-7099-E1A532D258D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pt-BR">
                <a:latin typeface="Mona Sans Display"/>
                <a:cs typeface="Mona Sans Display"/>
              </a:rPr>
              <a:t>Baixe hoje: </a:t>
            </a:r>
            <a:r>
              <a:rPr lang="pt-BR">
                <a:latin typeface="Mona Sans Display"/>
                <a:cs typeface="Mona Sans Display"/>
              </a:rPr>
              <a:t>gh</a:t>
            </a:r>
            <a:r>
              <a:rPr lang="pt-BR">
                <a:latin typeface="Mona Sans Display"/>
                <a:cs typeface="Mona Sans Display"/>
              </a:rPr>
              <a:t>.io/app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DF4DFC-C977-0709-1561-EC2E87FF2E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6"/>
          <a:stretch>
            <a:fillRect/>
          </a:stretch>
        </p:blipFill>
        <p:spPr>
          <a:xfrm>
            <a:off x="800804" y="2502195"/>
            <a:ext cx="10658532" cy="582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43967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B3683-F0DB-EBC7-74C2-1D6F4F52E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C54E60D-0849-6D49-F452-E1E48D80922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18932-486D-3B61-5214-860198D7A7E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pt-BR"/>
              <a:t>App GitHub Copilot na prática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35D3FE-273B-B1BA-7052-B27EE44B477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/>
              <a:t>Workshop</a:t>
            </a:r>
          </a:p>
          <a:p>
            <a:endParaRPr lang="en-US"/>
          </a:p>
          <a:p>
            <a:r>
              <a:rPr lang="en-US">
                <a:latin typeface="Mona Sans Display"/>
                <a:cs typeface="Mona Sans Display"/>
              </a:rPr>
              <a:t>gh.io/dev-days/workshop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CE498-5575-AE12-B3EB-033501D8FBF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C12EFB-8EAD-76E1-4866-B3DB1A452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083" y="419100"/>
            <a:ext cx="61209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058814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10017-7923-DB1A-00C5-300C35B27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F2A6AD-F7F7-DF0F-2FF8-0B229481DC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4638" y="722520"/>
            <a:ext cx="7601938" cy="988800"/>
          </a:xfrm>
        </p:spPr>
        <p:txBody>
          <a:bodyPr/>
          <a:lstStyle/>
          <a:p>
            <a:pPr algn="ctr"/>
            <a:r>
              <a:rPr lang="en-US" b="0">
                <a:latin typeface="Aptos"/>
              </a:rPr>
              <a:t>gh.io/dev-days/feedback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645FCF-2CFC-16D8-A6B1-F1099E5CD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282" y="1533566"/>
            <a:ext cx="5031517" cy="5046028"/>
          </a:xfrm>
          <a:prstGeom prst="roundRect">
            <a:avLst>
              <a:gd name="adj" fmla="val 6285"/>
            </a:avLst>
          </a:prstGeom>
          <a:ln>
            <a:solidFill>
              <a:srgbClr val="8A11AF"/>
            </a:solidFill>
          </a:ln>
        </p:spPr>
      </p:pic>
    </p:spTree>
    <p:extLst>
      <p:ext uri="{BB962C8B-B14F-4D97-AF65-F5344CB8AC3E}">
        <p14:creationId xmlns:p14="http://schemas.microsoft.com/office/powerpoint/2010/main" val="434140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4B1B7E5-017A-5285-A6D4-B0FD238648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9236C9-CDCF-F492-7CD8-D5A1828CD0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sz="3600" dirty="0"/>
              <a:t>Como participante do Dev Days, você tem direito a </a:t>
            </a:r>
            <a:r>
              <a:rPr lang="pt-BR" sz="3600" b="1" dirty="0"/>
              <a:t>10% de desconto</a:t>
            </a:r>
            <a:r>
              <a:rPr lang="pt-BR" sz="3600" dirty="0"/>
              <a:t> no ingresso presencial do </a:t>
            </a:r>
            <a:r>
              <a:rPr lang="pt-BR" sz="3600" b="1" dirty="0"/>
              <a:t>GitHub Universe 2026</a:t>
            </a:r>
            <a:r>
              <a:rPr lang="pt-BR" sz="3600" dirty="0"/>
              <a:t>, em San Francisco, nos dias 28 e 29 de outubro. </a:t>
            </a:r>
          </a:p>
          <a:p>
            <a:endParaRPr lang="en-US" sz="3600" dirty="0"/>
          </a:p>
          <a:p>
            <a:r>
              <a:rPr lang="pt-BR" sz="3600" dirty="0"/>
              <a:t>Use o código de desconto </a:t>
            </a:r>
            <a:r>
              <a:rPr lang="pt-BR" sz="3600" b="1" dirty="0"/>
              <a:t>UNIV26DVDY</a:t>
            </a:r>
            <a:r>
              <a:rPr lang="pt-BR" sz="3600" dirty="0"/>
              <a:t> na inscrição.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48083359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icrosoft Build 16:9 Template Dark">
  <a:themeElements>
    <a:clrScheme name="Custom 79">
      <a:dk1>
        <a:srgbClr val="000000"/>
      </a:dk1>
      <a:lt1>
        <a:srgbClr val="FFFFFF"/>
      </a:lt1>
      <a:dk2>
        <a:srgbClr val="091F2C"/>
      </a:dk2>
      <a:lt2>
        <a:srgbClr val="E8E6DF"/>
      </a:lt2>
      <a:accent1>
        <a:srgbClr val="00A4EF"/>
      </a:accent1>
      <a:accent2>
        <a:srgbClr val="7FBA00"/>
      </a:accent2>
      <a:accent3>
        <a:srgbClr val="F25022"/>
      </a:accent3>
      <a:accent4>
        <a:srgbClr val="E1D3C7"/>
      </a:accent4>
      <a:accent5>
        <a:srgbClr val="FFB900"/>
      </a:accent5>
      <a:accent6>
        <a:srgbClr val="D9D9D6"/>
      </a:accent6>
      <a:hlink>
        <a:srgbClr val="8DC8E8"/>
      </a:hlink>
      <a:folHlink>
        <a:srgbClr val="C5B4E3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Presentation9" id="{14674EED-0304-B646-A93C-A5695330AA64}" vid="{4E87C83F-E9FA-7E4F-87ED-1AF62CA66038}"/>
    </a:ext>
  </a:extLst>
</a:theme>
</file>

<file path=ppt/theme/theme2.xml><?xml version="1.0" encoding="utf-8"?>
<a:theme xmlns:a="http://schemas.openxmlformats.org/drawingml/2006/main" name="GitHub Default Theme_dark version">
  <a:themeElements>
    <a:clrScheme name="2026 GitHub Core Brand">
      <a:dk1>
        <a:srgbClr val="000000"/>
      </a:dk1>
      <a:lt1>
        <a:srgbClr val="FFFFFF"/>
      </a:lt1>
      <a:dk2>
        <a:srgbClr val="B0BAC3"/>
      </a:dk2>
      <a:lt2>
        <a:srgbClr val="20262C"/>
      </a:lt2>
      <a:accent1>
        <a:srgbClr val="BEFFD0"/>
      </a:accent1>
      <a:accent2>
        <a:srgbClr val="8BF1A6"/>
      </a:accent2>
      <a:accent3>
        <a:srgbClr val="5EEC83"/>
      </a:accent3>
      <a:accent4>
        <a:srgbClr val="0EBE3D"/>
      </a:accent4>
      <a:accent5>
        <a:srgbClr val="0D6836"/>
      </a:accent5>
      <a:accent6>
        <a:srgbClr val="09241A"/>
      </a:accent6>
      <a:hlink>
        <a:srgbClr val="2F94FF"/>
      </a:hlink>
      <a:folHlink>
        <a:srgbClr val="B870FF"/>
      </a:folHlink>
    </a:clrScheme>
    <a:fontScheme name="Custom Theme Name">
      <a:majorFont>
        <a:latin typeface="Mona Sans Display"/>
        <a:ea typeface=""/>
        <a:cs typeface=""/>
      </a:majorFont>
      <a:minorFont>
        <a:latin typeface="Mon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9" id="{14674EED-0304-B646-A93C-A5695330AA64}" vid="{CABB9744-4CF4-2C47-A1FA-C689BC4D0E9F}"/>
    </a:ext>
  </a:extLst>
</a:theme>
</file>

<file path=ppt/theme/theme3.xml><?xml version="1.0" encoding="utf-8"?>
<a:theme xmlns:a="http://schemas.openxmlformats.org/drawingml/2006/main" name="Security Theme_dark version">
  <a:themeElements>
    <a:clrScheme name="2026 GitHub Core Brand">
      <a:dk1>
        <a:srgbClr val="000000"/>
      </a:dk1>
      <a:lt1>
        <a:srgbClr val="FFFFFF"/>
      </a:lt1>
      <a:dk2>
        <a:srgbClr val="B0BAC3"/>
      </a:dk2>
      <a:lt2>
        <a:srgbClr val="20262C"/>
      </a:lt2>
      <a:accent1>
        <a:srgbClr val="BEFFD0"/>
      </a:accent1>
      <a:accent2>
        <a:srgbClr val="8BF1A6"/>
      </a:accent2>
      <a:accent3>
        <a:srgbClr val="5EEC83"/>
      </a:accent3>
      <a:accent4>
        <a:srgbClr val="0EBE3D"/>
      </a:accent4>
      <a:accent5>
        <a:srgbClr val="0D6836"/>
      </a:accent5>
      <a:accent6>
        <a:srgbClr val="09241A"/>
      </a:accent6>
      <a:hlink>
        <a:srgbClr val="2F94FF"/>
      </a:hlink>
      <a:folHlink>
        <a:srgbClr val="B870FF"/>
      </a:folHlink>
    </a:clrScheme>
    <a:fontScheme name="Custom Theme Name">
      <a:majorFont>
        <a:latin typeface="Mona Sans Display"/>
        <a:ea typeface=""/>
        <a:cs typeface=""/>
      </a:majorFont>
      <a:minorFont>
        <a:latin typeface="Mon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9" id="{14674EED-0304-B646-A93C-A5695330AA64}" vid="{31C84D72-B3E2-4948-9934-C738CC07B815}"/>
    </a:ext>
  </a:extLst>
</a:theme>
</file>

<file path=ppt/theme/theme4.xml><?xml version="1.0" encoding="utf-8"?>
<a:theme xmlns:a="http://schemas.openxmlformats.org/drawingml/2006/main" name="Universe 25">
  <a:themeElements>
    <a:clrScheme name="Universe 2025">
      <a:dk1>
        <a:srgbClr val="000000"/>
      </a:dk1>
      <a:lt1>
        <a:srgbClr val="FFFFFF"/>
      </a:lt1>
      <a:dk2>
        <a:srgbClr val="E4EBE5"/>
      </a:dk2>
      <a:lt2>
        <a:srgbClr val="232824"/>
      </a:lt2>
      <a:accent1>
        <a:srgbClr val="BEFFD0"/>
      </a:accent1>
      <a:accent2>
        <a:srgbClr val="8BF1A6"/>
      </a:accent2>
      <a:accent3>
        <a:srgbClr val="5EEC83"/>
      </a:accent3>
      <a:accent4>
        <a:srgbClr val="087827"/>
      </a:accent4>
      <a:accent5>
        <a:srgbClr val="DBFF95"/>
      </a:accent5>
      <a:accent6>
        <a:srgbClr val="D3FA36"/>
      </a:accent6>
      <a:hlink>
        <a:srgbClr val="EEF6FC"/>
      </a:hlink>
      <a:folHlink>
        <a:srgbClr val="56CC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iverse 25" id="{EBCFF90B-FE23-4DF3-892D-7952A198CC3A}" vid="{44FF69D1-5BFF-4CF0-AEC7-1C55AA229DF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E71A6B924FC94981CCAD1A585590D8" ma:contentTypeVersion="27" ma:contentTypeDescription="Create a new document." ma:contentTypeScope="" ma:versionID="566528f2922ad54e26a908d2133454c1">
  <xsd:schema xmlns:xsd="http://www.w3.org/2001/XMLSchema" xmlns:xs="http://www.w3.org/2001/XMLSchema" xmlns:p="http://schemas.microsoft.com/office/2006/metadata/properties" xmlns:ns1="http://schemas.microsoft.com/sharepoint/v3" xmlns:ns2="804751ba-60e0-4191-9865-d7e5284c1d69" xmlns:ns3="913b567d-4c83-4181-a45c-f04ce7e1b72e" xmlns:ns4="230e9df3-be65-4c73-a93b-d1236ebd677e" targetNamespace="http://schemas.microsoft.com/office/2006/metadata/properties" ma:root="true" ma:fieldsID="6c91453d1ce2972ce38a1123b4b20cb5" ns1:_="" ns2:_="" ns3:_="" ns4:_="">
    <xsd:import namespace="http://schemas.microsoft.com/sharepoint/v3"/>
    <xsd:import namespace="804751ba-60e0-4191-9865-d7e5284c1d69"/>
    <xsd:import namespace="913b567d-4c83-4181-a45c-f04ce7e1b72e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Number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Time" minOccurs="0"/>
                <xsd:element ref="ns2:MediaServiceSearchProperties" minOccurs="0"/>
                <xsd:element ref="ns2:MediaServiceObjectDetectorVersions" minOccurs="0"/>
                <xsd:element ref="ns2:TranslatedLang" minOccurs="0"/>
                <xsd:element ref="ns2:content" minOccurs="0"/>
                <xsd:element ref="ns2:MediaServiceDoc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4751ba-60e0-4191-9865-d7e5284c1d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hidden="true" ma:internalName="MediaServiceKeyPoints" ma:readOnly="true">
      <xsd:simpleType>
        <xsd:restriction base="dms:Note"/>
      </xsd:simpleType>
    </xsd:element>
    <xsd:element name="MediaServiceOCR" ma:index="17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18" nillable="true" ma:displayName="Location" ma:hidden="true" ma:internalName="MediaServiceLocation" ma:readOnly="true">
      <xsd:simpleType>
        <xsd:restriction base="dms:Text"/>
      </xsd:simpleType>
    </xsd:element>
    <xsd:element name="Number" ma:index="21" nillable="true" ma:displayName="Number" ma:format="Dropdown" ma:internalName="Number" ma:percentage="FALSE">
      <xsd:simpleType>
        <xsd:restriction base="dms:Number"/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Time" ma:index="26" nillable="true" ma:displayName="Time" ma:format="DateTime" ma:internalName="Time">
      <xsd:simpleType>
        <xsd:restriction base="dms:DateTime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TranslatedLang" ma:index="29" nillable="true" ma:displayName="Translated Language" ma:hidden="true" ma:internalName="TranslatedLang" ma:readOnly="true">
      <xsd:simpleType>
        <xsd:restriction base="dms:Text"/>
      </xsd:simpleType>
    </xsd:element>
    <xsd:element name="content" ma:index="30" nillable="true" ma:displayName="content" ma:format="Dropdown" ma:internalName="content">
      <xsd:simpleType>
        <xsd:restriction base="dms:Choice">
          <xsd:enumeration value="Visual Studio"/>
          <xsd:enumeration value="VS Code"/>
          <xsd:enumeration value="GitHub Copilot"/>
          <xsd:enumeration value="Dev Box"/>
          <xsd:enumeration value="Choice 5"/>
        </xsd:restriction>
      </xsd:simpleType>
    </xsd:element>
    <xsd:element name="MediaServiceDocTags" ma:index="31" nillable="true" ma:displayName="MediaServiceDocTags" ma:hidden="true" ma:internalName="MediaServiceDocTags" ma:readOnly="true">
      <xsd:simpleType>
        <xsd:restriction base="dms:Note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3b567d-4c83-4181-a45c-f04ce7e1b72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ae7d3c4e-66c4-4603-a26b-8d6b1e039262}" ma:internalName="TaxCatchAll" ma:showField="CatchAllData" ma:web="913b567d-4c83-4181-a45c-f04ce7e1b72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804751ba-60e0-4191-9865-d7e5284c1d69">
      <Terms xmlns="http://schemas.microsoft.com/office/infopath/2007/PartnerControls"/>
    </lcf76f155ced4ddcb4097134ff3c332f>
    <TaxCatchAll xmlns="230e9df3-be65-4c73-a93b-d1236ebd677e" xsi:nil="true"/>
    <Number xmlns="804751ba-60e0-4191-9865-d7e5284c1d69" xsi:nil="true"/>
    <Time xmlns="804751ba-60e0-4191-9865-d7e5284c1d69" xsi:nil="true"/>
    <content xmlns="804751ba-60e0-4191-9865-d7e5284c1d6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624B59B-5FA6-45F5-A55E-E84A3ED3F864}">
  <ds:schemaRefs>
    <ds:schemaRef ds:uri="230e9df3-be65-4c73-a93b-d1236ebd677e"/>
    <ds:schemaRef ds:uri="804751ba-60e0-4191-9865-d7e5284c1d69"/>
    <ds:schemaRef ds:uri="913b567d-4c83-4181-a45c-f04ce7e1b72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B539F14-A8E4-4272-8072-DAD8D69DF4E5}">
  <ds:schemaRefs>
    <ds:schemaRef ds:uri="230e9df3-be65-4c73-a93b-d1236ebd677e"/>
    <ds:schemaRef ds:uri="804751ba-60e0-4191-9865-d7e5284c1d69"/>
    <ds:schemaRef ds:uri="913b567d-4c83-4181-a45c-f04ce7e1b72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B543426-3F68-4F40-8364-AB61CAE3294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Microsoft Build 16:9 Template Dark</Template>
  <TotalTime>0</TotalTime>
  <Words>1320</Words>
  <Application>Microsoft Office PowerPoint</Application>
  <PresentationFormat>Custom</PresentationFormat>
  <Paragraphs>129</Paragraphs>
  <Slides>17</Slides>
  <Notes>14</Notes>
  <HiddenSlides>0</HiddenSlides>
  <MMClips>5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17</vt:i4>
      </vt:variant>
    </vt:vector>
  </HeadingPairs>
  <TitlesOfParts>
    <vt:vector size="35" baseType="lpstr">
      <vt:lpstr>Segoe UI</vt:lpstr>
      <vt:lpstr>Arial</vt:lpstr>
      <vt:lpstr>Calibri</vt:lpstr>
      <vt:lpstr>Mona-Sans</vt:lpstr>
      <vt:lpstr>Mona-Sans Regular</vt:lpstr>
      <vt:lpstr>Mona Sans</vt:lpstr>
      <vt:lpstr>Mona Sans Display</vt:lpstr>
      <vt:lpstr>Segoe Sans Display Semibold</vt:lpstr>
      <vt:lpstr>Mona Sans Mono</vt:lpstr>
      <vt:lpstr>Wingdings</vt:lpstr>
      <vt:lpstr>Mona Sans Display Medium</vt:lpstr>
      <vt:lpstr>Segoe UI Semibold</vt:lpstr>
      <vt:lpstr>Consolas</vt:lpstr>
      <vt:lpstr>Aptos</vt:lpstr>
      <vt:lpstr>Microsoft Build 16:9 Template Dark</vt:lpstr>
      <vt:lpstr>GitHub Default Theme_dark version</vt:lpstr>
      <vt:lpstr>Security Theme_dark version</vt:lpstr>
      <vt:lpstr>Universe 25</vt:lpstr>
      <vt:lpstr>PowerPoint Presentation</vt:lpstr>
      <vt:lpstr>PowerPoint Presentation</vt:lpstr>
      <vt:lpstr>PowerPoint Presentation</vt:lpstr>
      <vt:lpstr>PowerPoint Presentation</vt:lpstr>
      <vt:lpstr>One GitHub Copilot,  everywhere you 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gh.io/dev-days/feedback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Anh-Thu Pham</dc:creator>
  <cp:keywords/>
  <dc:description/>
  <cp:lastModifiedBy>Katie Savage</cp:lastModifiedBy>
  <cp:revision>58</cp:revision>
  <dcterms:created xsi:type="dcterms:W3CDTF">2026-05-27T18:09:21Z</dcterms:created>
  <dcterms:modified xsi:type="dcterms:W3CDTF">2026-09-17T23:33:22Z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0x0101002FE71A6B924FC94981CCAD1A585590D8</vt:lpwstr>
  </property>
  <property fmtid="{D5CDD505-2E9C-101B-9397-08002B2CF9AE}" pid="3" name="MediaServiceImageTags">
    <vt:lpwstr/>
  </property>
</Properties>
</file>