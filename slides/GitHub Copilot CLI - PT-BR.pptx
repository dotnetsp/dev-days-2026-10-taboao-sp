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7FFFFFFA_84C679CB.xml" ContentType="application/vnd.ms-powerpoint.comments+xml"/>
  <Override PartName="/ppt/notesSlides/notesSlide15.xml" ContentType="application/vnd.openxmlformats-officedocument.presentationml.notesSlide+xml"/>
  <Override PartName="/ppt/comments/modernComment_7FFFFFFB_9BD2F2ED.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24"/>
  </p:notesMasterIdLst>
  <p:handoutMasterIdLst>
    <p:handoutMasterId r:id="rId25"/>
  </p:handoutMasterIdLst>
  <p:sldIdLst>
    <p:sldId id="2147483630" r:id="rId2"/>
    <p:sldId id="760" r:id="rId3"/>
    <p:sldId id="2147483632" r:id="rId4"/>
    <p:sldId id="682" r:id="rId5"/>
    <p:sldId id="572" r:id="rId6"/>
    <p:sldId id="2147483633" r:id="rId7"/>
    <p:sldId id="732" r:id="rId8"/>
    <p:sldId id="2147483644" r:id="rId9"/>
    <p:sldId id="2147483638" r:id="rId10"/>
    <p:sldId id="2147483639" r:id="rId11"/>
    <p:sldId id="2147483626" r:id="rId12"/>
    <p:sldId id="2147483640" r:id="rId13"/>
    <p:sldId id="2147483641" r:id="rId14"/>
    <p:sldId id="2147483642" r:id="rId15"/>
    <p:sldId id="2147483643" r:id="rId16"/>
    <p:sldId id="2147470923" r:id="rId17"/>
    <p:sldId id="2147470932" r:id="rId18"/>
    <p:sldId id="2147470914" r:id="rId19"/>
    <p:sldId id="2147470925" r:id="rId20"/>
    <p:sldId id="2147483646" r:id="rId21"/>
    <p:sldId id="2147483647" r:id="rId22"/>
    <p:sldId id="60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id="{385D34A4-7E3C-4778-8092-DA3D4E465E55}">
          <p14:sldIdLst/>
        </p14:section>
        <p14:section name="CLI" id="{0664FFC0-5C97-4B28-BDFD-C07AFD1F212C}">
          <p14:sldIdLst>
            <p14:sldId id="2147483630"/>
            <p14:sldId id="760"/>
            <p14:sldId id="2147483632"/>
            <p14:sldId id="682"/>
            <p14:sldId id="572"/>
            <p14:sldId id="2147483633"/>
            <p14:sldId id="732"/>
            <p14:sldId id="2147483644"/>
            <p14:sldId id="2147483638"/>
            <p14:sldId id="2147483639"/>
            <p14:sldId id="2147483626"/>
            <p14:sldId id="2147483640"/>
            <p14:sldId id="2147483641"/>
            <p14:sldId id="2147483642"/>
            <p14:sldId id="2147483643"/>
            <p14:sldId id="2147470923"/>
            <p14:sldId id="2147470932"/>
            <p14:sldId id="2147470914"/>
            <p14:sldId id="2147470925"/>
            <p14:sldId id="2147483646"/>
            <p14:sldId id="2147483647"/>
          </p14:sldIdLst>
        </p14:section>
        <p14:section name="Thank you" id="{08508A40-E246-4DD9-B36F-C59E0B83A954}">
          <p14:sldIdLst>
            <p14:sldId id="600"/>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11AF"/>
    <a:srgbClr val="010101"/>
    <a:srgbClr val="259FF0"/>
    <a:srgbClr val="7A3ACF"/>
    <a:srgbClr val="000000"/>
    <a:srgbClr val="080922"/>
    <a:srgbClr val="6C36CB"/>
    <a:srgbClr val="8BF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E72D5E-D22A-9B20-C209-E807CEE9E7BC}" v="1" dt="2026-07-30T21:24:27.306"/>
    <p1510:client id="{B573B5F3-6553-4A5C-9F27-243F34267006}" v="51" dt="2026-07-30T16:09:25.731"/>
    <p1510:client id="{DCCBEED9-B579-9980-BC97-C1C599FE9A03}" v="11" dt="2026-07-30T16:06:37.424"/>
    <p1510:client id="{DEEB09F4-D887-4506-9826-FD0BA3D03AD2}" v="2081" dt="2026-07-29T23:02: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4" d="100"/>
          <a:sy n="94" d="100"/>
        </p:scale>
        <p:origin x="15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comments/modernComment_7FFFFFFA_84C679CB.xml><?xml version="1.0" encoding="utf-8"?>
<p188:cmLst xmlns:a="http://schemas.openxmlformats.org/drawingml/2006/main" xmlns:r="http://schemas.openxmlformats.org/officeDocument/2006/relationships" xmlns:p188="http://schemas.microsoft.com/office/powerpoint/2018/8/main">
  <p188:cm id="{A22A7E4A-0BF1-4D9A-85F9-2A8BD0A4D4E2}" authorId="{00000000-0000-0000-0000-000000000000}" status="resolved" created="2026-07-20T19:42:12.570">
    <pc:sldMkLst xmlns:pc="http://schemas.microsoft.com/office/powerpoint/2013/main/command">
      <pc:docMk/>
      <pc:sldMk cId="3973287292" sldId="761"/>
    </pc:sldMkLst>
    <p188:txBody>
      <a:bodyPr/>
      <a:lstStyle/>
      <a:p>
        <a:r>
          <a:rPr lang="en-US"/>
          <a:t>New images ❤️ [Mention was removed] </a:t>
        </a:r>
      </a:p>
    </p188:txBody>
    <p188:extLst>
      <p:ext xmlns:p="http://schemas.openxmlformats.org/presentationml/2006/main" uri="{5BB2D875-25FF-4072-B9AC-8F64D62656EB}">
        <p228:taskDetails xmlns:p228="http://schemas.microsoft.com/office/powerpoint/2022/08/main">
          <p228:history/>
        </p228:taskDetails>
      </p:ext>
    </p188:extLst>
  </p188:cm>
</p188:cmLst>
</file>

<file path=ppt/comments/modernComment_7FFFFFFB_9BD2F2ED.xml><?xml version="1.0" encoding="utf-8"?>
<p188:cmLst xmlns:a="http://schemas.openxmlformats.org/drawingml/2006/main" xmlns:r="http://schemas.openxmlformats.org/officeDocument/2006/relationships" xmlns:p188="http://schemas.microsoft.com/office/powerpoint/2018/8/main">
  <p188:cm id="{855DB038-E0B4-4CAB-B8A3-282E3B9FE42B}" authorId="{00000000-0000-0000-0000-000000000000}" status="resolved" created="2026-07-20T19:42:12.570">
    <pc:sldMkLst xmlns:pc="http://schemas.microsoft.com/office/powerpoint/2013/main/command">
      <pc:docMk/>
      <pc:sldMk cId="3973287292" sldId="761"/>
    </pc:sldMkLst>
    <p188:txBody>
      <a:bodyPr/>
      <a:lstStyle/>
      <a:p>
        <a:r>
          <a:rPr lang="en-US"/>
          <a:t>New images ❤️ [Mention was removed] </a:t>
        </a:r>
      </a:p>
    </p188:txBody>
    <p188:extLst>
      <p:ext xmlns:p="http://schemas.openxmlformats.org/presentationml/2006/main" uri="{5BB2D875-25FF-4072-B9AC-8F64D62656EB}">
        <p228:taskDetails xmlns:p228="http://schemas.microsoft.com/office/powerpoint/2022/08/main">
          <p228:history/>
        </p228:taskDetail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8B027-873C-7CE8-EF99-E50AE015D6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BEEC3B-0A93-4D1A-3898-A0EF07120F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79C32B-9090-4D5E-8893-2200DA8B6489}" type="datetimeFigureOut">
              <a:rPr lang="en-US" smtClean="0"/>
              <a:t>9/17/2026</a:t>
            </a:fld>
            <a:endParaRPr lang="en-US"/>
          </a:p>
        </p:txBody>
      </p:sp>
      <p:sp>
        <p:nvSpPr>
          <p:cNvPr id="4" name="Footer Placeholder 3">
            <a:extLst>
              <a:ext uri="{FF2B5EF4-FFF2-40B4-BE49-F238E27FC236}">
                <a16:creationId xmlns:a16="http://schemas.microsoft.com/office/drawing/2014/main" id="{FF80F166-7BE4-1F4E-8B0F-7BFD37A9F0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BAAFD4D-477B-C4E4-AD08-2131BB8A3F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E32C76-01A7-41D2-BA16-3BEC88438B24}" type="slidenum">
              <a:rPr lang="en-US" smtClean="0"/>
              <a:t>‹#›</a:t>
            </a:fld>
            <a:endParaRPr lang="en-US"/>
          </a:p>
        </p:txBody>
      </p:sp>
    </p:spTree>
    <p:extLst>
      <p:ext uri="{BB962C8B-B14F-4D97-AF65-F5344CB8AC3E}">
        <p14:creationId xmlns:p14="http://schemas.microsoft.com/office/powerpoint/2010/main" val="1383867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B0C1E-A73E-4994-A7F0-AA72833EDF2C}" type="datetimeFigureOut">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318D-D634-447D-804D-1A35DED75EBD}" type="slidenum">
              <a:t>‹#›</a:t>
            </a:fld>
            <a:endParaRPr lang="en-US"/>
          </a:p>
        </p:txBody>
      </p:sp>
    </p:spTree>
    <p:extLst>
      <p:ext uri="{BB962C8B-B14F-4D97-AF65-F5344CB8AC3E}">
        <p14:creationId xmlns:p14="http://schemas.microsoft.com/office/powerpoint/2010/main" val="208564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Bom, vamos falar do terminal e da GitHub Copilot CLI, sua companheira de IA no terminal, que traz todos os poderes do GitHub Copilot direto para o seu terminal, e muito mais.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813E318D-D634-447D-804D-1A35DED75EBD}" type="slidenum">
              <a:rPr lang="en-US"/>
              <a:t>1</a:t>
            </a:fld>
            <a:endParaRPr lang="en-US"/>
          </a:p>
        </p:txBody>
      </p:sp>
    </p:spTree>
    <p:extLst>
      <p:ext uri="{BB962C8B-B14F-4D97-AF65-F5344CB8AC3E}">
        <p14:creationId xmlns:p14="http://schemas.microsoft.com/office/powerpoint/2010/main" val="536203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B7F75-1FBD-F8B2-BC96-69A89AB0F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DCB6C-61AB-50D2-B422-3EEF8EB45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DD176-7EF7-D9A9-0B60-501B14A6D1D1}"/>
              </a:ext>
            </a:extLst>
          </p:cNvPr>
          <p:cNvSpPr>
            <a:spLocks noGrp="1"/>
          </p:cNvSpPr>
          <p:nvPr>
            <p:ph type="body" idx="1"/>
          </p:nvPr>
        </p:nvSpPr>
        <p:spPr/>
        <p:txBody>
          <a:bodyPr/>
          <a:lstStyle/>
          <a:p>
            <a:pPr fontAlgn="base"/>
            <a:r>
              <a:rPr lang="pt-BR" sz="1600" b="1" i="0" u="none" strike="noStrike" kern="1200">
                <a:solidFill>
                  <a:schemeClr val="tx1"/>
                </a:solidFill>
                <a:effectLst/>
                <a:latin typeface="+mn-lt"/>
                <a:ea typeface="+mn-ea"/>
                <a:cs typeface="+mn-cs"/>
              </a:rPr>
              <a:t>Surfando as ondas – onde estamos hoje</a:t>
            </a:r>
          </a:p>
          <a:p>
            <a:pPr marL="285750" indent="-285750" fontAlgn="base">
              <a:buFont typeface="Arial" panose="020B0604020202020204" pitchFamily="34" charset="0"/>
              <a:buChar char="•"/>
            </a:pPr>
            <a:r>
              <a:rPr lang="pt-BR" sz="1600" kern="1200">
                <a:solidFill>
                  <a:schemeClr val="tx1"/>
                </a:solidFill>
                <a:latin typeface="+mn-lt"/>
              </a:rPr>
              <a:t>Há quatro anos, a GenAI começou a mudar de forma profunda o desenvolvimento de software. Essa mudança veio em três ondas – e hoje estamos vivendo a transição em que os agentes acabam se tornando membros plenos do time.</a:t>
            </a:r>
            <a:endParaRPr lang="en-US" sz="1600" kern="1200">
              <a:solidFill>
                <a:schemeClr val="tx1"/>
              </a:solidFill>
              <a:latin typeface="+mn-lt"/>
            </a:endParaRPr>
          </a:p>
          <a:p>
            <a:pPr marL="285750" indent="-285750" fontAlgn="base">
              <a:buFont typeface="Arial" panose="020B0604020202020204" pitchFamily="34" charset="0"/>
              <a:buChar char="•"/>
            </a:pPr>
            <a:r>
              <a:rPr lang="pt-BR" sz="1600" b="1" kern="1200">
                <a:solidFill>
                  <a:schemeClr val="tx1"/>
                </a:solidFill>
                <a:latin typeface="+mn-lt"/>
              </a:rPr>
              <a:t>Onda 1 – a IA ia junto e ajudava você a escrever código mais rápido, mas quem dirigia era sempre o desenvolvedor.</a:t>
            </a:r>
            <a:endParaRPr lang="en-US" sz="1600" kern="1200">
              <a:solidFill>
                <a:schemeClr val="tx1"/>
              </a:solidFill>
              <a:latin typeface="+mn-lt"/>
            </a:endParaRPr>
          </a:p>
          <a:p>
            <a:pPr marL="285750" indent="-285750" fontAlgn="base">
              <a:buFont typeface="Arial" panose="020B0604020202020204" pitchFamily="34" charset="0"/>
              <a:buChar char="•"/>
            </a:pPr>
            <a:r>
              <a:rPr lang="pt-BR" sz="1600" b="1" kern="1200">
                <a:solidFill>
                  <a:schemeClr val="tx1"/>
                </a:solidFill>
                <a:latin typeface="+mn-lt"/>
              </a:rPr>
              <a:t>Onda 2 – os agentes passaram de assistentes a participantes de igual para igual – planejando, construindo e revisando ao longo de todo o ciclo de vida. Alguns times ainda estão começando a experimentar; muitas empresas já estão adotando em escala.</a:t>
            </a:r>
          </a:p>
          <a:p>
            <a:pPr marL="285750" indent="-285750" fontAlgn="base">
              <a:buFont typeface="Arial" panose="020B0604020202020204" pitchFamily="34" charset="0"/>
              <a:buChar char="•"/>
            </a:pPr>
            <a:r>
              <a:rPr lang="pt-BR" sz="1600" b="1" kern="1200">
                <a:solidFill>
                  <a:schemeClr val="tx1"/>
                </a:solidFill>
                <a:latin typeface="+mn-lt"/>
              </a:rPr>
              <a:t>Onda 3 – times e agentes trabalham em conjunto, com o desenvolvedor no centro, direcionando o trabalho. É para lá que o mundo está caminhando rapidamente.</a:t>
            </a:r>
          </a:p>
          <a:p>
            <a:pPr marL="285750" indent="-285750" fontAlgn="base">
              <a:buFont typeface="Arial" panose="020B0604020202020204" pitchFamily="34" charset="0"/>
              <a:buChar char="•"/>
            </a:pPr>
            <a:r>
              <a:rPr lang="pt-BR" sz="1600" kern="1200">
                <a:solidFill>
                  <a:schemeClr val="tx1"/>
                </a:solidFill>
                <a:latin typeface="+mn-lt"/>
              </a:rPr>
              <a:t>Então, hoje estamos bem no meio da passagem da Onda 2 para a Onda 3 – o pair programmer se tornando um verdadeiro par e colega de time, com os desenvolvedores no centro.</a:t>
            </a:r>
          </a:p>
        </p:txBody>
      </p:sp>
      <p:sp>
        <p:nvSpPr>
          <p:cNvPr id="4" name="Slide Number Placeholder 3">
            <a:extLst>
              <a:ext uri="{FF2B5EF4-FFF2-40B4-BE49-F238E27FC236}">
                <a16:creationId xmlns:a16="http://schemas.microsoft.com/office/drawing/2014/main" id="{A84C02B7-6F9A-AAEE-5DEE-48259F0EB4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2C496D6-EDA8-C048-9428-38F401FB1D5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3114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Sans-Serif"/>
              <a:buChar char="•"/>
            </a:pPr>
            <a:r>
              <a:rPr lang="pt-BR"/>
              <a:t>É aqui que o GitHub Copilot vem se expandindo: não apenas uma ferramenta em um lugar, mas IA que funciona onde os desenvolvedores já estão.</a:t>
            </a:r>
            <a:endParaRPr lang="en-US">
              <a:solidFill>
                <a:srgbClr val="444444"/>
              </a:solidFill>
            </a:endParaRPr>
          </a:p>
          <a:p>
            <a:pPr marL="171450" indent="-171450">
              <a:buFont typeface="Arial,Sans-Serif"/>
              <a:buChar char="•"/>
            </a:pPr>
            <a:r>
              <a:rPr lang="pt-BR"/>
              <a:t>A ideia central é: codificar, comandar e colaborar.</a:t>
            </a:r>
            <a:endParaRPr lang="en-US">
              <a:solidFill>
                <a:srgbClr val="444444"/>
              </a:solidFill>
            </a:endParaRPr>
          </a:p>
          <a:p>
            <a:pPr marL="171450" indent="-171450">
              <a:buFont typeface="Arial,Sans-Serif"/>
              <a:buChar char="•"/>
            </a:pPr>
            <a:r>
              <a:rPr lang="pt-BR"/>
              <a:t>O Copilot foi pensado para atender a necessidades diferentes — seja sua prioridade velocidade, precisão, custo ou flexibilidade. </a:t>
            </a:r>
            <a:endParaRPr lang="en-US">
              <a:solidFill>
                <a:srgbClr val="444444"/>
              </a:solidFill>
            </a:endParaRPr>
          </a:p>
          <a:p>
            <a:pPr marL="171450" indent="-171450">
              <a:buFont typeface="Arial,Sans-Serif"/>
              <a:buChar char="•"/>
            </a:pPr>
            <a:r>
              <a:rPr lang="pt-BR"/>
              <a:t>Ele também suporta diferentes formas de trabalhar: agentes do GitHub Copilot, agentes personalizados, agentes de terceiros e integrações com as ferramentas que os desenvolvedores já usam.</a:t>
            </a:r>
            <a:endParaRPr lang="en-US">
              <a:solidFill>
                <a:srgbClr val="444444"/>
              </a:solidFill>
            </a:endParaRPr>
          </a:p>
          <a:p>
            <a:pPr marL="171450" indent="-171450">
              <a:buFont typeface="Arial,Sans-Serif"/>
              <a:buChar char="•"/>
            </a:pPr>
            <a:r>
              <a:rPr lang="pt-BR"/>
              <a:t>Então, em vez de pensar no Copilot como “só um autocomplete”, devemos pensar nele como uma plataforma de IA mais ampla, presente em todo o workflow do desenvolvedor.</a:t>
            </a:r>
            <a:endParaRPr lang="en-US">
              <a:solidFill>
                <a:srgbClr val="444444"/>
              </a:solidFill>
            </a:endParaRPr>
          </a:p>
        </p:txBody>
      </p:sp>
      <p:sp>
        <p:nvSpPr>
          <p:cNvPr id="4" name="Slide Number Placeholder 3"/>
          <p:cNvSpPr>
            <a:spLocks noGrp="1"/>
          </p:cNvSpPr>
          <p:nvPr>
            <p:ph type="sldNum" sz="quarter" idx="5"/>
          </p:nvPr>
        </p:nvSpPr>
        <p:spPr/>
        <p:txBody>
          <a:bodyPr/>
          <a:lstStyle/>
          <a:p>
            <a:fld id="{813E318D-D634-447D-804D-1A35DED75EBD}" type="slidenum">
              <a:rPr lang="en-US"/>
              <a:t>3</a:t>
            </a:fld>
            <a:endParaRPr lang="en-US"/>
          </a:p>
        </p:txBody>
      </p:sp>
    </p:spTree>
    <p:extLst>
      <p:ext uri="{BB962C8B-B14F-4D97-AF65-F5344CB8AC3E}">
        <p14:creationId xmlns:p14="http://schemas.microsoft.com/office/powerpoint/2010/main" val="1481181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 GitHub Copilot está disponível em todo lugar onde você programa e para qualquer linguagem de programação que você usa.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3E318D-D634-447D-804D-1A35DED75EB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2566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E969-ECD5-BDCC-8B3F-7DAC9EC2A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27CCE-7783-73CE-A943-933A1AEBF0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D97A04-76D6-E6AE-1D85-B0D0A37E1B2F}"/>
              </a:ext>
            </a:extLst>
          </p:cNvPr>
          <p:cNvSpPr>
            <a:spLocks noGrp="1"/>
          </p:cNvSpPr>
          <p:nvPr>
            <p:ph type="body" idx="1"/>
          </p:nvPr>
        </p:nvSpPr>
        <p:spPr/>
        <p:txBody>
          <a:bodyPr/>
          <a:lstStyle/>
          <a:p>
            <a:pPr marL="285750" indent="-285750">
              <a:buFont typeface="Arial" panose="020B0604020202020204" pitchFamily="34" charset="0"/>
              <a:buChar char="•"/>
            </a:pPr>
            <a:r>
              <a:rPr lang="pt-BR" sz="1600" b="0">
                <a:solidFill>
                  <a:schemeClr val="tx1">
                    <a:lumMod val="65000"/>
                  </a:schemeClr>
                </a:solidFill>
              </a:rPr>
              <a:t>O Copilot está onde você trabalha.</a:t>
            </a:r>
          </a:p>
          <a:p>
            <a:pPr marL="285750" indent="-285750">
              <a:buFont typeface="Arial" panose="020B0604020202020204" pitchFamily="34" charset="0"/>
              <a:buChar char="•"/>
            </a:pPr>
            <a:r>
              <a:rPr lang="pt-BR" sz="1600" b="0">
                <a:solidFill>
                  <a:schemeClr val="tx1">
                    <a:lumMod val="65000"/>
                  </a:schemeClr>
                </a:solidFill>
              </a:rPr>
              <a:t>Se você guarda seu código no GitHub.com, ele está profundamente integrado lá, mas também está disponível em qualquer outro lugar – você nem precisa usar o GitHub para usar o GitHub Copilot.</a:t>
            </a:r>
            <a:endParaRPr lang="en-US" sz="1600" b="0">
              <a:solidFill>
                <a:schemeClr val="tx1">
                  <a:lumMod val="65000"/>
                </a:schemeClr>
              </a:solidFill>
              <a:ea typeface="Calibri"/>
              <a:cs typeface="Calibri"/>
            </a:endParaRPr>
          </a:p>
          <a:p>
            <a:pPr marL="285750" indent="-285750">
              <a:buFont typeface="Arial" panose="020B0604020202020204" pitchFamily="34" charset="0"/>
              <a:buChar char="•"/>
            </a:pPr>
            <a:r>
              <a:rPr lang="pt-BR" sz="1600" b="0">
                <a:solidFill>
                  <a:schemeClr val="tx1">
                    <a:lumMod val="65000"/>
                  </a:schemeClr>
                </a:solidFill>
              </a:rPr>
              <a:t>Ele é profundamente integrado ao VS Code, que é o principal editor de código para o GitHub Copilot, mas também está disponível em muitas outras IDEs, incluindo Visual Studio, JetBrains, Eclipse, Xcode e muitas outras.</a:t>
            </a:r>
            <a:endParaRPr lang="en-US" sz="1600" b="0">
              <a:solidFill>
                <a:schemeClr val="tx1">
                  <a:lumMod val="65000"/>
                </a:schemeClr>
              </a:solidFill>
              <a:ea typeface="Calibri"/>
              <a:cs typeface="Calibri"/>
            </a:endParaRPr>
          </a:p>
          <a:p>
            <a:pPr marL="285750" indent="-285750">
              <a:buFont typeface="Arial" panose="020B0604020202020204" pitchFamily="34" charset="0"/>
              <a:buChar char="•"/>
            </a:pPr>
            <a:r>
              <a:rPr lang="pt-BR" sz="1600" b="0">
                <a:solidFill>
                  <a:schemeClr val="tx1">
                    <a:lumMod val="65000"/>
                  </a:schemeClr>
                </a:solidFill>
              </a:rPr>
              <a:t>Ele está integrado ao app mobile, existe a GitHub Copilot CLI (nosso foco hoje) e você pode até delegar tarefas direto do Slack e do Teams ou de ferramentas populares de gestão de boards, como Azure DevOps ou Linear.</a:t>
            </a:r>
          </a:p>
        </p:txBody>
      </p:sp>
      <p:sp>
        <p:nvSpPr>
          <p:cNvPr id="4" name="Slide Number Placeholder 3">
            <a:extLst>
              <a:ext uri="{FF2B5EF4-FFF2-40B4-BE49-F238E27FC236}">
                <a16:creationId xmlns:a16="http://schemas.microsoft.com/office/drawing/2014/main" id="{58A39372-AC0F-4842-57EE-BC9FF4797435}"/>
              </a:ext>
            </a:extLst>
          </p:cNvPr>
          <p:cNvSpPr>
            <a:spLocks noGrp="1"/>
          </p:cNvSpPr>
          <p:nvPr>
            <p:ph type="sldNum" sz="quarter" idx="5"/>
          </p:nvPr>
        </p:nvSpPr>
        <p:spPr/>
        <p:txBody>
          <a:bodyPr/>
          <a:lstStyle/>
          <a:p>
            <a:fld id="{8E6C1656-E6D2-D941-BA7D-9511EB89057A}" type="slidenum">
              <a:rPr lang="en-US" smtClean="0"/>
              <a:t>5</a:t>
            </a:fld>
            <a:endParaRPr lang="en-US"/>
          </a:p>
        </p:txBody>
      </p:sp>
    </p:spTree>
    <p:extLst>
      <p:ext uri="{BB962C8B-B14F-4D97-AF65-F5344CB8AC3E}">
        <p14:creationId xmlns:p14="http://schemas.microsoft.com/office/powerpoint/2010/main" val="3486730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Tudo isso nos leva ao tema de hoje: a GitHub Copilot CLI, a interface de linha de comando (CLI) do GitHub Copilot, que permite usar o Copilot direto do seu terminal.</a:t>
            </a:r>
          </a:p>
          <a:p>
            <a:r>
              <a:rPr lang="pt-BR"/>
              <a:t>Observação: a GitHub Copilot CLI está disponível em todos os planos do Copilot. Se você recebe o Copilot por meio de uma organização, a política da Copilot CLI precisa estar habilitada nas configurações da organização.</a:t>
            </a:r>
          </a:p>
        </p:txBody>
      </p:sp>
      <p:sp>
        <p:nvSpPr>
          <p:cNvPr id="4" name="Slide Number Placeholder 3"/>
          <p:cNvSpPr>
            <a:spLocks noGrp="1"/>
          </p:cNvSpPr>
          <p:nvPr>
            <p:ph type="sldNum" sz="quarter" idx="5"/>
          </p:nvPr>
        </p:nvSpPr>
        <p:spPr/>
        <p:txBody>
          <a:bodyPr/>
          <a:lstStyle/>
          <a:p>
            <a:fld id="{625C53A8-59A0-4A49-BAB4-A832A26A8EF5}" type="slidenum">
              <a:rPr lang="en-US" smtClean="0"/>
              <a:t>6</a:t>
            </a:fld>
            <a:endParaRPr lang="en-US"/>
          </a:p>
        </p:txBody>
      </p:sp>
    </p:spTree>
    <p:extLst>
      <p:ext uri="{BB962C8B-B14F-4D97-AF65-F5344CB8AC3E}">
        <p14:creationId xmlns:p14="http://schemas.microsoft.com/office/powerpoint/2010/main" val="279160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pt-BR"/>
              <a:t> Como você deve imaginar, a GitHub Copilot CLI vem cheia de recursos: obviamente o modo interativo, mas também automação headless, assistência, geração e modificação de código, execução de ferramentas, scripts e comandos de shell. Ela consegue entender toda a sua base de código com contexto de múltiplos arquivos, tem hooks de ciclo de vida, vários modos para cada situação e, claro, integração com skills e servidores MCP.</a:t>
            </a:r>
          </a:p>
        </p:txBody>
      </p:sp>
      <p:sp>
        <p:nvSpPr>
          <p:cNvPr id="4" name="Slide Number Placeholder 3"/>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7386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Algo que você vai usar o tempo todo dentro da CLI são os comandos slash: por exemplo, trocar o agente ou o modelo que você quer usar, entrar e sair do modo plan ou do agente de review, carregar skills ou fazer um diff. Isso é só uma parte deles – novos comandos são adicionados o tempo todo para lidar com diferentes cenários de trabalho na CLI.</a:t>
            </a:r>
          </a:p>
          <a:p>
            <a:endParaRPr lang="en-US">
              <a:ea typeface="Calibri"/>
              <a:cs typeface="Calibri"/>
            </a:endParaRPr>
          </a:p>
          <a:p>
            <a:r>
              <a:rPr lang="pt-BR">
                <a:ea typeface="Calibri"/>
                <a:cs typeface="Calibri"/>
              </a:rPr>
              <a:t>Vamos nos aprofundar em algumas coisas que você vai usar todos os dias.</a:t>
            </a:r>
          </a:p>
        </p:txBody>
      </p:sp>
      <p:sp>
        <p:nvSpPr>
          <p:cNvPr id="4" name="Slide Number Placeholder 3"/>
          <p:cNvSpPr>
            <a:spLocks noGrp="1"/>
          </p:cNvSpPr>
          <p:nvPr>
            <p:ph type="sldNum" sz="quarter" idx="5"/>
          </p:nvPr>
        </p:nvSpPr>
        <p:spPr/>
        <p:txBody>
          <a:bodyPr/>
          <a:lstStyle/>
          <a:p>
            <a:fld id="{813E318D-D634-447D-804D-1A35DED75EBD}" type="slidenum">
              <a:rPr lang="en-US" smtClean="0"/>
              <a:t>8</a:t>
            </a:fld>
            <a:endParaRPr lang="en-US"/>
          </a:p>
        </p:txBody>
      </p:sp>
    </p:spTree>
    <p:extLst>
      <p:ext uri="{BB962C8B-B14F-4D97-AF65-F5344CB8AC3E}">
        <p14:creationId xmlns:p14="http://schemas.microsoft.com/office/powerpoint/2010/main" val="2592607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FE74D-5AE7-D571-4E78-995105F8C2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3BC2F-C3AB-C98E-EF49-4574655AD6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B2A03-4D67-1E38-5B0E-0586557C82E6}"/>
              </a:ext>
            </a:extLst>
          </p:cNvPr>
          <p:cNvSpPr>
            <a:spLocks noGrp="1"/>
          </p:cNvSpPr>
          <p:nvPr>
            <p:ph type="body" idx="1"/>
          </p:nvPr>
        </p:nvSpPr>
        <p:spPr/>
        <p:txBody>
          <a:bodyPr/>
          <a:lstStyle/>
          <a:p>
            <a:r>
              <a:rPr lang="pt-BR" sz="1200" b="0" i="0" kern="1200">
                <a:solidFill>
                  <a:schemeClr val="tx1"/>
                </a:solidFill>
                <a:effectLst/>
                <a:latin typeface="+mn-lt"/>
                <a:ea typeface="+mn-ea"/>
                <a:cs typeface="+mn-cs"/>
              </a:rPr>
              <a:t>Quando você entra no GitHub Copilot, começa no modo interativo, que permite trabalhar junto com o agente para iterar no seu trabalho. Quando ele precisa fazer alterações ou chamar uma ferramenta – por exemplo, para buscar informações na web ou no GitHub –, ele pede a sua aprovação e depois continua o trabalho e faz as edições. Mas há outros modos nativos, como o Plan e o Autopilot: o modo Plan permite trabalhar diretamente com um time de agentes para esclarecer dúvidas sobre o trabalho antes de partir para a implementação.</a:t>
            </a:r>
            <a:br>
              <a:rPr lang="en-US" sz="1200" b="0" i="0" kern="1200">
                <a:effectLst/>
                <a:cs typeface="+mn-lt"/>
              </a:rPr>
            </a:br>
            <a:br>
              <a:rPr lang="en-US" sz="1200" b="0" i="0" kern="1200">
                <a:effectLst/>
                <a:cs typeface="+mn-lt"/>
              </a:rPr>
            </a:br>
            <a:r>
              <a:rPr lang="pt-BR" sz="1200" b="0" i="0" kern="1200">
                <a:solidFill>
                  <a:schemeClr val="tx1"/>
                </a:solidFill>
                <a:effectLst/>
                <a:latin typeface="+mn-lt"/>
                <a:ea typeface="+mn-ea"/>
                <a:cs typeface="+mn-cs"/>
              </a:rPr>
              <a:t>Você pode usar Shift+Tab para alternar entre esses modos ou usar /plan para mudar de modo e trabalhar em um esboço do trabalho.</a:t>
            </a:r>
            <a:br>
              <a:rPr lang="en-US" sz="1200" b="0" i="0" kern="1200">
                <a:effectLst/>
                <a:cs typeface="+mn-lt"/>
              </a:rPr>
            </a:br>
            <a:br>
              <a:rPr lang="en-US" sz="1200" b="0" i="0" kern="1200">
                <a:effectLst/>
                <a:cs typeface="+mn-lt"/>
              </a:rPr>
            </a:br>
            <a:r>
              <a:rPr lang="pt-BR" sz="1200" b="0" i="0" kern="1200">
                <a:effectLst/>
                <a:cs typeface="+mn-lt"/>
              </a:rPr>
              <a:t>* Use /plan para criar uma estratégia de implementação antes de escrever código. </a:t>
            </a:r>
          </a:p>
          <a:p>
            <a:pPr marL="285750" indent="-285750">
              <a:buFont typeface="Arial"/>
              <a:buChar char="•"/>
            </a:pPr>
            <a:r>
              <a:rPr lang="pt-BR"/>
              <a:t>Deixe o Copilot analisar requisitos, dependências e possíveis abordagens.</a:t>
            </a:r>
          </a:p>
          <a:p>
            <a:pPr marL="285750" indent="-285750">
              <a:buFont typeface="Arial"/>
              <a:buChar char="•"/>
            </a:pPr>
            <a:r>
              <a:rPr lang="pt-BR"/>
              <a:t>Use /model para comparar abordagens e as capacidades dos modelos.</a:t>
            </a:r>
          </a:p>
          <a:p>
            <a:pPr marL="285750" indent="-285750">
              <a:buFont typeface="Arial"/>
              <a:buChar char="•"/>
            </a:pPr>
            <a:r>
              <a:rPr lang="pt-BR"/>
              <a:t>Mude para o autopilot quando estiver pronto para o Copilot executar o trabalho com menos interação manual. </a:t>
            </a:r>
          </a:p>
          <a:p>
            <a:pPr marL="285750" indent="-285750">
              <a:buFont typeface="Arial"/>
              <a:buChar char="•"/>
            </a:pPr>
            <a:r>
              <a:rPr lang="pt-BR"/>
              <a:t>O desenvolvedor define o objetivo, enquanto o Copilot ajuda a planejar e executar a implementação.</a:t>
            </a:r>
          </a:p>
          <a:p>
            <a:pPr marL="285750" indent="-285750">
              <a:buFont typeface="Arial"/>
              <a:buChar char="•"/>
            </a:pPr>
            <a:endParaRPr lang="en-US">
              <a:ea typeface="Calibri" panose="020F0502020204030204"/>
              <a:cs typeface="Calibri" panose="020F0502020204030204"/>
            </a:endParaRPr>
          </a:p>
          <a:p>
            <a:r>
              <a:rPr lang="pt-BR" sz="1200" b="0" i="0" kern="1200">
                <a:solidFill>
                  <a:schemeClr val="tx1"/>
                </a:solidFill>
                <a:effectLst/>
                <a:latin typeface="+mn-lt"/>
                <a:ea typeface="+mn-ea"/>
                <a:cs typeface="+mn-cs"/>
              </a:rPr>
              <a:t>E, quando quiser, você pode voltar ao modo interativo com Shift+Tab ou entrar no modo autopilot quando quiser que o Copilot leve a tarefa adiante sem aprovação passo a passo.</a:t>
            </a:r>
            <a:endParaRPr lang="en-US">
              <a:ea typeface="Calibri" panose="020F0502020204030204"/>
              <a:cs typeface="Calibri" panose="020F0502020204030204"/>
            </a:endParaRPr>
          </a:p>
          <a:p>
            <a:br>
              <a:rPr lang="en-US">
                <a:cs typeface="+mn-lt"/>
              </a:rPr>
            </a:br>
            <a:endParaRPr lang="en-US" sz="1200" b="0" i="0" kern="1200">
              <a:solidFill>
                <a:schemeClr val="tx1"/>
              </a:solidFill>
              <a:effectLst/>
              <a:latin typeface="+mn-lt"/>
              <a:ea typeface="Calibri"/>
              <a:cs typeface="Calibri"/>
            </a:endParaRPr>
          </a:p>
        </p:txBody>
      </p:sp>
      <p:sp>
        <p:nvSpPr>
          <p:cNvPr id="4" name="Slide Number Placeholder 3">
            <a:extLst>
              <a:ext uri="{FF2B5EF4-FFF2-40B4-BE49-F238E27FC236}">
                <a16:creationId xmlns:a16="http://schemas.microsoft.com/office/drawing/2014/main" id="{D69643B8-E7CE-B625-ED69-E5857360AB35}"/>
              </a:ext>
            </a:extLst>
          </p:cNvPr>
          <p:cNvSpPr>
            <a:spLocks noGrp="1"/>
          </p:cNvSpPr>
          <p:nvPr>
            <p:ph type="sldNum" sz="quarter" idx="5"/>
          </p:nvPr>
        </p:nvSpPr>
        <p:spPr/>
        <p:txBody>
          <a:bodyPr/>
          <a:lstStyle/>
          <a:p>
            <a:fld id="{625C53A8-59A0-4A49-BAB4-A832A26A8EF5}" type="slidenum">
              <a:rPr lang="en-US" smtClean="0"/>
              <a:t>9</a:t>
            </a:fld>
            <a:endParaRPr lang="en-US"/>
          </a:p>
        </p:txBody>
      </p:sp>
    </p:spTree>
    <p:extLst>
      <p:ext uri="{BB962C8B-B14F-4D97-AF65-F5344CB8AC3E}">
        <p14:creationId xmlns:p14="http://schemas.microsoft.com/office/powerpoint/2010/main" val="3575043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104C4-80ED-FBF7-3FA9-ACDFB3AA8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CB5DC-CB7A-6EE0-0344-7EF2EB27B0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0559DC-F1D9-8692-31C5-6D022A3AEB29}"/>
              </a:ext>
            </a:extLst>
          </p:cNvPr>
          <p:cNvSpPr>
            <a:spLocks noGrp="1"/>
          </p:cNvSpPr>
          <p:nvPr>
            <p:ph type="body" idx="1"/>
          </p:nvPr>
        </p:nvSpPr>
        <p:spPr/>
        <p:txBody>
          <a:bodyPr/>
          <a:lstStyle/>
          <a:p>
            <a:r>
              <a:rPr lang="pt-BR" sz="1200" b="0" i="0" kern="1200">
                <a:solidFill>
                  <a:schemeClr val="tx1"/>
                </a:solidFill>
                <a:effectLst/>
                <a:latin typeface="+mn-lt"/>
                <a:ea typeface="+mn-ea"/>
                <a:cs typeface="+mn-cs"/>
              </a:rPr>
              <a:t>Agora que conhecemos os modos, vamos falar sobre como moldar o comportamento do agente. </a:t>
            </a:r>
            <a:br>
              <a:rPr lang="en-US" sz="1200" b="0" i="0" kern="1200">
                <a:effectLst/>
                <a:cs typeface="+mn-lt"/>
              </a:rPr>
            </a:br>
            <a:br>
              <a:rPr lang="en-US" sz="1200" b="0" i="0" kern="1200">
                <a:effectLst/>
                <a:cs typeface="+mn-lt"/>
              </a:rPr>
            </a:br>
            <a:r>
              <a:rPr lang="pt-BR" sz="1200" b="0" i="0" kern="1200">
                <a:solidFill>
                  <a:schemeClr val="tx1"/>
                </a:solidFill>
                <a:effectLst/>
                <a:latin typeface="+mn-lt"/>
                <a:ea typeface="+mn-ea"/>
                <a:cs typeface="+mn-cs"/>
              </a:rPr>
              <a:t>Os padrões de mercado AGENTS.md e as custom instructions permitem definir boas práticas e convenções de código que o agente vai usar em toda requisição.</a:t>
            </a:r>
            <a:br>
              <a:rPr lang="en-US" sz="1200" b="0" i="0" kern="1200">
                <a:effectLst/>
                <a:cs typeface="+mn-lt"/>
              </a:rPr>
            </a:br>
            <a:br>
              <a:rPr lang="en-US" sz="1200" b="0" i="0" kern="1200">
                <a:effectLst/>
                <a:cs typeface="+mn-lt"/>
              </a:rPr>
            </a:br>
            <a:r>
              <a:rPr lang="pt-BR" sz="1200" b="0" i="0" kern="1200">
                <a:solidFill>
                  <a:schemeClr val="tx1"/>
                </a:solidFill>
                <a:effectLst/>
                <a:latin typeface="+mn-lt"/>
                <a:ea typeface="+mn-ea"/>
                <a:cs typeface="+mn-cs"/>
              </a:rPr>
              <a:t>Use Agent Skills para definir instruções personalizadas e acesso a ferramentas que são chamados sob demanda para fazer trabalhos específicos, como design de frontend ou acessibilidade; assim, o comportamento se mantém consistente entre modelos, sessões e trabalho delegado.</a:t>
            </a:r>
          </a:p>
          <a:p>
            <a:pPr marL="285750" indent="-285750">
              <a:buFont typeface="Arial"/>
              <a:buChar char="•"/>
            </a:pPr>
            <a:endParaRPr lang="en-US"/>
          </a:p>
          <a:p>
            <a:pPr marL="0" indent="0">
              <a:buFont typeface="Arial"/>
              <a:buNone/>
            </a:pPr>
            <a:r>
              <a:rPr lang="pt-BR"/>
              <a:t>Além disso, você pode criar agentes especializados para exploração, code reviews, execução de tarefas ou raciocínio complexo. </a:t>
            </a:r>
          </a:p>
          <a:p>
            <a:pPr marL="285750" indent="-285750">
              <a:buFont typeface="Arial"/>
              <a:buChar char="•"/>
            </a:pPr>
            <a:r>
              <a:rPr lang="pt-BR"/>
              <a:t>Ou seja, você pode criar agentes personalizados sob medida para os workflows, padrões e processos do seu time.</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D09866BE-9AB1-0802-F0EC-B6B4F3B60BA3}"/>
              </a:ext>
            </a:extLst>
          </p:cNvPr>
          <p:cNvSpPr>
            <a:spLocks noGrp="1"/>
          </p:cNvSpPr>
          <p:nvPr>
            <p:ph type="sldNum" sz="quarter" idx="5"/>
          </p:nvPr>
        </p:nvSpPr>
        <p:spPr/>
        <p:txBody>
          <a:bodyPr/>
          <a:lstStyle/>
          <a:p>
            <a:fld id="{625C53A8-59A0-4A49-BAB4-A832A26A8EF5}" type="slidenum">
              <a:rPr lang="en-US" smtClean="0"/>
              <a:t>10</a:t>
            </a:fld>
            <a:endParaRPr lang="en-US"/>
          </a:p>
        </p:txBody>
      </p:sp>
    </p:spTree>
    <p:extLst>
      <p:ext uri="{BB962C8B-B14F-4D97-AF65-F5344CB8AC3E}">
        <p14:creationId xmlns:p14="http://schemas.microsoft.com/office/powerpoint/2010/main" val="4131754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a:solidFill>
                  <a:schemeClr val="tx1"/>
                </a:solidFill>
                <a:effectLst/>
                <a:latin typeface="+mn-lt"/>
                <a:ea typeface="+mn-ea"/>
                <a:cs typeface="+mn-cs"/>
              </a:rPr>
              <a:t>Com a integração nativa com o GitHub, o Copilot consegue buscar issues, analisar labels e atividade e resumir o escopo, para que você vá do backlog à implementação sem sair caçando contexto.</a:t>
            </a:r>
          </a:p>
          <a:p>
            <a:pPr marL="171450" indent="-171450">
              <a:buFont typeface="Arial"/>
              <a:buChar char="•"/>
            </a:pPr>
            <a:r>
              <a:rPr lang="pt-BR"/>
              <a:t>Acesse issues do GitHub e o contexto do projeto direto do terminal.</a:t>
            </a:r>
          </a:p>
          <a:p>
            <a:pPr marL="171450" indent="-171450">
              <a:buFont typeface="Arial"/>
              <a:buChar char="•"/>
            </a:pPr>
            <a:r>
              <a:rPr lang="pt-BR"/>
              <a:t>Vá do backlog à implementação sem alternar entre o GitHub, o navegador e a sua IDE. </a:t>
            </a:r>
          </a:p>
          <a:p>
            <a:pPr marL="171450" indent="-171450">
              <a:buFont typeface="Arial"/>
              <a:buChar char="•"/>
            </a:pPr>
            <a:r>
              <a:rPr lang="pt-BR"/>
              <a:t>Mantenha o foco trazendo o contexto das issues direto para a experiência de codificação.</a:t>
            </a:r>
          </a:p>
          <a:p>
            <a:pPr marL="171450" indent="-171450">
              <a:buFont typeface="Arial"/>
              <a:buChar char="•"/>
            </a:pPr>
            <a:endParaRPr lang="en-US"/>
          </a:p>
          <a:p>
            <a:r>
              <a:rPr lang="pt-BR"/>
              <a:t>Isso funciona graças ao servidor MCP (Model Context Protocol) do GitHub, que já vem embutido, mas você sempre pode estender o Copilot com seus próprios servidores MCP, como Azure, Supabase, Microsoft Learn e outros, para adicionar mais ferramentas à sua caixa de ferramentas.  </a:t>
            </a:r>
            <a:endParaRPr lang="en-US">
              <a:ea typeface="Calibri"/>
              <a:cs typeface="Calibri"/>
            </a:endParaRPr>
          </a:p>
          <a:p>
            <a:endParaRPr lang="en-US">
              <a:ea typeface="Calibri"/>
              <a:cs typeface="Calibri"/>
            </a:endParaRPr>
          </a:p>
          <a:p>
            <a:r>
              <a:rPr lang="pt-BR"/>
              <a:t>Para ver suas sessões, gists, issues e PRs de forma mais fácil, basta usar as abas no topo da tela. Pressione Tab para navegar entre as abas. Selecione uma issue ou pull request e pressione c para inserir uma referência a ela no seu prompt; depois, peça ao Copilot para investigar, corrigir, comentar ou revisar. Pressione o para abrir o item selecionado no GitHub, no navegador, ou pressione / na aba Issues ou Pull requests para pesquisar no GitHub com sua própria consulta.</a:t>
            </a:r>
            <a:endParaRPr lang="en-US">
              <a:solidFill>
                <a:srgbClr val="444444"/>
              </a:solidFill>
            </a:endParaRPr>
          </a:p>
          <a:p>
            <a:endParaRPr lang="en-US">
              <a:solidFill>
                <a:srgbClr val="444444"/>
              </a:solidFill>
            </a:endParaRPr>
          </a:p>
          <a:p>
            <a:r>
              <a:rPr lang="pt-BR"/>
              <a:t>Você também pode clicar em uma aba com o mouse para abri-la. Nas configurações, é possível reordenar, ocultar ou desativar totalmente a barra de abas.</a:t>
            </a:r>
            <a:endParaRPr lang="en-US">
              <a:solidFill>
                <a:srgbClr val="444444"/>
              </a:solidFill>
            </a:endParaRPr>
          </a:p>
          <a:p>
            <a:endParaRPr lang="en-US">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625C53A8-59A0-4A49-BAB4-A832A26A8EF5}"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D8CF-657C-221F-0378-EFE6AFC45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041E9-C7D2-2A72-40C6-DC6DA8161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E95D2D-34D7-5DCF-B2FB-F61629DC8421}"/>
              </a:ext>
            </a:extLst>
          </p:cNvPr>
          <p:cNvSpPr>
            <a:spLocks noGrp="1"/>
          </p:cNvSpPr>
          <p:nvPr>
            <p:ph type="body" idx="1"/>
          </p:nvPr>
        </p:nvSpPr>
        <p:spPr/>
        <p:txBody>
          <a:bodyPr/>
          <a:lstStyle/>
          <a:p>
            <a:r>
              <a:rPr lang="pt-BR" sz="1200" b="0" i="0" kern="1200">
                <a:solidFill>
                  <a:schemeClr val="tx1"/>
                </a:solidFill>
                <a:effectLst/>
                <a:latin typeface="+mn-lt"/>
                <a:ea typeface="+mn-ea"/>
                <a:cs typeface="+mn-cs"/>
              </a:rPr>
              <a:t>Quer que o trabalho seja feito remotamente, na nuvem? A integração do GitHub Copilot cloud agent com o /delegate resolve isso. </a:t>
            </a:r>
          </a:p>
          <a:p>
            <a:endParaRPr lang="en-US" sz="1200" b="0" i="0" kern="1200">
              <a:solidFill>
                <a:schemeClr val="tx1"/>
              </a:solidFill>
              <a:effectLst/>
              <a:latin typeface="+mn-lt"/>
              <a:ea typeface="+mn-ea"/>
              <a:cs typeface="+mn-cs"/>
            </a:endParaRPr>
          </a:p>
          <a:p>
            <a:pPr marL="285750" indent="-285750">
              <a:buFont typeface="Arial"/>
              <a:buChar char="•"/>
            </a:pPr>
            <a:r>
              <a:rPr lang="pt-BR"/>
              <a:t>Delegue trabalho de engenharia a qualquer momento direto para o Copilot cloud agent. </a:t>
            </a:r>
          </a:p>
          <a:p>
            <a:pPr marL="285750" indent="-285750">
              <a:buFont typeface="Arial"/>
              <a:buChar char="•"/>
            </a:pPr>
            <a:r>
              <a:rPr lang="pt-BR"/>
              <a:t>O Copilot pode criar uma branch, implementar as alterações e abrir um pull request em rascunho na nuvem para você.</a:t>
            </a:r>
          </a:p>
          <a:p>
            <a:pPr marL="285750" indent="-285750">
              <a:buFont typeface="Arial"/>
              <a:buChar char="•"/>
            </a:pPr>
            <a:r>
              <a:rPr lang="pt-BR"/>
              <a:t>Continue trabalhando enquanto o agente conclui as tarefas em segundo plano. </a:t>
            </a:r>
          </a:p>
          <a:p>
            <a:pPr marL="0" indent="0">
              <a:buFont typeface="Arial"/>
              <a:buNone/>
            </a:pPr>
            <a:endParaRPr lang="en-US">
              <a:ea typeface="Calibri"/>
              <a:cs typeface="Calibri"/>
            </a:endParaRPr>
          </a:p>
          <a:p>
            <a:pPr marL="0" indent="0">
              <a:buFont typeface="Arial"/>
              <a:buNone/>
            </a:pPr>
            <a:r>
              <a:rPr lang="pt-BR">
                <a:ea typeface="Calibri"/>
                <a:cs typeface="Calibri"/>
              </a:rPr>
              <a:t>E, a qualquer momento, você pode usar /diff e reviews de PR para inspecionar e validar as alterações geradas. </a:t>
            </a:r>
          </a:p>
          <a:p>
            <a:pPr marL="0" indent="0">
              <a:buFont typeface="Arial"/>
              <a:buNone/>
            </a:pPr>
            <a:endParaRPr lang="en-US">
              <a:ea typeface="Calibri"/>
              <a:cs typeface="Calibri"/>
            </a:endParaRPr>
          </a:p>
        </p:txBody>
      </p:sp>
      <p:sp>
        <p:nvSpPr>
          <p:cNvPr id="4" name="Slide Number Placeholder 3">
            <a:extLst>
              <a:ext uri="{FF2B5EF4-FFF2-40B4-BE49-F238E27FC236}">
                <a16:creationId xmlns:a16="http://schemas.microsoft.com/office/drawing/2014/main" id="{EEE59096-03C2-BA8A-DB48-B4CD81D1AFAE}"/>
              </a:ext>
            </a:extLst>
          </p:cNvPr>
          <p:cNvSpPr>
            <a:spLocks noGrp="1"/>
          </p:cNvSpPr>
          <p:nvPr>
            <p:ph type="sldNum" sz="quarter" idx="5"/>
          </p:nvPr>
        </p:nvSpPr>
        <p:spPr/>
        <p:txBody>
          <a:bodyPr/>
          <a:lstStyle/>
          <a:p>
            <a:fld id="{625C53A8-59A0-4A49-BAB4-A832A26A8EF5}" type="slidenum">
              <a:rPr lang="en-US" smtClean="0"/>
              <a:t>12</a:t>
            </a:fld>
            <a:endParaRPr lang="en-US"/>
          </a:p>
        </p:txBody>
      </p:sp>
    </p:spTree>
    <p:extLst>
      <p:ext uri="{BB962C8B-B14F-4D97-AF65-F5344CB8AC3E}">
        <p14:creationId xmlns:p14="http://schemas.microsoft.com/office/powerpoint/2010/main" val="4096568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D3B92-2343-A405-08ED-C87F5B6CE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2F9F1-CD10-E2C6-83A4-E0DB854DBD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7576AB-FF49-29B7-469A-4180C1E71A1D}"/>
              </a:ext>
            </a:extLst>
          </p:cNvPr>
          <p:cNvSpPr>
            <a:spLocks noGrp="1"/>
          </p:cNvSpPr>
          <p:nvPr>
            <p:ph type="body" idx="1"/>
          </p:nvPr>
        </p:nvSpPr>
        <p:spPr/>
        <p:txBody>
          <a:bodyPr/>
          <a:lstStyle/>
          <a:p>
            <a:r>
              <a:rPr lang="pt-BR" sz="1200" b="0" i="0" kern="1200">
                <a:solidFill>
                  <a:schemeClr val="tx1"/>
                </a:solidFill>
                <a:effectLst/>
                <a:latin typeface="+mn-lt"/>
                <a:ea typeface="+mn-ea"/>
                <a:cs typeface="+mn-cs"/>
              </a:rPr>
              <a:t>Precisa acessar a CLI e a sua máquina de QUALQUER lugar do mundo? O /remote resolve isso.</a:t>
            </a:r>
          </a:p>
          <a:p>
            <a:endParaRPr lang="en-US" sz="1200" b="0" i="0" kern="1200">
              <a:solidFill>
                <a:schemeClr val="tx1"/>
              </a:solidFill>
              <a:effectLst/>
              <a:latin typeface="+mn-lt"/>
              <a:ea typeface="+mn-ea"/>
              <a:cs typeface="+mn-cs"/>
            </a:endParaRPr>
          </a:p>
          <a:p>
            <a:r>
              <a:rPr lang="pt-BR" sz="1200" b="0" i="0" kern="1200">
                <a:solidFill>
                  <a:schemeClr val="tx1"/>
                </a:solidFill>
                <a:effectLst/>
                <a:latin typeface="+mn-lt"/>
                <a:ea typeface="+mn-ea"/>
                <a:cs typeface="+mn-cs"/>
              </a:rPr>
              <a:t>Comece no terminal e depois acompanhe, direcione e faça merge pelo GitHub.com ou pelo celular.</a:t>
            </a:r>
          </a:p>
          <a:p>
            <a:pPr marL="285750" indent="-285750">
              <a:buFont typeface="Arial"/>
              <a:buChar char="•"/>
            </a:pPr>
            <a:r>
              <a:rPr lang="pt-BR"/>
              <a:t>Inicie uma sessão da Copilot CLI na sua estação de trabalho e acompanhe de qualquer lugar. </a:t>
            </a:r>
          </a:p>
          <a:p>
            <a:pPr marL="285750" indent="-285750">
              <a:buFont typeface="Arial"/>
              <a:buChar char="•"/>
            </a:pPr>
            <a:r>
              <a:rPr lang="pt-BR"/>
              <a:t>Use /remote para acessar e direcionar uma sessão em execução pelo GitHub.com ou pelo GitHub Mobile.</a:t>
            </a:r>
          </a:p>
          <a:p>
            <a:pPr marL="285750" indent="-285750">
              <a:buFont typeface="Arial"/>
              <a:buChar char="•"/>
            </a:pPr>
            <a:r>
              <a:rPr lang="pt-BR"/>
              <a:t>Revise a saída, responda a prompts e aprove permissões remotamente.</a:t>
            </a:r>
          </a:p>
          <a:p>
            <a:pPr marL="285750" indent="-285750">
              <a:buFont typeface="Arial"/>
              <a:buChar char="•"/>
            </a:pPr>
            <a:r>
              <a:rPr lang="pt-BR"/>
              <a:t>Ideal para tarefas longas quando você está longe da sua máquina.</a:t>
            </a:r>
          </a:p>
          <a:p>
            <a:pPr marL="285750" indent="-285750">
              <a:buFont typeface="Arial"/>
              <a:buChar char="•"/>
            </a:pPr>
            <a:r>
              <a:rPr lang="pt-BR"/>
              <a:t>O trabalho continua na máquina original enquanto você interage por uma interface de controle remoto. </a:t>
            </a:r>
            <a:endParaRPr lang="en-US">
              <a:ea typeface="Calibri"/>
              <a:cs typeface="Calibri"/>
            </a:endParaRPr>
          </a:p>
        </p:txBody>
      </p:sp>
      <p:sp>
        <p:nvSpPr>
          <p:cNvPr id="4" name="Slide Number Placeholder 3">
            <a:extLst>
              <a:ext uri="{FF2B5EF4-FFF2-40B4-BE49-F238E27FC236}">
                <a16:creationId xmlns:a16="http://schemas.microsoft.com/office/drawing/2014/main" id="{4D3AD662-53CF-6C6B-C8B2-B5BFD6C6E5B2}"/>
              </a:ext>
            </a:extLst>
          </p:cNvPr>
          <p:cNvSpPr>
            <a:spLocks noGrp="1"/>
          </p:cNvSpPr>
          <p:nvPr>
            <p:ph type="sldNum" sz="quarter" idx="5"/>
          </p:nvPr>
        </p:nvSpPr>
        <p:spPr/>
        <p:txBody>
          <a:bodyPr/>
          <a:lstStyle/>
          <a:p>
            <a:fld id="{625C53A8-59A0-4A49-BAB4-A832A26A8EF5}" type="slidenum">
              <a:rPr lang="en-US" smtClean="0"/>
              <a:t>13</a:t>
            </a:fld>
            <a:endParaRPr lang="en-US"/>
          </a:p>
        </p:txBody>
      </p:sp>
    </p:spTree>
    <p:extLst>
      <p:ext uri="{BB962C8B-B14F-4D97-AF65-F5344CB8AC3E}">
        <p14:creationId xmlns:p14="http://schemas.microsoft.com/office/powerpoint/2010/main" val="2658207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A CLI também tem uma consciência de contexto poderosa. Ela tem o conceito de infinite sessions, o que significa que você nunca precisa se preocupar de verdade com o contexto: ele é gerenciado automaticamente. A qualquer momento, você pode usar /context para visualizar o contexto atual e como as coisas estão, ou /compact para compactar e resumir o contexto atual – mas, graças às infinite sessions, ela já faz isso automaticamente para você.</a:t>
            </a:r>
          </a:p>
        </p:txBody>
      </p:sp>
      <p:sp>
        <p:nvSpPr>
          <p:cNvPr id="4" name="Slide Number Placeholder 3"/>
          <p:cNvSpPr>
            <a:spLocks noGrp="1"/>
          </p:cNvSpPr>
          <p:nvPr>
            <p:ph type="sldNum" sz="quarter" idx="5"/>
          </p:nvPr>
        </p:nvSpPr>
        <p:spPr/>
        <p:txBody>
          <a:bodyPr/>
          <a:lstStyle/>
          <a:p>
            <a:fld id="{813E318D-D634-447D-804D-1A35DED75EBD}" type="slidenum">
              <a:rPr lang="en-US" smtClean="0"/>
              <a:t>14</a:t>
            </a:fld>
            <a:endParaRPr lang="en-US"/>
          </a:p>
        </p:txBody>
      </p:sp>
    </p:spTree>
    <p:extLst>
      <p:ext uri="{BB962C8B-B14F-4D97-AF65-F5344CB8AC3E}">
        <p14:creationId xmlns:p14="http://schemas.microsoft.com/office/powerpoint/2010/main" val="2358129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43190-91E5-C1A6-DA16-B4D6E2C33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D76E8-1CF2-0F0B-2377-744BCC2A3B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A5872-E7B6-6042-D073-7C9F4B5C2881}"/>
              </a:ext>
            </a:extLst>
          </p:cNvPr>
          <p:cNvSpPr>
            <a:spLocks noGrp="1"/>
          </p:cNvSpPr>
          <p:nvPr>
            <p:ph type="body" idx="1"/>
          </p:nvPr>
        </p:nvSpPr>
        <p:spPr/>
        <p:txBody>
          <a:bodyPr/>
          <a:lstStyle/>
          <a:p>
            <a:r>
              <a:rPr lang="pt-BR"/>
              <a:t>A Copilot CLI também dá flexibilidade para escolher qual modelo de IA move a sua sessão. Use /model para navegar e escolher entre modelos da Microsoft, Anthropic, OpenAI, Google, Moonshot AI e outros provedores. Se você tem um provedor ou modelo preferido, também pode trazer a sua própria chave. E o /rubber-duck é uma forma útil de conseguir uma segunda opinião: ele roda um code review com um modelo de IA diferente, em vez de pedir ao mesmo modelo para revisar o próprio trabalho.</a:t>
            </a:r>
          </a:p>
          <a:p>
            <a:endParaRPr lang="en-US">
              <a:ea typeface="Calibri"/>
              <a:cs typeface="Calibri"/>
            </a:endParaRPr>
          </a:p>
          <a:p>
            <a:r>
              <a:rPr lang="pt-BR">
                <a:ea typeface="Calibri"/>
                <a:cs typeface="Calibri"/>
              </a:rPr>
              <a:t>Observação: assinaturas diferentes do Copilot têm acesso a modelos diferentes.</a:t>
            </a:r>
          </a:p>
        </p:txBody>
      </p:sp>
      <p:sp>
        <p:nvSpPr>
          <p:cNvPr id="4" name="Slide Number Placeholder 3">
            <a:extLst>
              <a:ext uri="{FF2B5EF4-FFF2-40B4-BE49-F238E27FC236}">
                <a16:creationId xmlns:a16="http://schemas.microsoft.com/office/drawing/2014/main" id="{A04097C8-F0EC-BDD9-E2A6-61F758228C24}"/>
              </a:ext>
            </a:extLst>
          </p:cNvPr>
          <p:cNvSpPr>
            <a:spLocks noGrp="1"/>
          </p:cNvSpPr>
          <p:nvPr>
            <p:ph type="sldNum" sz="quarter" idx="5"/>
          </p:nvPr>
        </p:nvSpPr>
        <p:spPr/>
        <p:txBody>
          <a:bodyPr/>
          <a:lstStyle/>
          <a:p>
            <a:fld id="{813E318D-D634-447D-804D-1A35DED75EBD}" type="slidenum">
              <a:rPr lang="en-US" smtClean="0"/>
              <a:t>15</a:t>
            </a:fld>
            <a:endParaRPr lang="en-US"/>
          </a:p>
        </p:txBody>
      </p:sp>
    </p:spTree>
    <p:extLst>
      <p:ext uri="{BB962C8B-B14F-4D97-AF65-F5344CB8AC3E}">
        <p14:creationId xmlns:p14="http://schemas.microsoft.com/office/powerpoint/2010/main" val="1435884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Outra coisa que você pode fazer é mencionar especificamente os arquivos de código em que quer trabalhar, direto dentro de um prompt. Você pode até passar imagens, arrastando e soltando ou colando direto na CLI; aí ela usa a API de visão para entender a imagem e, claro, consegue ler esses arquivos diretamente. É uma ótima forma de guiar o agente para o que você precisa que seja feito.</a:t>
            </a:r>
          </a:p>
        </p:txBody>
      </p:sp>
      <p:sp>
        <p:nvSpPr>
          <p:cNvPr id="4" name="Slide Number Placeholder 3"/>
          <p:cNvSpPr>
            <a:spLocks noGrp="1"/>
          </p:cNvSpPr>
          <p:nvPr>
            <p:ph type="sldNum" sz="quarter" idx="5"/>
          </p:nvPr>
        </p:nvSpPr>
        <p:spPr/>
        <p:txBody>
          <a:bodyPr/>
          <a:lstStyle/>
          <a:p>
            <a:fld id="{813E318D-D634-447D-804D-1A35DED75EBD}" type="slidenum">
              <a:rPr lang="en-US" smtClean="0"/>
              <a:t>16</a:t>
            </a:fld>
            <a:endParaRPr lang="en-US"/>
          </a:p>
        </p:txBody>
      </p:sp>
    </p:spTree>
    <p:extLst>
      <p:ext uri="{BB962C8B-B14F-4D97-AF65-F5344CB8AC3E}">
        <p14:creationId xmlns:p14="http://schemas.microsoft.com/office/powerpoint/2010/main" val="2988554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 última coisa que quero mostrar é que você pode rodar várias sessões do Copilot em paralelo, ao mesmo tempo. Você pode ter várias abas divididas – por exemplo, vários terminais abertos –, pode rodar agentes de tarefas dentro do VS Code, de forma interativa ou em segundo plano, ou em qualquer outra IDE. Dá para rodar tudo isso ao mesmo tempo em várias bases de código, e isso é só a ponta do iceberg da CLI.</a:t>
            </a:r>
          </a:p>
        </p:txBody>
      </p:sp>
      <p:sp>
        <p:nvSpPr>
          <p:cNvPr id="4" name="Slide Number Placeholder 3"/>
          <p:cNvSpPr>
            <a:spLocks noGrp="1"/>
          </p:cNvSpPr>
          <p:nvPr>
            <p:ph type="sldNum" sz="quarter" idx="5"/>
          </p:nvPr>
        </p:nvSpPr>
        <p:spPr/>
        <p:txBody>
          <a:bodyPr/>
          <a:lstStyle/>
          <a:p>
            <a:fld id="{813E318D-D634-447D-804D-1A35DED75EBD}" type="slidenum">
              <a:rPr lang="en-US" smtClean="0"/>
              <a:t>17</a:t>
            </a:fld>
            <a:endParaRPr lang="en-US"/>
          </a:p>
        </p:txBody>
      </p:sp>
    </p:spTree>
    <p:extLst>
      <p:ext uri="{BB962C8B-B14F-4D97-AF65-F5344CB8AC3E}">
        <p14:creationId xmlns:p14="http://schemas.microsoft.com/office/powerpoint/2010/main" val="345773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 Copilot CLI está disponível para Windows, Mac e Linux. Você pode instalá-la com ferramentas comuns, como winget ou Homebrew, e, claro, também com o npm. Depois de instalada, a CLI se atualiza automaticamente, ou você pode rodar copilot update para verificar atualizações manualmente.</a:t>
            </a:r>
          </a:p>
        </p:txBody>
      </p:sp>
      <p:sp>
        <p:nvSpPr>
          <p:cNvPr id="4" name="Slide Number Placeholder 3"/>
          <p:cNvSpPr>
            <a:spLocks noGrp="1"/>
          </p:cNvSpPr>
          <p:nvPr>
            <p:ph type="sldNum" sz="quarter" idx="5"/>
          </p:nvPr>
        </p:nvSpPr>
        <p:spPr/>
        <p:txBody>
          <a:bodyPr/>
          <a:lstStyle/>
          <a:p>
            <a:fld id="{813E318D-D634-447D-804D-1A35DED75EBD}" type="slidenum">
              <a:rPr lang="en-US" smtClean="0"/>
              <a:t>18</a:t>
            </a:fld>
            <a:endParaRPr lang="en-US"/>
          </a:p>
        </p:txBody>
      </p:sp>
    </p:spTree>
    <p:extLst>
      <p:ext uri="{BB962C8B-B14F-4D97-AF65-F5344CB8AC3E}">
        <p14:creationId xmlns:p14="http://schemas.microsoft.com/office/powerpoint/2010/main" val="156877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Vamos ver isso na prática.</a:t>
            </a:r>
          </a:p>
        </p:txBody>
      </p:sp>
      <p:sp>
        <p:nvSpPr>
          <p:cNvPr id="4" name="Slide Number Placeholder 3"/>
          <p:cNvSpPr>
            <a:spLocks noGrp="1"/>
          </p:cNvSpPr>
          <p:nvPr>
            <p:ph type="sldNum" sz="quarter" idx="5"/>
          </p:nvPr>
        </p:nvSpPr>
        <p:spPr/>
        <p:txBody>
          <a:bodyPr/>
          <a:lstStyle/>
          <a:p>
            <a:fld id="{813E318D-D634-447D-804D-1A35DED75EBD}" type="slidenum">
              <a:rPr lang="en-US" smtClean="0"/>
              <a:t>19</a:t>
            </a:fld>
            <a:endParaRPr lang="en-US"/>
          </a:p>
        </p:txBody>
      </p:sp>
    </p:spTree>
    <p:extLst>
      <p:ext uri="{BB962C8B-B14F-4D97-AF65-F5344CB8AC3E}">
        <p14:creationId xmlns:p14="http://schemas.microsoft.com/office/powerpoint/2010/main" val="33386253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1FE1-3588-0118-F241-6A5060C93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97F53-07FF-31C3-EFD9-29C2230EB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6AD59-87E5-7B22-062B-BF121884858B}"/>
              </a:ext>
            </a:extLst>
          </p:cNvPr>
          <p:cNvSpPr>
            <a:spLocks noGrp="1"/>
          </p:cNvSpPr>
          <p:nvPr>
            <p:ph type="body" idx="1"/>
          </p:nvPr>
        </p:nvSpPr>
        <p:spPr/>
        <p:txBody>
          <a:bodyPr/>
          <a:lstStyle/>
          <a:p>
            <a:r>
              <a:rPr lang="pt-BR"/>
              <a:t>Incentive os participantes a deixarem seu feedback sobre o evento.</a:t>
            </a:r>
          </a:p>
        </p:txBody>
      </p:sp>
      <p:sp>
        <p:nvSpPr>
          <p:cNvPr id="4" name="Slide Number Placeholder 3">
            <a:extLst>
              <a:ext uri="{FF2B5EF4-FFF2-40B4-BE49-F238E27FC236}">
                <a16:creationId xmlns:a16="http://schemas.microsoft.com/office/drawing/2014/main" id="{ED419E9E-8C40-3D12-C5EA-0EB4BEE4F6D8}"/>
              </a:ext>
            </a:extLst>
          </p:cNvPr>
          <p:cNvSpPr>
            <a:spLocks noGrp="1"/>
          </p:cNvSpPr>
          <p:nvPr>
            <p:ph type="sldNum" sz="quarter" idx="5"/>
          </p:nvPr>
        </p:nvSpPr>
        <p:spPr/>
        <p:txBody>
          <a:bodyPr/>
          <a:lstStyle/>
          <a:p>
            <a:fld id="{813E318D-D634-447D-804D-1A35DED75EBD}" type="slidenum">
              <a:rPr lang="en-US" smtClean="0"/>
              <a:t>20</a:t>
            </a:fld>
            <a:endParaRPr lang="en-US"/>
          </a:p>
        </p:txBody>
      </p:sp>
    </p:spTree>
    <p:extLst>
      <p:ext uri="{BB962C8B-B14F-4D97-AF65-F5344CB8AC3E}">
        <p14:creationId xmlns:p14="http://schemas.microsoft.com/office/powerpoint/2010/main" val="1988972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 Muito bem, vamos abrir para perguntas e respostas.</a:t>
            </a:r>
          </a:p>
        </p:txBody>
      </p:sp>
      <p:sp>
        <p:nvSpPr>
          <p:cNvPr id="4" name="Slide Number Placeholder 3"/>
          <p:cNvSpPr>
            <a:spLocks noGrp="1"/>
          </p:cNvSpPr>
          <p:nvPr>
            <p:ph type="sldNum" sz="quarter" idx="5"/>
          </p:nvPr>
        </p:nvSpPr>
        <p:spPr/>
        <p:txBody>
          <a:bodyPr/>
          <a:lstStyle/>
          <a:p>
            <a:fld id="{813E318D-D634-447D-804D-1A35DED75EBD}" type="slidenum">
              <a:rPr lang="en-US" smtClean="0"/>
              <a:t>22</a:t>
            </a:fld>
            <a:endParaRPr lang="en-US"/>
          </a:p>
        </p:txBody>
      </p:sp>
    </p:spTree>
    <p:extLst>
      <p:ext uri="{BB962C8B-B14F-4D97-AF65-F5344CB8AC3E}">
        <p14:creationId xmlns:p14="http://schemas.microsoft.com/office/powerpoint/2010/main" val="2047424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ernal/Town Halls_Blan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162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Splash page - event logo">
    <p:bg>
      <p:bgPr>
        <a:solidFill>
          <a:srgbClr val="000000"/>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1FFF5AE7-693A-1EA1-448A-851073E1E86B}"/>
              </a:ext>
            </a:extLst>
          </p:cNvPr>
          <p:cNvSpPr>
            <a:spLocks noGrp="1"/>
          </p:cNvSpPr>
          <p:nvPr>
            <p:ph type="pic" sz="quarter" idx="10" hasCustomPrompt="1"/>
          </p:nvPr>
        </p:nvSpPr>
        <p:spPr>
          <a:xfrm>
            <a:off x="6096000" y="887157"/>
            <a:ext cx="5263744" cy="5083685"/>
          </a:xfrm>
          <a:prstGeom prst="roundRect">
            <a:avLst>
              <a:gd name="adj" fmla="val 2850"/>
            </a:avLst>
          </a:prstGeom>
          <a:noFill/>
          <a:ln>
            <a:solidFill>
              <a:schemeClr val="tx2"/>
            </a:solidFill>
          </a:ln>
          <a:effectLst>
            <a:outerShdw blurRad="226684" dist="365489" dir="5400000" algn="t" rotWithShape="0">
              <a:prstClr val="black">
                <a:alpha val="40000"/>
              </a:prstClr>
            </a:outerShdw>
          </a:effectLst>
        </p:spPr>
        <p:txBody>
          <a:bodyPr anchor="ctr"/>
          <a:lstStyle>
            <a:lvl1pPr algn="ctr">
              <a:defRPr sz="1800">
                <a:latin typeface="Aptos" pitchFamily="2" charset="77"/>
              </a:defRPr>
            </a:lvl1pPr>
          </a:lstStyle>
          <a:p>
            <a:r>
              <a:rPr lang="en-US"/>
              <a:t>Click to add an image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738765" y="4406716"/>
            <a:ext cx="443590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7" name="Text Placeholder 23">
            <a:extLst>
              <a:ext uri="{FF2B5EF4-FFF2-40B4-BE49-F238E27FC236}">
                <a16:creationId xmlns:a16="http://schemas.microsoft.com/office/drawing/2014/main" id="{9C4B9E08-03E4-3991-C992-D35CCFCE104B}"/>
              </a:ext>
            </a:extLst>
          </p:cNvPr>
          <p:cNvSpPr>
            <a:spLocks noGrp="1"/>
          </p:cNvSpPr>
          <p:nvPr>
            <p:ph type="body" sz="quarter" idx="30" hasCustomPrompt="1"/>
          </p:nvPr>
        </p:nvSpPr>
        <p:spPr>
          <a:xfrm>
            <a:off x="738767" y="1573760"/>
            <a:ext cx="4435906" cy="2685089"/>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that should be 10 words or less</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738765" y="887157"/>
            <a:ext cx="443590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Tree>
    <p:extLst>
      <p:ext uri="{BB962C8B-B14F-4D97-AF65-F5344CB8AC3E}">
        <p14:creationId xmlns:p14="http://schemas.microsoft.com/office/powerpoint/2010/main" val="60047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urity_Roadmap slide_1 feature">
    <p:bg>
      <p:bgPr>
        <a:solidFill>
          <a:schemeClr val="bg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C7943A-B90A-54C3-B112-3171A8FDB2FD}"/>
              </a:ext>
            </a:extLst>
          </p:cNvPr>
          <p:cNvSpPr>
            <a:spLocks noGrp="1"/>
          </p:cNvSpPr>
          <p:nvPr>
            <p:ph type="pic" sz="quarter" idx="32"/>
          </p:nvPr>
        </p:nvSpPr>
        <p:spPr>
          <a:xfrm>
            <a:off x="6088062" y="0"/>
            <a:ext cx="6103938" cy="6858000"/>
          </a:xfrm>
          <a:prstGeom prst="rect">
            <a:avLst/>
          </a:prstGeom>
        </p:spPr>
        <p:txBody>
          <a:bodyPr/>
          <a:lstStyle/>
          <a:p>
            <a:r>
              <a:rPr lang="en-US"/>
              <a:t>Click icon to add picture</a:t>
            </a:r>
          </a:p>
        </p:txBody>
      </p:sp>
      <p:sp>
        <p:nvSpPr>
          <p:cNvPr id="4" name="Text Placeholder 23">
            <a:extLst>
              <a:ext uri="{FF2B5EF4-FFF2-40B4-BE49-F238E27FC236}">
                <a16:creationId xmlns:a16="http://schemas.microsoft.com/office/drawing/2014/main" id="{5FBBC732-E702-3E6F-497C-7F29694D13F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6" name="Text Placeholder 23">
            <a:extLst>
              <a:ext uri="{FF2B5EF4-FFF2-40B4-BE49-F238E27FC236}">
                <a16:creationId xmlns:a16="http://schemas.microsoft.com/office/drawing/2014/main" id="{36049FF2-2512-15EC-0BC5-02E04BA2768C}"/>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7" name="Title 3">
            <a:extLst>
              <a:ext uri="{FF2B5EF4-FFF2-40B4-BE49-F238E27FC236}">
                <a16:creationId xmlns:a16="http://schemas.microsoft.com/office/drawing/2014/main" id="{70DE6B89-9C84-0073-FFF4-317627227D3A}"/>
              </a:ext>
            </a:extLst>
          </p:cNvPr>
          <p:cNvSpPr>
            <a:spLocks noGrp="1"/>
          </p:cNvSpPr>
          <p:nvPr>
            <p:ph type="title" hasCustomPrompt="1"/>
          </p:nvPr>
        </p:nvSpPr>
        <p:spPr>
          <a:xfrm>
            <a:off x="380678" y="1078522"/>
            <a:ext cx="5329526" cy="2860431"/>
          </a:xfrm>
          <a:prstGeom prst="rect">
            <a:avLst/>
          </a:prstGeom>
        </p:spPr>
        <p:txBody>
          <a:bodyPr anchor="t"/>
          <a:lstStyle>
            <a:lvl1pPr>
              <a:defRPr b="1" i="0">
                <a:solidFill>
                  <a:schemeClr val="tx1"/>
                </a:solidFill>
                <a:latin typeface="Aptos" pitchFamily="2" charset="77"/>
              </a:defRPr>
            </a:lvl1pPr>
          </a:lstStyle>
          <a:p>
            <a:r>
              <a:rPr lang="en-US"/>
              <a:t>The name of the new feature/tool</a:t>
            </a:r>
          </a:p>
        </p:txBody>
      </p:sp>
      <p:sp>
        <p:nvSpPr>
          <p:cNvPr id="9" name="Rectangle 8">
            <a:extLst>
              <a:ext uri="{FF2B5EF4-FFF2-40B4-BE49-F238E27FC236}">
                <a16:creationId xmlns:a16="http://schemas.microsoft.com/office/drawing/2014/main" id="{A6F09B9F-3FE4-6399-1385-FFD635ADD1DA}"/>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17D17F9-863A-DEA9-AD9D-B5963C46FDA4}"/>
              </a:ext>
            </a:extLst>
          </p:cNvPr>
          <p:cNvSpPr/>
          <p:nvPr/>
        </p:nvSpPr>
        <p:spPr>
          <a:xfrm>
            <a:off x="-6317174" y="1078345"/>
            <a:ext cx="2669164" cy="415936"/>
          </a:xfrm>
          <a:prstGeom prst="roundRect">
            <a:avLst>
              <a:gd name="adj" fmla="val 50000"/>
            </a:avLst>
          </a:prstGeom>
          <a:noFill/>
          <a:ln w="12700">
            <a:gradFill flip="none" rotWithShape="1">
              <a:gsLst>
                <a:gs pos="0">
                  <a:srgbClr val="8342FB"/>
                </a:gs>
                <a:gs pos="47000">
                  <a:srgbClr val="3194FF"/>
                </a:gs>
                <a:gs pos="100000">
                  <a:schemeClr val="accent3"/>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latin typeface="Aptos" pitchFamily="2" charset="77"/>
              </a:rPr>
              <a:t>       </a:t>
            </a:r>
            <a:r>
              <a:rPr lang="en-US" sz="1600">
                <a:latin typeface="Aptos" pitchFamily="2" charset="77"/>
              </a:rPr>
              <a:t>Copilot feature name</a:t>
            </a:r>
          </a:p>
        </p:txBody>
      </p:sp>
      <p:grpSp>
        <p:nvGrpSpPr>
          <p:cNvPr id="17" name="Google Shape;1693;p69">
            <a:extLst>
              <a:ext uri="{FF2B5EF4-FFF2-40B4-BE49-F238E27FC236}">
                <a16:creationId xmlns:a16="http://schemas.microsoft.com/office/drawing/2014/main" id="{90C9FAD5-5318-45E8-71B2-93F19CCC648E}"/>
              </a:ext>
            </a:extLst>
          </p:cNvPr>
          <p:cNvGrpSpPr/>
          <p:nvPr/>
        </p:nvGrpSpPr>
        <p:grpSpPr>
          <a:xfrm>
            <a:off x="-6166919" y="1201727"/>
            <a:ext cx="192384" cy="160586"/>
            <a:chOff x="690700" y="246575"/>
            <a:chExt cx="6228425" cy="5199000"/>
          </a:xfrm>
        </p:grpSpPr>
        <p:sp>
          <p:nvSpPr>
            <p:cNvPr id="18" name="Google Shape;1694;p69">
              <a:extLst>
                <a:ext uri="{FF2B5EF4-FFF2-40B4-BE49-F238E27FC236}">
                  <a16:creationId xmlns:a16="http://schemas.microsoft.com/office/drawing/2014/main" id="{9181ADA1-486B-A4ED-A80A-733E51A55A58}"/>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19" name="Google Shape;1695;p69">
              <a:extLst>
                <a:ext uri="{FF2B5EF4-FFF2-40B4-BE49-F238E27FC236}">
                  <a16:creationId xmlns:a16="http://schemas.microsoft.com/office/drawing/2014/main" id="{D2EB6D54-1D04-3426-1116-BD526BBF8BC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20" name="Google Shape;1696;p69">
              <a:extLst>
                <a:ext uri="{FF2B5EF4-FFF2-40B4-BE49-F238E27FC236}">
                  <a16:creationId xmlns:a16="http://schemas.microsoft.com/office/drawing/2014/main" id="{9B8CA1D0-EE17-781A-D7C4-3837D25A133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grpSp>
      <p:sp>
        <p:nvSpPr>
          <p:cNvPr id="21" name="Text Placeholder 23">
            <a:extLst>
              <a:ext uri="{FF2B5EF4-FFF2-40B4-BE49-F238E27FC236}">
                <a16:creationId xmlns:a16="http://schemas.microsoft.com/office/drawing/2014/main" id="{681F3C19-4A00-5C21-68D9-AE3DB7F3C883}"/>
              </a:ext>
            </a:extLst>
          </p:cNvPr>
          <p:cNvSpPr txBox="1">
            <a:spLocks/>
          </p:cNvSpPr>
          <p:nvPr/>
        </p:nvSpPr>
        <p:spPr>
          <a:xfrm>
            <a:off x="-6355919" y="4899085"/>
            <a:ext cx="5329526" cy="1564127"/>
          </a:xfrm>
          <a:prstGeom prst="rect">
            <a:avLst/>
          </a:prstGeom>
        </p:spPr>
        <p:txBody>
          <a:bodyPr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Supporting text if applicable. Keep it short and sweet.</a:t>
            </a:r>
          </a:p>
        </p:txBody>
      </p:sp>
      <p:sp>
        <p:nvSpPr>
          <p:cNvPr id="22" name="Text Placeholder 23">
            <a:extLst>
              <a:ext uri="{FF2B5EF4-FFF2-40B4-BE49-F238E27FC236}">
                <a16:creationId xmlns:a16="http://schemas.microsoft.com/office/drawing/2014/main" id="{C30760E8-5FE2-1485-13D4-2511792EDD61}"/>
              </a:ext>
            </a:extLst>
          </p:cNvPr>
          <p:cNvSpPr txBox="1">
            <a:spLocks/>
          </p:cNvSpPr>
          <p:nvPr/>
        </p:nvSpPr>
        <p:spPr>
          <a:xfrm>
            <a:off x="-6355919" y="394788"/>
            <a:ext cx="5329528" cy="538736"/>
          </a:xfrm>
          <a:prstGeom prst="rect">
            <a:avLst/>
          </a:prstGeom>
        </p:spPr>
        <p:txBody>
          <a:bodyPr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2"/>
                </a:solidFill>
              </a:rPr>
              <a:t>Beta / Coming soon </a:t>
            </a:r>
          </a:p>
        </p:txBody>
      </p:sp>
      <p:sp>
        <p:nvSpPr>
          <p:cNvPr id="23" name="Title 3">
            <a:extLst>
              <a:ext uri="{FF2B5EF4-FFF2-40B4-BE49-F238E27FC236}">
                <a16:creationId xmlns:a16="http://schemas.microsoft.com/office/drawing/2014/main" id="{89E16DA8-14E9-7B47-04BA-0D076C597EF0}"/>
              </a:ext>
            </a:extLst>
          </p:cNvPr>
          <p:cNvSpPr txBox="1">
            <a:spLocks/>
          </p:cNvSpPr>
          <p:nvPr/>
        </p:nvSpPr>
        <p:spPr>
          <a:xfrm>
            <a:off x="-6355919" y="1814384"/>
            <a:ext cx="5329526" cy="2860431"/>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a:t>A value prop in sentence case that is 12 words or less</a:t>
            </a:r>
          </a:p>
        </p:txBody>
      </p:sp>
      <p:sp>
        <p:nvSpPr>
          <p:cNvPr id="24" name="Rectangle 23">
            <a:extLst>
              <a:ext uri="{FF2B5EF4-FFF2-40B4-BE49-F238E27FC236}">
                <a16:creationId xmlns:a16="http://schemas.microsoft.com/office/drawing/2014/main" id="{38705596-F813-0C20-3648-BC8286CDA0A0}"/>
              </a:ext>
            </a:extLst>
          </p:cNvPr>
          <p:cNvSpPr/>
          <p:nvPr/>
        </p:nvSpPr>
        <p:spPr>
          <a:xfrm>
            <a:off x="-686937"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21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ocked">
    <p:bg>
      <p:bgPr>
        <a:solidFill>
          <a:srgbClr val="000000"/>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6F6C720-DF33-D17F-F413-FB11274DEF80}"/>
              </a:ext>
            </a:extLst>
          </p:cNvPr>
          <p:cNvSpPr/>
          <p:nvPr/>
        </p:nvSpPr>
        <p:spPr>
          <a:xfrm>
            <a:off x="-5221" y="-887828"/>
            <a:ext cx="914400" cy="457200"/>
          </a:xfrm>
          <a:prstGeom prst="roundRect">
            <a:avLst>
              <a:gd name="adj" fmla="val 50000"/>
            </a:avLst>
          </a:prstGeom>
          <a:solidFill>
            <a:srgbClr val="FF507A"/>
          </a:solidFill>
          <a:ln>
            <a:solidFill>
              <a:schemeClr val="tx2"/>
            </a:solidFill>
          </a:ln>
          <a:effectLst>
            <a:outerShdw blurRad="254000" dist="254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0">
                <a:solidFill>
                  <a:schemeClr val="tx1"/>
                </a:solidFill>
                <a:latin typeface="Aptos" pitchFamily="2" charset="77"/>
              </a:rPr>
              <a:t>Locked</a:t>
            </a:r>
          </a:p>
        </p:txBody>
      </p:sp>
      <p:pic>
        <p:nvPicPr>
          <p:cNvPr id="3" name="Picture 2">
            <a:extLst>
              <a:ext uri="{FF2B5EF4-FFF2-40B4-BE49-F238E27FC236}">
                <a16:creationId xmlns:a16="http://schemas.microsoft.com/office/drawing/2014/main" id="{7F89459C-3D23-DFF1-35FB-F4DBA62BC888}"/>
              </a:ext>
            </a:extLst>
          </p:cNvPr>
          <p:cNvPicPr/>
          <p:nvPr/>
        </p:nvPicPr>
        <p:blipFill>
          <a:blip r:embed="rId2" cstate="screen">
            <a:extLst>
              <a:ext uri="{28A0092B-C50C-407E-A947-70E740481C1C}">
                <a14:useLocalDpi xmlns:a14="http://schemas.microsoft.com/office/drawing/2010/main"/>
              </a:ext>
            </a:extLst>
          </a:blip>
          <a:stretch>
            <a:fillRect/>
          </a:stretch>
        </p:blipFill>
        <p:spPr>
          <a:xfrm>
            <a:off x="0" y="7148946"/>
            <a:ext cx="2660073" cy="177752"/>
          </a:xfrm>
          <a:prstGeom prst="rect">
            <a:avLst/>
          </a:prstGeom>
        </p:spPr>
      </p:pic>
      <p:sp>
        <p:nvSpPr>
          <p:cNvPr id="5" name="TextBox 4">
            <a:extLst>
              <a:ext uri="{FF2B5EF4-FFF2-40B4-BE49-F238E27FC236}">
                <a16:creationId xmlns:a16="http://schemas.microsoft.com/office/drawing/2014/main" id="{023DC181-FD35-DCFF-793A-2CC1A0FF3EC2}"/>
              </a:ext>
            </a:extLst>
          </p:cNvPr>
          <p:cNvSpPr txBox="1"/>
          <p:nvPr/>
        </p:nvSpPr>
        <p:spPr>
          <a:xfrm>
            <a:off x="6865257" y="7101159"/>
            <a:ext cx="5326743" cy="276999"/>
          </a:xfrm>
          <a:prstGeom prst="rect">
            <a:avLst/>
          </a:prstGeom>
          <a:noFill/>
        </p:spPr>
        <p:txBody>
          <a:bodyPr wrap="square" rtlCol="0">
            <a:spAutoFit/>
          </a:bodyPr>
          <a:lstStyle/>
          <a:p>
            <a:pPr algn="r"/>
            <a:r>
              <a:rPr lang="en-US" sz="1200">
                <a:latin typeface="Aptos" pitchFamily="2" charset="77"/>
              </a:rPr>
              <a:t>slide expiration _ TUES, NOV 26 2024</a:t>
            </a:r>
          </a:p>
        </p:txBody>
      </p:sp>
    </p:spTree>
    <p:extLst>
      <p:ext uri="{BB962C8B-B14F-4D97-AF65-F5344CB8AC3E}">
        <p14:creationId xmlns:p14="http://schemas.microsoft.com/office/powerpoint/2010/main" val="168947907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ral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491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34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vEx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3176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urity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03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Tree>
    <p:extLst>
      <p:ext uri="{BB962C8B-B14F-4D97-AF65-F5344CB8AC3E}">
        <p14:creationId xmlns:p14="http://schemas.microsoft.com/office/powerpoint/2010/main" val="15823819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opilot feature specific 1">
    <p:spTree>
      <p:nvGrpSpPr>
        <p:cNvPr id="1" name=""/>
        <p:cNvGrpSpPr/>
        <p:nvPr/>
      </p:nvGrpSpPr>
      <p:grpSpPr>
        <a:xfrm>
          <a:off x="0" y="0"/>
          <a:ext cx="0" cy="0"/>
          <a:chOff x="0" y="0"/>
          <a:chExt cx="0" cy="0"/>
        </a:xfrm>
      </p:grpSpPr>
      <p:sp>
        <p:nvSpPr>
          <p:cNvPr id="14" name="Title 3">
            <a:extLst>
              <a:ext uri="{FF2B5EF4-FFF2-40B4-BE49-F238E27FC236}">
                <a16:creationId xmlns:a16="http://schemas.microsoft.com/office/drawing/2014/main" id="{5DB9C4AF-D54B-2966-FD9E-8AD866CE4CA1}"/>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3" name="Text Placeholder 23">
            <a:extLst>
              <a:ext uri="{FF2B5EF4-FFF2-40B4-BE49-F238E27FC236}">
                <a16:creationId xmlns:a16="http://schemas.microsoft.com/office/drawing/2014/main" id="{EA5B5886-EA34-DAE8-50CF-0EFEF5F0187B}"/>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1" name="Rectangle 10">
            <a:extLst>
              <a:ext uri="{FF2B5EF4-FFF2-40B4-BE49-F238E27FC236}">
                <a16:creationId xmlns:a16="http://schemas.microsoft.com/office/drawing/2014/main" id="{6E2EF7E6-FBD4-9CAF-B4D5-F790303CD6A4}"/>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6088062" y="0"/>
            <a:ext cx="6103938" cy="6858000"/>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2" name="Text Placeholder 23">
            <a:extLst>
              <a:ext uri="{FF2B5EF4-FFF2-40B4-BE49-F238E27FC236}">
                <a16:creationId xmlns:a16="http://schemas.microsoft.com/office/drawing/2014/main" id="{6075BC0D-A378-EE4D-A90D-78FBF20D0574}"/>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3" name="Rectangle 2">
            <a:extLst>
              <a:ext uri="{FF2B5EF4-FFF2-40B4-BE49-F238E27FC236}">
                <a16:creationId xmlns:a16="http://schemas.microsoft.com/office/drawing/2014/main" id="{130AD247-D9D4-5E1F-D16C-22550DE423B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2572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opilot feature specific 3">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CE29818A-4EA9-A52C-46E9-8BA0AA870332}"/>
              </a:ext>
            </a:extLst>
          </p:cNvPr>
          <p:cNvSpPr/>
          <p:nvPr/>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21" name="Rectangle 20">
            <a:extLst>
              <a:ext uri="{FF2B5EF4-FFF2-40B4-BE49-F238E27FC236}">
                <a16:creationId xmlns:a16="http://schemas.microsoft.com/office/drawing/2014/main" id="{0F3B6736-5737-D701-0E58-0C9EB2DD4C76}"/>
              </a:ext>
            </a:extLst>
          </p:cNvPr>
          <p:cNvSpPr/>
          <p:nvPr/>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DAB439ED-7498-1CDD-489D-2D06C8A093C4}"/>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4" name="Text Placeholder 23">
            <a:extLst>
              <a:ext uri="{FF2B5EF4-FFF2-40B4-BE49-F238E27FC236}">
                <a16:creationId xmlns:a16="http://schemas.microsoft.com/office/drawing/2014/main" id="{57A727C7-5F13-A52A-4A2C-7FC2467078EF}"/>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3" name="Rounded Rectangle 2">
            <a:extLst>
              <a:ext uri="{FF2B5EF4-FFF2-40B4-BE49-F238E27FC236}">
                <a16:creationId xmlns:a16="http://schemas.microsoft.com/office/drawing/2014/main" id="{FAA5322E-CB77-3341-553B-E9D7226E3C07}"/>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5" name="Rectangle 4">
            <a:extLst>
              <a:ext uri="{FF2B5EF4-FFF2-40B4-BE49-F238E27FC236}">
                <a16:creationId xmlns:a16="http://schemas.microsoft.com/office/drawing/2014/main" id="{002C702E-5817-7BF0-B0F9-A0E1BAECBFB5}"/>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33419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ecurity feature specific 2">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0" y="0"/>
            <a:ext cx="6103938" cy="6858000"/>
          </a:xfrm>
          <a:prstGeom prst="rect">
            <a:avLst/>
          </a:prstGeom>
          <a:gradFill>
            <a:gsLst>
              <a:gs pos="100000">
                <a:srgbClr val="9EECFF"/>
              </a:gs>
              <a:gs pos="0">
                <a:srgbClr val="3194FF"/>
              </a:gs>
            </a:gsLst>
            <a:lin ang="2700000" scaled="1"/>
          </a:gradFill>
        </p:spPr>
        <p:txBody>
          <a:bodyPr/>
          <a:lstStyle/>
          <a:p>
            <a:r>
              <a:rPr lang="en-US"/>
              <a:t>Click icon to add picture</a:t>
            </a:r>
          </a:p>
        </p:txBody>
      </p:sp>
      <p:sp>
        <p:nvSpPr>
          <p:cNvPr id="7" name="Rectangle 6">
            <a:extLst>
              <a:ext uri="{FF2B5EF4-FFF2-40B4-BE49-F238E27FC236}">
                <a16:creationId xmlns:a16="http://schemas.microsoft.com/office/drawing/2014/main" id="{7A362230-C912-A080-0D76-BAD92A2A4CBE}"/>
              </a:ext>
            </a:extLst>
          </p:cNvPr>
          <p:cNvSpPr/>
          <p:nvPr/>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B30DED90-C8A1-712C-7287-27FF7BF3A153}"/>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1" name="Text Placeholder 23">
            <a:extLst>
              <a:ext uri="{FF2B5EF4-FFF2-40B4-BE49-F238E27FC236}">
                <a16:creationId xmlns:a16="http://schemas.microsoft.com/office/drawing/2014/main" id="{19F1A0AB-79B7-AB7D-46CD-5F3E3DE389B2}"/>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3" name="Text Placeholder 23">
            <a:extLst>
              <a:ext uri="{FF2B5EF4-FFF2-40B4-BE49-F238E27FC236}">
                <a16:creationId xmlns:a16="http://schemas.microsoft.com/office/drawing/2014/main" id="{55B49007-0D35-3B56-802C-A03CE7C08D12}"/>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33819256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terprise feature specific 1">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6088062" y="0"/>
            <a:ext cx="6103938" cy="6858000"/>
          </a:xfrm>
          <a:prstGeom prst="rect">
            <a:avLst/>
          </a:prstGeom>
          <a:gradFill>
            <a:gsLst>
              <a:gs pos="100000">
                <a:srgbClr val="DDFF96"/>
              </a:gs>
              <a:gs pos="20000">
                <a:srgbClr val="8342FB"/>
              </a:gs>
              <a:gs pos="66000">
                <a:srgbClr val="FFAC82"/>
              </a:gs>
            </a:gsLst>
            <a:lin ang="2700000" scaled="1"/>
          </a:gradFill>
        </p:spPr>
        <p:txBody>
          <a:bodyPr/>
          <a:lstStyle/>
          <a:p>
            <a:r>
              <a:rPr lang="en-US"/>
              <a:t>Click icon to add picture</a:t>
            </a:r>
          </a:p>
        </p:txBody>
      </p:sp>
      <p:sp>
        <p:nvSpPr>
          <p:cNvPr id="17" name="Rectangle 16">
            <a:extLst>
              <a:ext uri="{FF2B5EF4-FFF2-40B4-BE49-F238E27FC236}">
                <a16:creationId xmlns:a16="http://schemas.microsoft.com/office/drawing/2014/main" id="{2AA922B8-55F0-98AD-538E-4138553A614F}"/>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3">
            <a:extLst>
              <a:ext uri="{FF2B5EF4-FFF2-40B4-BE49-F238E27FC236}">
                <a16:creationId xmlns:a16="http://schemas.microsoft.com/office/drawing/2014/main" id="{E5CA9352-CB6A-4A10-B94E-64252E2575D2}"/>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5B4E141-7703-DB08-DC4E-7771507BA2F7}"/>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Text Placeholder 23">
            <a:extLst>
              <a:ext uri="{FF2B5EF4-FFF2-40B4-BE49-F238E27FC236}">
                <a16:creationId xmlns:a16="http://schemas.microsoft.com/office/drawing/2014/main" id="{AD9E998E-87D1-59CA-C6E6-291E62BAB469}"/>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Rectangle 1">
            <a:extLst>
              <a:ext uri="{FF2B5EF4-FFF2-40B4-BE49-F238E27FC236}">
                <a16:creationId xmlns:a16="http://schemas.microsoft.com/office/drawing/2014/main" id="{5A1E93F1-D16A-E690-B04B-47CF97D3C9D1}"/>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04066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71517"/>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41456364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I_Large number &amp; statement">
    <p:bg>
      <p:bgPr>
        <a:solidFill>
          <a:srgbClr val="000000"/>
        </a:solidFill>
        <a:effectLst/>
      </p:bgPr>
    </p:bg>
    <p:spTree>
      <p:nvGrpSpPr>
        <p:cNvPr id="1" name=""/>
        <p:cNvGrpSpPr/>
        <p:nvPr/>
      </p:nvGrpSpPr>
      <p:grpSpPr>
        <a:xfrm>
          <a:off x="0" y="0"/>
          <a:ext cx="0" cy="0"/>
          <a:chOff x="0" y="0"/>
          <a:chExt cx="0" cy="0"/>
        </a:xfrm>
      </p:grpSpPr>
      <p:pic>
        <p:nvPicPr>
          <p:cNvPr id="26" name="Picture 25" descr="A blue sky with clouds&#10;&#10;AI-generated content may be incorrect.">
            <a:extLst>
              <a:ext uri="{FF2B5EF4-FFF2-40B4-BE49-F238E27FC236}">
                <a16:creationId xmlns:a16="http://schemas.microsoft.com/office/drawing/2014/main" id="{58960C67-0FEF-76A6-AD49-528B3E8E24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6" y="0"/>
            <a:ext cx="6102266" cy="6858000"/>
          </a:xfrm>
          <a:prstGeom prst="rect">
            <a:avLst/>
          </a:prstGeom>
        </p:spPr>
      </p:pic>
      <p:sp>
        <p:nvSpPr>
          <p:cNvPr id="27" name="Title 1">
            <a:extLst>
              <a:ext uri="{FF2B5EF4-FFF2-40B4-BE49-F238E27FC236}">
                <a16:creationId xmlns:a16="http://schemas.microsoft.com/office/drawing/2014/main" id="{4D9AF2ED-3216-A0DB-3B2F-2F8D011C1203}"/>
              </a:ext>
            </a:extLst>
          </p:cNvPr>
          <p:cNvSpPr>
            <a:spLocks noGrp="1"/>
          </p:cNvSpPr>
          <p:nvPr>
            <p:ph type="ctrTitle" hasCustomPrompt="1"/>
          </p:nvPr>
        </p:nvSpPr>
        <p:spPr>
          <a:xfrm>
            <a:off x="499432" y="2451283"/>
            <a:ext cx="5090871" cy="1955433"/>
          </a:xfrm>
          <a:prstGeom prst="rect">
            <a:avLst/>
          </a:prstGeom>
        </p:spPr>
        <p:txBody>
          <a:bodyPr anchor="ctr">
            <a:noAutofit/>
          </a:bodyPr>
          <a:lstStyle>
            <a:lvl1pPr algn="ctr">
              <a:defRPr sz="12000" b="1" i="0" spc="-300">
                <a:solidFill>
                  <a:schemeClr val="bg1"/>
                </a:solidFill>
                <a:latin typeface="Aptos" pitchFamily="2" charset="77"/>
              </a:defRPr>
            </a:lvl1pPr>
          </a:lstStyle>
          <a:p>
            <a:r>
              <a:rPr lang="en-US"/>
              <a:t>XXM</a:t>
            </a:r>
          </a:p>
        </p:txBody>
      </p:sp>
      <p:sp>
        <p:nvSpPr>
          <p:cNvPr id="28" name="Text Placeholder 23">
            <a:extLst>
              <a:ext uri="{FF2B5EF4-FFF2-40B4-BE49-F238E27FC236}">
                <a16:creationId xmlns:a16="http://schemas.microsoft.com/office/drawing/2014/main" id="{695EE8D7-ECE2-9E6B-6D33-216903961B0D}"/>
              </a:ext>
            </a:extLst>
          </p:cNvPr>
          <p:cNvSpPr>
            <a:spLocks noGrp="1"/>
          </p:cNvSpPr>
          <p:nvPr>
            <p:ph type="body" sz="quarter" idx="32" hasCustomPrompt="1"/>
          </p:nvPr>
        </p:nvSpPr>
        <p:spPr>
          <a:xfrm>
            <a:off x="499431" y="4406716"/>
            <a:ext cx="5090871" cy="1384511"/>
          </a:xfrm>
          <a:prstGeom prst="rect">
            <a:avLst/>
          </a:prstGeom>
        </p:spPr>
        <p:txBody>
          <a:bodyPr anchor="t"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And/or statement here</a:t>
            </a:r>
          </a:p>
        </p:txBody>
      </p:sp>
      <p:sp>
        <p:nvSpPr>
          <p:cNvPr id="29" name="Text Placeholder 23">
            <a:extLst>
              <a:ext uri="{FF2B5EF4-FFF2-40B4-BE49-F238E27FC236}">
                <a16:creationId xmlns:a16="http://schemas.microsoft.com/office/drawing/2014/main" id="{1D69AF07-CF7E-EC05-D359-1D0CEF0097A5}"/>
              </a:ext>
            </a:extLst>
          </p:cNvPr>
          <p:cNvSpPr>
            <a:spLocks noGrp="1"/>
          </p:cNvSpPr>
          <p:nvPr>
            <p:ph type="body" sz="quarter" idx="33" hasCustomPrompt="1"/>
          </p:nvPr>
        </p:nvSpPr>
        <p:spPr>
          <a:xfrm>
            <a:off x="499431" y="1066772"/>
            <a:ext cx="5090871" cy="1334528"/>
          </a:xfrm>
          <a:prstGeom prst="rect">
            <a:avLst/>
          </a:prstGeom>
        </p:spPr>
        <p:txBody>
          <a:bodyPr anchor="b"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here</a:t>
            </a:r>
          </a:p>
        </p:txBody>
      </p:sp>
      <p:sp>
        <p:nvSpPr>
          <p:cNvPr id="30" name="Rectangle 29">
            <a:extLst>
              <a:ext uri="{FF2B5EF4-FFF2-40B4-BE49-F238E27FC236}">
                <a16:creationId xmlns:a16="http://schemas.microsoft.com/office/drawing/2014/main" id="{70F3FB04-B8E4-3529-78EA-6396FB756359}"/>
              </a:ext>
            </a:extLst>
          </p:cNvPr>
          <p:cNvSpPr/>
          <p:nvPr/>
        </p:nvSpPr>
        <p:spPr>
          <a:xfrm>
            <a:off x="609600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3">
            <a:extLst>
              <a:ext uri="{FF2B5EF4-FFF2-40B4-BE49-F238E27FC236}">
                <a16:creationId xmlns:a16="http://schemas.microsoft.com/office/drawing/2014/main" id="{1E3EC00F-A751-32AF-B158-5684CEF4EDD3}"/>
              </a:ext>
            </a:extLst>
          </p:cNvPr>
          <p:cNvSpPr>
            <a:spLocks noGrp="1"/>
          </p:cNvSpPr>
          <p:nvPr>
            <p:ph type="body" sz="quarter" idx="26" hasCustomPrompt="1"/>
          </p:nvPr>
        </p:nvSpPr>
        <p:spPr>
          <a:xfrm>
            <a:off x="650651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32" name="Text Placeholder 23">
            <a:extLst>
              <a:ext uri="{FF2B5EF4-FFF2-40B4-BE49-F238E27FC236}">
                <a16:creationId xmlns:a16="http://schemas.microsoft.com/office/drawing/2014/main" id="{3160BE5B-2BA3-D923-86BE-6A1E7BEAB11A}"/>
              </a:ext>
            </a:extLst>
          </p:cNvPr>
          <p:cNvSpPr>
            <a:spLocks noGrp="1"/>
          </p:cNvSpPr>
          <p:nvPr>
            <p:ph type="body" sz="quarter" idx="31" hasCustomPrompt="1"/>
          </p:nvPr>
        </p:nvSpPr>
        <p:spPr>
          <a:xfrm>
            <a:off x="650651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
        <p:nvSpPr>
          <p:cNvPr id="33" name="Text Placeholder 9">
            <a:extLst>
              <a:ext uri="{FF2B5EF4-FFF2-40B4-BE49-F238E27FC236}">
                <a16:creationId xmlns:a16="http://schemas.microsoft.com/office/drawing/2014/main" id="{99BC23C1-D9EB-EBDD-BF6B-F0076FC5726A}"/>
              </a:ext>
            </a:extLst>
          </p:cNvPr>
          <p:cNvSpPr>
            <a:spLocks noGrp="1"/>
          </p:cNvSpPr>
          <p:nvPr>
            <p:ph type="body" sz="quarter" idx="34" hasCustomPrompt="1"/>
          </p:nvPr>
        </p:nvSpPr>
        <p:spPr>
          <a:xfrm>
            <a:off x="6506162" y="1078522"/>
            <a:ext cx="5329882" cy="2862072"/>
          </a:xfrm>
          <a:prstGeom prst="rect">
            <a:avLst/>
          </a:prstGeom>
        </p:spPr>
        <p:txBody>
          <a:bodyPr/>
          <a:lstStyle>
            <a:lvl1pPr>
              <a:defRPr sz="3600" b="1" i="0">
                <a:solidFill>
                  <a:schemeClr val="tx1"/>
                </a:solidFill>
                <a:latin typeface="Aptos" pitchFamily="2" charset="77"/>
                <a:cs typeface="Aptos" pitchFamily="2" charset="77"/>
              </a:defRPr>
            </a:lvl1pPr>
          </a:lstStyle>
          <a:p>
            <a:pPr lvl="0"/>
            <a:r>
              <a:rPr lang="en-US"/>
              <a:t>Statement that should be 10 words or less</a:t>
            </a:r>
          </a:p>
        </p:txBody>
      </p:sp>
    </p:spTree>
    <p:extLst>
      <p:ext uri="{BB962C8B-B14F-4D97-AF65-F5344CB8AC3E}">
        <p14:creationId xmlns:p14="http://schemas.microsoft.com/office/powerpoint/2010/main" val="546143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gradFill>
            <a:gsLst>
              <a:gs pos="100000">
                <a:srgbClr val="8CF2A6"/>
              </a:gs>
              <a:gs pos="0">
                <a:srgbClr val="C16EFF"/>
              </a:gs>
              <a:gs pos="52000">
                <a:srgbClr val="3194FF"/>
              </a:gs>
            </a:gsLst>
            <a:lin ang="2700000" scaled="1"/>
          </a:gradFill>
        </p:spPr>
        <p:txBody>
          <a:bodyPr/>
          <a:lstStyle/>
          <a:p>
            <a:r>
              <a:rPr lang="en-US"/>
              <a:t>Click icon to add picture</a:t>
            </a:r>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gradFill flip="none" rotWithShape="1">
            <a:gsLst>
              <a:gs pos="100000">
                <a:srgbClr val="8CF2A6"/>
              </a:gs>
              <a:gs pos="0">
                <a:srgbClr val="C16EFF"/>
              </a:gs>
              <a:gs pos="52000">
                <a:srgbClr val="3194FF"/>
              </a:gs>
            </a:gsLst>
            <a:lin ang="8100000" scaled="1"/>
            <a:tileRect/>
          </a:gradFill>
        </p:spPr>
        <p:txBody>
          <a:bodyPr/>
          <a:lstStyle/>
          <a:p>
            <a:r>
              <a:rPr lang="en-US"/>
              <a:t>Click icon to add picture</a:t>
            </a:r>
          </a:p>
        </p:txBody>
      </p:sp>
      <p:sp>
        <p:nvSpPr>
          <p:cNvPr id="3" name="Rectangle 2">
            <a:extLst>
              <a:ext uri="{FF2B5EF4-FFF2-40B4-BE49-F238E27FC236}">
                <a16:creationId xmlns:a16="http://schemas.microsoft.com/office/drawing/2014/main" id="{8B56E78E-55A1-3101-DDA7-4715EFA4E778}"/>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2A30D0F-3B24-F391-734C-07CFDA5726CB}"/>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212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rowser / two statements">
    <p:bg>
      <p:bgPr>
        <a:solidFill>
          <a:srgbClr val="000000"/>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0FCB388-AE2B-FEE6-EDFC-B51DA5958CAB}"/>
              </a:ext>
            </a:extLst>
          </p:cNvPr>
          <p:cNvSpPr>
            <a:spLocks noGrp="1"/>
          </p:cNvSpPr>
          <p:nvPr>
            <p:ph type="pic" sz="quarter" idx="10" hasCustomPrompt="1"/>
          </p:nvPr>
        </p:nvSpPr>
        <p:spPr>
          <a:xfrm>
            <a:off x="7458497" y="966819"/>
            <a:ext cx="4866854" cy="5073650"/>
          </a:xfrm>
          <a:prstGeom prst="rect">
            <a:avLst/>
          </a:prstGeom>
          <a:solidFill>
            <a:schemeClr val="bg1"/>
          </a:solidFill>
          <a:effectLst>
            <a:outerShdw blurRad="420955" dist="232110" dir="5100000" algn="t" rotWithShape="0">
              <a:prstClr val="black">
                <a:alpha val="40000"/>
              </a:prstClr>
            </a:outerShdw>
          </a:effectLst>
        </p:spPr>
        <p:txBody>
          <a:bodyPr anchor="ctr">
            <a:normAutofit/>
          </a:bodyPr>
          <a:lstStyle>
            <a:lvl1pPr algn="ctr">
              <a:defRPr sz="1800">
                <a:latin typeface="Aptos" pitchFamily="2" charset="77"/>
              </a:defRPr>
            </a:lvl1pPr>
          </a:lstStyle>
          <a:p>
            <a:r>
              <a:rPr lang="en-US"/>
              <a:t>Screenshot</a:t>
            </a:r>
          </a:p>
        </p:txBody>
      </p:sp>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6263325"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a:t>
            </a:r>
            <a:br>
              <a:rPr lang="en-US"/>
            </a:br>
            <a:r>
              <a:rPr lang="en-US"/>
              <a:t>than ten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973113"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973114"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973114"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1" y="574423"/>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pic>
        <p:nvPicPr>
          <p:cNvPr id="9" name="Picture 7">
            <a:extLst>
              <a:ext uri="{FF2B5EF4-FFF2-40B4-BE49-F238E27FC236}">
                <a16:creationId xmlns:a16="http://schemas.microsoft.com/office/drawing/2014/main" id="{7AE14FBB-7CBC-D32F-39FD-4ABA51B00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458497" y="492220"/>
            <a:ext cx="8686800" cy="478511"/>
          </a:xfrm>
          <a:prstGeom prst="rect">
            <a:avLst/>
          </a:prstGeom>
        </p:spPr>
      </p:pic>
    </p:spTree>
    <p:extLst>
      <p:ext uri="{BB962C8B-B14F-4D97-AF65-F5344CB8AC3E}">
        <p14:creationId xmlns:p14="http://schemas.microsoft.com/office/powerpoint/2010/main" val="2334509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1674" y="2766"/>
            <a:ext cx="12172140" cy="6852464"/>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2621097" y="380348"/>
            <a:ext cx="9077911" cy="4824698"/>
          </a:xfrm>
          <a:prstGeom prst="rect">
            <a:avLst/>
          </a:prstGeom>
        </p:spPr>
        <p:txBody>
          <a:bodyPr anchor="t">
            <a:normAutofit/>
          </a:bodyPr>
          <a:lstStyle>
            <a:lvl1pPr algn="l">
              <a:lnSpc>
                <a:spcPct val="80000"/>
              </a:lnSpc>
              <a:defRPr sz="8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3704302"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3704302"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8775953"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8775953"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7150276" y="535918"/>
            <a:ext cx="36576" cy="100235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2184783" y="5565045"/>
            <a:ext cx="1298448" cy="1298448"/>
          </a:xfrm>
          <a:prstGeom prst="rect">
            <a:avLst/>
          </a:prstGeom>
        </p:spPr>
        <p:txBody>
          <a:bodyPr/>
          <a:lstStyle/>
          <a:p>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7230039" y="5565045"/>
            <a:ext cx="1298448" cy="1298448"/>
          </a:xfrm>
          <a:prstGeom prst="rect">
            <a:avLst/>
          </a:prstGeom>
        </p:spPr>
        <p:txBody>
          <a:bodyPr/>
          <a:lstStyle/>
          <a:p>
            <a:endParaRPr lang="en-US"/>
          </a:p>
        </p:txBody>
      </p:sp>
      <p:sp>
        <p:nvSpPr>
          <p:cNvPr id="4" name="Rectangle 3">
            <a:extLst>
              <a:ext uri="{FF2B5EF4-FFF2-40B4-BE49-F238E27FC236}">
                <a16:creationId xmlns:a16="http://schemas.microsoft.com/office/drawing/2014/main" id="{DAE7CB62-5C8D-2981-EAA4-46E33D55EA7C}"/>
              </a:ext>
            </a:extLst>
          </p:cNvPr>
          <p:cNvSpPr/>
          <p:nvPr userDrawn="1"/>
        </p:nvSpPr>
        <p:spPr>
          <a:xfrm>
            <a:off x="7195694" y="5532120"/>
            <a:ext cx="36576" cy="1325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2244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264102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mp; Content">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6" name="Text Placeholder 2">
            <a:extLst>
              <a:ext uri="{FF2B5EF4-FFF2-40B4-BE49-F238E27FC236}">
                <a16:creationId xmlns:a16="http://schemas.microsoft.com/office/drawing/2014/main" id="{64B8FA51-B975-B2D3-3F96-FFAB0F90049E}"/>
              </a:ext>
            </a:extLst>
          </p:cNvPr>
          <p:cNvSpPr>
            <a:spLocks noGrp="1"/>
          </p:cNvSpPr>
          <p:nvPr>
            <p:ph idx="1"/>
          </p:nvPr>
        </p:nvSpPr>
        <p:spPr>
          <a:xfrm>
            <a:off x="720436" y="2354817"/>
            <a:ext cx="10818832" cy="3822146"/>
          </a:xfrm>
          <a:prstGeom prst="rect">
            <a:avLst/>
          </a:prstGeom>
        </p:spPr>
        <p:txBody>
          <a:bodyPr vert="horz" lIns="91440" tIns="45720" rIns="91440" bIns="45720" rtlCol="0">
            <a:normAutofit/>
          </a:bodyPr>
          <a:lstStyle>
            <a:lvl1pPr>
              <a:defRPr>
                <a:latin typeface="Aptos" pitchFamily="2" charset="77"/>
              </a:defRPr>
            </a:lvl1pPr>
            <a:lvl2pPr>
              <a:defRPr>
                <a:latin typeface="Aptos" pitchFamily="2" charset="77"/>
              </a:defRPr>
            </a:lvl2pPr>
            <a:lvl3pPr>
              <a:defRPr>
                <a:latin typeface="Aptos" pitchFamily="2" charset="77"/>
              </a:defRPr>
            </a:lvl3pPr>
            <a:lvl4pPr>
              <a:defRPr>
                <a:latin typeface="Aptos" pitchFamily="2" charset="77"/>
              </a:defRPr>
            </a:lvl4pPr>
            <a:lvl5pPr>
              <a:defRPr>
                <a:latin typeface="Aptos"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3">
            <a:extLst>
              <a:ext uri="{FF2B5EF4-FFF2-40B4-BE49-F238E27FC236}">
                <a16:creationId xmlns:a16="http://schemas.microsoft.com/office/drawing/2014/main" id="{C8D9CAC6-8853-24B3-3968-58FD5156F719}"/>
              </a:ext>
            </a:extLst>
          </p:cNvPr>
          <p:cNvSpPr>
            <a:spLocks noGrp="1"/>
          </p:cNvSpPr>
          <p:nvPr>
            <p:ph type="body" sz="quarter" idx="32" hasCustomPrompt="1"/>
          </p:nvPr>
        </p:nvSpPr>
        <p:spPr>
          <a:xfrm>
            <a:off x="720435" y="708152"/>
            <a:ext cx="108188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4" name="Title 1">
            <a:extLst>
              <a:ext uri="{FF2B5EF4-FFF2-40B4-BE49-F238E27FC236}">
                <a16:creationId xmlns:a16="http://schemas.microsoft.com/office/drawing/2014/main" id="{89545FE6-14A5-6DEE-D1BD-98A78B9DC922}"/>
              </a:ext>
            </a:extLst>
          </p:cNvPr>
          <p:cNvSpPr>
            <a:spLocks noGrp="1"/>
          </p:cNvSpPr>
          <p:nvPr>
            <p:ph type="ctrTitle" hasCustomPrompt="1"/>
          </p:nvPr>
        </p:nvSpPr>
        <p:spPr>
          <a:xfrm>
            <a:off x="720436" y="1273358"/>
            <a:ext cx="10818832" cy="882013"/>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7523636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hree Statements">
    <p:bg>
      <p:bgPr>
        <a:solidFill>
          <a:srgbClr val="000000"/>
        </a:solidFill>
        <a:effectLst/>
      </p:bgPr>
    </p:bg>
    <p:spTree>
      <p:nvGrpSpPr>
        <p:cNvPr id="1" name=""/>
        <p:cNvGrpSpPr/>
        <p:nvPr/>
      </p:nvGrpSpPr>
      <p:grpSpPr>
        <a:xfrm>
          <a:off x="0" y="0"/>
          <a:ext cx="0" cy="0"/>
          <a:chOff x="0" y="0"/>
          <a:chExt cx="0" cy="0"/>
        </a:xfrm>
      </p:grpSpPr>
      <p:sp>
        <p:nvSpPr>
          <p:cNvPr id="2" name="Text Placeholder 23">
            <a:extLst>
              <a:ext uri="{FF2B5EF4-FFF2-40B4-BE49-F238E27FC236}">
                <a16:creationId xmlns:a16="http://schemas.microsoft.com/office/drawing/2014/main" id="{C90F7202-87A7-49D5-1EEA-599F68B5D2BF}"/>
              </a:ext>
            </a:extLst>
          </p:cNvPr>
          <p:cNvSpPr>
            <a:spLocks noGrp="1"/>
          </p:cNvSpPr>
          <p:nvPr>
            <p:ph type="body" sz="quarter" idx="22" hasCustomPrompt="1"/>
          </p:nvPr>
        </p:nvSpPr>
        <p:spPr>
          <a:xfrm>
            <a:off x="674508" y="4274022"/>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3" name="Text Placeholder 23">
            <a:extLst>
              <a:ext uri="{FF2B5EF4-FFF2-40B4-BE49-F238E27FC236}">
                <a16:creationId xmlns:a16="http://schemas.microsoft.com/office/drawing/2014/main" id="{1D01495C-06D4-CD38-BA69-8D11BAE69FD0}"/>
              </a:ext>
            </a:extLst>
          </p:cNvPr>
          <p:cNvSpPr>
            <a:spLocks noGrp="1"/>
          </p:cNvSpPr>
          <p:nvPr>
            <p:ph type="body" sz="quarter" idx="23" hasCustomPrompt="1"/>
          </p:nvPr>
        </p:nvSpPr>
        <p:spPr>
          <a:xfrm>
            <a:off x="674508" y="4748971"/>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4" name="Picture Placeholder 24">
            <a:extLst>
              <a:ext uri="{FF2B5EF4-FFF2-40B4-BE49-F238E27FC236}">
                <a16:creationId xmlns:a16="http://schemas.microsoft.com/office/drawing/2014/main" id="{BA673A28-5082-75B2-C493-25A6BA2892AD}"/>
              </a:ext>
            </a:extLst>
          </p:cNvPr>
          <p:cNvSpPr>
            <a:spLocks noGrp="1"/>
          </p:cNvSpPr>
          <p:nvPr>
            <p:ph type="pic" sz="quarter" idx="25" hasCustomPrompt="1"/>
          </p:nvPr>
        </p:nvSpPr>
        <p:spPr>
          <a:xfrm>
            <a:off x="674508" y="3734767"/>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5" name="Text Placeholder 23">
            <a:extLst>
              <a:ext uri="{FF2B5EF4-FFF2-40B4-BE49-F238E27FC236}">
                <a16:creationId xmlns:a16="http://schemas.microsoft.com/office/drawing/2014/main" id="{89DC60DF-BBF9-032D-AD0B-F365CD4D8920}"/>
              </a:ext>
            </a:extLst>
          </p:cNvPr>
          <p:cNvSpPr>
            <a:spLocks noGrp="1"/>
          </p:cNvSpPr>
          <p:nvPr>
            <p:ph type="body" sz="quarter" idx="26" hasCustomPrompt="1"/>
          </p:nvPr>
        </p:nvSpPr>
        <p:spPr>
          <a:xfrm>
            <a:off x="4478194" y="4272640"/>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6" name="Text Placeholder 23">
            <a:extLst>
              <a:ext uri="{FF2B5EF4-FFF2-40B4-BE49-F238E27FC236}">
                <a16:creationId xmlns:a16="http://schemas.microsoft.com/office/drawing/2014/main" id="{AD9D8176-BB69-9F5A-BA39-87E5D942B5B0}"/>
              </a:ext>
            </a:extLst>
          </p:cNvPr>
          <p:cNvSpPr>
            <a:spLocks noGrp="1"/>
          </p:cNvSpPr>
          <p:nvPr>
            <p:ph type="body" sz="quarter" idx="27" hasCustomPrompt="1"/>
          </p:nvPr>
        </p:nvSpPr>
        <p:spPr>
          <a:xfrm>
            <a:off x="4478195" y="4747589"/>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8" name="Picture Placeholder 24">
            <a:extLst>
              <a:ext uri="{FF2B5EF4-FFF2-40B4-BE49-F238E27FC236}">
                <a16:creationId xmlns:a16="http://schemas.microsoft.com/office/drawing/2014/main" id="{8B0CD642-0531-E3F3-88CD-780EBE6D9300}"/>
              </a:ext>
            </a:extLst>
          </p:cNvPr>
          <p:cNvSpPr>
            <a:spLocks noGrp="1"/>
          </p:cNvSpPr>
          <p:nvPr>
            <p:ph type="pic" sz="quarter" idx="28" hasCustomPrompt="1"/>
          </p:nvPr>
        </p:nvSpPr>
        <p:spPr>
          <a:xfrm>
            <a:off x="4478195" y="3733385"/>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9" name="Text Placeholder 23">
            <a:extLst>
              <a:ext uri="{FF2B5EF4-FFF2-40B4-BE49-F238E27FC236}">
                <a16:creationId xmlns:a16="http://schemas.microsoft.com/office/drawing/2014/main" id="{2269E9E9-9FE1-4B58-A067-4BD00E8E0C31}"/>
              </a:ext>
            </a:extLst>
          </p:cNvPr>
          <p:cNvSpPr>
            <a:spLocks noGrp="1"/>
          </p:cNvSpPr>
          <p:nvPr>
            <p:ph type="body" sz="quarter" idx="29" hasCustomPrompt="1"/>
          </p:nvPr>
        </p:nvSpPr>
        <p:spPr>
          <a:xfrm>
            <a:off x="8277943" y="4272640"/>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0" name="Text Placeholder 23">
            <a:extLst>
              <a:ext uri="{FF2B5EF4-FFF2-40B4-BE49-F238E27FC236}">
                <a16:creationId xmlns:a16="http://schemas.microsoft.com/office/drawing/2014/main" id="{FA5B6F15-FA33-ECFB-4754-66663281CBEB}"/>
              </a:ext>
            </a:extLst>
          </p:cNvPr>
          <p:cNvSpPr>
            <a:spLocks noGrp="1"/>
          </p:cNvSpPr>
          <p:nvPr>
            <p:ph type="body" sz="quarter" idx="30" hasCustomPrompt="1"/>
          </p:nvPr>
        </p:nvSpPr>
        <p:spPr>
          <a:xfrm>
            <a:off x="8277944" y="4747589"/>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CA9FA2E-EA3D-1DBC-2A4B-62D38B8DF3E6}"/>
              </a:ext>
            </a:extLst>
          </p:cNvPr>
          <p:cNvSpPr>
            <a:spLocks noGrp="1"/>
          </p:cNvSpPr>
          <p:nvPr>
            <p:ph type="pic" sz="quarter" idx="31" hasCustomPrompt="1"/>
          </p:nvPr>
        </p:nvSpPr>
        <p:spPr>
          <a:xfrm>
            <a:off x="8277944" y="3733385"/>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itle 1">
            <a:extLst>
              <a:ext uri="{FF2B5EF4-FFF2-40B4-BE49-F238E27FC236}">
                <a16:creationId xmlns:a16="http://schemas.microsoft.com/office/drawing/2014/main" id="{1C7570C5-829F-FB1B-F5CF-692824B4A4AD}"/>
              </a:ext>
            </a:extLst>
          </p:cNvPr>
          <p:cNvSpPr>
            <a:spLocks noGrp="1"/>
          </p:cNvSpPr>
          <p:nvPr>
            <p:ph type="ctrTitle" hasCustomPrompt="1"/>
          </p:nvPr>
        </p:nvSpPr>
        <p:spPr>
          <a:xfrm>
            <a:off x="674508" y="1178132"/>
            <a:ext cx="10884125" cy="164671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13" name="Text Placeholder 23">
            <a:extLst>
              <a:ext uri="{FF2B5EF4-FFF2-40B4-BE49-F238E27FC236}">
                <a16:creationId xmlns:a16="http://schemas.microsoft.com/office/drawing/2014/main" id="{291076F0-6982-7308-4E79-073885B6FFE1}"/>
              </a:ext>
            </a:extLst>
          </p:cNvPr>
          <p:cNvSpPr>
            <a:spLocks noGrp="1"/>
          </p:cNvSpPr>
          <p:nvPr>
            <p:ph type="body" sz="quarter" idx="32" hasCustomPrompt="1"/>
          </p:nvPr>
        </p:nvSpPr>
        <p:spPr>
          <a:xfrm>
            <a:off x="674508" y="708152"/>
            <a:ext cx="1088412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25087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C6ECBF4C-BF4F-0D2C-EA8E-54C29F31B2F7}"/>
              </a:ext>
            </a:extLst>
          </p:cNvPr>
          <p:cNvSpPr>
            <a:spLocks noGrp="1"/>
          </p:cNvSpPr>
          <p:nvPr>
            <p:ph type="body" sz="quarter" idx="11" hasCustomPrompt="1"/>
          </p:nvPr>
        </p:nvSpPr>
        <p:spPr>
          <a:xfrm>
            <a:off x="4109814" y="335102"/>
            <a:ext cx="726315" cy="6187796"/>
          </a:xfrm>
          <a:prstGeom prst="rect">
            <a:avLst/>
          </a:prstGeom>
        </p:spPr>
        <p:txBody>
          <a:bodyPr/>
          <a:lstStyle>
            <a:lvl1pPr>
              <a:defRPr sz="2800" b="1" i="0">
                <a:solidFill>
                  <a:srgbClr val="B6BFB8"/>
                </a:solidFill>
                <a:latin typeface="Aptos" pitchFamily="2" charset="77"/>
              </a:defRPr>
            </a:lvl1pPr>
          </a:lstStyle>
          <a:p>
            <a:pPr lvl="0"/>
            <a:r>
              <a:rPr lang="en-US"/>
              <a:t>01</a:t>
            </a:r>
          </a:p>
          <a:p>
            <a:pPr lvl="0"/>
            <a:r>
              <a:rPr lang="en-US"/>
              <a:t>02</a:t>
            </a:r>
          </a:p>
          <a:p>
            <a:pPr lvl="0"/>
            <a:r>
              <a:rPr lang="en-US"/>
              <a:t>03</a:t>
            </a:r>
          </a:p>
          <a:p>
            <a:pPr lvl="0"/>
            <a:r>
              <a:rPr lang="en-US"/>
              <a:t>04</a:t>
            </a:r>
          </a:p>
          <a:p>
            <a:pPr lvl="0"/>
            <a:r>
              <a:rPr lang="en-US"/>
              <a:t>05</a:t>
            </a:r>
          </a:p>
        </p:txBody>
      </p:sp>
      <p:sp>
        <p:nvSpPr>
          <p:cNvPr id="3" name="Text Placeholder 2">
            <a:extLst>
              <a:ext uri="{FF2B5EF4-FFF2-40B4-BE49-F238E27FC236}">
                <a16:creationId xmlns:a16="http://schemas.microsoft.com/office/drawing/2014/main" id="{88A2D5E6-6218-3513-0338-32F1DADBF965}"/>
              </a:ext>
            </a:extLst>
          </p:cNvPr>
          <p:cNvSpPr>
            <a:spLocks noGrp="1"/>
          </p:cNvSpPr>
          <p:nvPr>
            <p:ph type="body" sz="quarter" idx="12" hasCustomPrompt="1"/>
          </p:nvPr>
        </p:nvSpPr>
        <p:spPr>
          <a:xfrm>
            <a:off x="4836128" y="335102"/>
            <a:ext cx="6955155" cy="6187796"/>
          </a:xfrm>
          <a:prstGeom prst="rect">
            <a:avLst/>
          </a:prstGeom>
        </p:spPr>
        <p:txBody>
          <a:bodyPr/>
          <a:lstStyle>
            <a:lvl1pPr>
              <a:defRPr sz="2800" b="1" i="0">
                <a:solidFill>
                  <a:schemeClr val="tx1"/>
                </a:solidFill>
                <a:latin typeface="Aptos"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 </a:t>
            </a:r>
          </a:p>
        </p:txBody>
      </p:sp>
      <p:sp>
        <p:nvSpPr>
          <p:cNvPr id="8" name="TextBox 7">
            <a:extLst>
              <a:ext uri="{FF2B5EF4-FFF2-40B4-BE49-F238E27FC236}">
                <a16:creationId xmlns:a16="http://schemas.microsoft.com/office/drawing/2014/main" id="{16ADB4EE-5BC1-F20C-23D5-E728D77BC32D}"/>
              </a:ext>
            </a:extLst>
          </p:cNvPr>
          <p:cNvSpPr txBox="1"/>
          <p:nvPr userDrawn="1"/>
        </p:nvSpPr>
        <p:spPr>
          <a:xfrm>
            <a:off x="256841" y="335102"/>
            <a:ext cx="3060790" cy="1015663"/>
          </a:xfrm>
          <a:prstGeom prst="rect">
            <a:avLst/>
          </a:prstGeom>
          <a:noFill/>
        </p:spPr>
        <p:txBody>
          <a:bodyPr wrap="square" rtlCol="0">
            <a:spAutoFit/>
          </a:bodyPr>
          <a:lstStyle/>
          <a:p>
            <a:pPr algn="ctr"/>
            <a:r>
              <a:rPr lang="en-US" sz="6000" b="1" i="0">
                <a:solidFill>
                  <a:schemeClr val="tx1"/>
                </a:solidFill>
                <a:latin typeface="Aptos" pitchFamily="2" charset="77"/>
                <a:cs typeface="Aptos" pitchFamily="2" charset="77"/>
              </a:rPr>
              <a:t>Agenda</a:t>
            </a:r>
          </a:p>
        </p:txBody>
      </p:sp>
      <p:sp>
        <p:nvSpPr>
          <p:cNvPr id="9" name="Rectangle 8">
            <a:extLst>
              <a:ext uri="{FF2B5EF4-FFF2-40B4-BE49-F238E27FC236}">
                <a16:creationId xmlns:a16="http://schemas.microsoft.com/office/drawing/2014/main" id="{CE94A6F1-D848-E63F-EE08-EB5E912E073C}"/>
              </a:ext>
            </a:extLst>
          </p:cNvPr>
          <p:cNvSpPr/>
          <p:nvPr userDrawn="1"/>
        </p:nvSpPr>
        <p:spPr>
          <a:xfrm>
            <a:off x="3663995"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1667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Panel Title Card - green mode">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2B1EC0-7FF8-CC20-FE27-A035712249B9}"/>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2822"/>
            <a:ext cx="12192000" cy="6863644"/>
          </a:xfrm>
          <a:prstGeom prst="rect">
            <a:avLst/>
          </a:prstGeom>
        </p:spPr>
      </p:pic>
      <p:sp>
        <p:nvSpPr>
          <p:cNvPr id="12" name="Title 1">
            <a:extLst>
              <a:ext uri="{FF2B5EF4-FFF2-40B4-BE49-F238E27FC236}">
                <a16:creationId xmlns:a16="http://schemas.microsoft.com/office/drawing/2014/main" id="{17311656-A7F6-E685-5661-15D8FA1D6A45}"/>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bg1"/>
                </a:solidFill>
                <a:latin typeface="Aptos" pitchFamily="2" charset="77"/>
              </a:defRPr>
            </a:lvl1pPr>
          </a:lstStyle>
          <a:p>
            <a:r>
              <a:rPr lang="en-US"/>
              <a:t>Section title</a:t>
            </a:r>
          </a:p>
        </p:txBody>
      </p:sp>
    </p:spTree>
    <p:extLst>
      <p:ext uri="{BB962C8B-B14F-4D97-AF65-F5344CB8AC3E}">
        <p14:creationId xmlns:p14="http://schemas.microsoft.com/office/powerpoint/2010/main" val="2703246573"/>
      </p:ext>
    </p:extLst>
  </p:cSld>
  <p:clrMapOvr>
    <a:masterClrMapping/>
  </p:clrMapOvr>
  <p:extLst>
    <p:ext uri="{DCECCB84-F9BA-43D5-87BE-67443E8EF086}">
      <p15:sldGuideLst xmlns:p15="http://schemas.microsoft.com/office/powerpoint/2012/main">
        <p15:guide id="1" pos="172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pilot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EC38ED57-A90D-1FEC-BCD3-69F2431F29E6}"/>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42084225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pilot feature specific 2">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0" name="Picture Placeholder 9">
            <a:extLst>
              <a:ext uri="{FF2B5EF4-FFF2-40B4-BE49-F238E27FC236}">
                <a16:creationId xmlns:a16="http://schemas.microsoft.com/office/drawing/2014/main" id="{16F761FA-ABFC-2709-D9A4-285A770143CD}"/>
              </a:ext>
            </a:extLst>
          </p:cNvPr>
          <p:cNvSpPr>
            <a:spLocks noGrp="1"/>
          </p:cNvSpPr>
          <p:nvPr>
            <p:ph type="pic" sz="quarter" idx="32"/>
          </p:nvPr>
        </p:nvSpPr>
        <p:spPr>
          <a:xfrm>
            <a:off x="0" y="0"/>
            <a:ext cx="6103938" cy="6858000"/>
          </a:xfrm>
          <a:prstGeom prst="rect">
            <a:avLst/>
          </a:prstGeom>
          <a:solidFill>
            <a:schemeClr val="accent3"/>
          </a:solidFill>
        </p:spPr>
        <p:txBody>
          <a:bodyPr/>
          <a:lstStyle/>
          <a:p>
            <a:endParaRPr lang="en-US"/>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083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pilot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18453648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692948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92973663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Enterprise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608E0FD1-CD5E-A504-86F7-8B2F8D1E3CC9}"/>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Tree>
    <p:extLst>
      <p:ext uri="{BB962C8B-B14F-4D97-AF65-F5344CB8AC3E}">
        <p14:creationId xmlns:p14="http://schemas.microsoft.com/office/powerpoint/2010/main" val="1754876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Enterprise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16924322-F239-A0FF-709F-A1F181CBA489}"/>
              </a:ext>
            </a:extLst>
          </p:cNvPr>
          <p:cNvSpPr>
            <a:spLocks noGrp="1"/>
          </p:cNvSpPr>
          <p:nvPr>
            <p:ph type="pic" sz="quarter" idx="32"/>
          </p:nvPr>
        </p:nvSpPr>
        <p:spPr>
          <a:xfrm>
            <a:off x="0" y="0"/>
            <a:ext cx="6103938" cy="6858000"/>
          </a:xfrm>
          <a:prstGeom prst="rect">
            <a:avLst/>
          </a:prstGeom>
          <a:solidFill>
            <a:schemeClr val="accent5"/>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9794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Enterprise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7489211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solidFill>
            <a:schemeClr val="accent3"/>
          </a:solidFill>
        </p:spPr>
        <p:txBody>
          <a:bodyPr/>
          <a:lstStyle/>
          <a:p>
            <a:endParaRPr lang="en-US"/>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solidFill>
            <a:schemeClr val="accent3"/>
          </a:solidFill>
        </p:spPr>
        <p:txBody>
          <a:bodyPr/>
          <a:lstStyle/>
          <a:p>
            <a:endParaRPr lang="en-US"/>
          </a:p>
        </p:txBody>
      </p:sp>
    </p:spTree>
    <p:extLst>
      <p:ext uri="{BB962C8B-B14F-4D97-AF65-F5344CB8AC3E}">
        <p14:creationId xmlns:p14="http://schemas.microsoft.com/office/powerpoint/2010/main" val="512641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ecurity Roadmap slide_3 features - light mo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16561-B8B1-9D14-AD15-7B3274B52B27}"/>
              </a:ext>
            </a:extLst>
          </p:cNvPr>
          <p:cNvSpPr/>
          <p:nvPr userDrawn="1"/>
        </p:nvSpPr>
        <p:spPr>
          <a:xfrm>
            <a:off x="8117893"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3">
            <a:extLst>
              <a:ext uri="{FF2B5EF4-FFF2-40B4-BE49-F238E27FC236}">
                <a16:creationId xmlns:a16="http://schemas.microsoft.com/office/drawing/2014/main" id="{64EEAE1A-5DA8-56EB-F8EA-26929E8D8A2A}"/>
              </a:ext>
            </a:extLst>
          </p:cNvPr>
          <p:cNvSpPr>
            <a:spLocks noGrp="1"/>
          </p:cNvSpPr>
          <p:nvPr>
            <p:ph type="body" sz="quarter" idx="31" hasCustomPrompt="1"/>
          </p:nvPr>
        </p:nvSpPr>
        <p:spPr>
          <a:xfrm>
            <a:off x="266509" y="315963"/>
            <a:ext cx="11671846" cy="442635"/>
          </a:xfrm>
          <a:prstGeom prst="rect">
            <a:avLst/>
          </a:prstGeom>
        </p:spPr>
        <p:txBody>
          <a:bodyPr anchor="b" anchorCtr="0">
            <a:noAutofit/>
          </a:bodyPr>
          <a:lstStyle>
            <a:lvl1pPr marL="0" indent="0" algn="l">
              <a:buNone/>
              <a:defRPr sz="16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9" name="Text Placeholder 23">
            <a:extLst>
              <a:ext uri="{FF2B5EF4-FFF2-40B4-BE49-F238E27FC236}">
                <a16:creationId xmlns:a16="http://schemas.microsoft.com/office/drawing/2014/main" id="{E0769167-6666-38D4-621D-ED2CDB7679E5}"/>
              </a:ext>
            </a:extLst>
          </p:cNvPr>
          <p:cNvSpPr>
            <a:spLocks noGrp="1"/>
          </p:cNvSpPr>
          <p:nvPr>
            <p:ph type="body" sz="quarter" idx="26" hasCustomPrompt="1"/>
          </p:nvPr>
        </p:nvSpPr>
        <p:spPr>
          <a:xfrm>
            <a:off x="265242" y="5434006"/>
            <a:ext cx="3508572"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0" name="Text Placeholder 23">
            <a:extLst>
              <a:ext uri="{FF2B5EF4-FFF2-40B4-BE49-F238E27FC236}">
                <a16:creationId xmlns:a16="http://schemas.microsoft.com/office/drawing/2014/main" id="{39A8D513-B9E9-7B5B-B3D5-A4C690BDF9AE}"/>
              </a:ext>
            </a:extLst>
          </p:cNvPr>
          <p:cNvSpPr>
            <a:spLocks noGrp="1"/>
          </p:cNvSpPr>
          <p:nvPr>
            <p:ph type="body" sz="quarter" idx="27" hasCustomPrompt="1"/>
          </p:nvPr>
        </p:nvSpPr>
        <p:spPr>
          <a:xfrm>
            <a:off x="265241" y="5941613"/>
            <a:ext cx="3508572"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1" name="Text Placeholder 23">
            <a:extLst>
              <a:ext uri="{FF2B5EF4-FFF2-40B4-BE49-F238E27FC236}">
                <a16:creationId xmlns:a16="http://schemas.microsoft.com/office/drawing/2014/main" id="{A76A2BB0-FCD6-2636-7423-16BB5C27207D}"/>
              </a:ext>
            </a:extLst>
          </p:cNvPr>
          <p:cNvSpPr>
            <a:spLocks noGrp="1"/>
          </p:cNvSpPr>
          <p:nvPr>
            <p:ph type="body" sz="quarter" idx="32" hasCustomPrompt="1"/>
          </p:nvPr>
        </p:nvSpPr>
        <p:spPr>
          <a:xfrm>
            <a:off x="4291201" y="5434006"/>
            <a:ext cx="3610056"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2" name="Text Placeholder 23">
            <a:extLst>
              <a:ext uri="{FF2B5EF4-FFF2-40B4-BE49-F238E27FC236}">
                <a16:creationId xmlns:a16="http://schemas.microsoft.com/office/drawing/2014/main" id="{04EA0C85-87D4-757E-83C4-5832F27B42D3}"/>
              </a:ext>
            </a:extLst>
          </p:cNvPr>
          <p:cNvSpPr>
            <a:spLocks noGrp="1"/>
          </p:cNvSpPr>
          <p:nvPr>
            <p:ph type="body" sz="quarter" idx="33" hasCustomPrompt="1"/>
          </p:nvPr>
        </p:nvSpPr>
        <p:spPr>
          <a:xfrm>
            <a:off x="4291200" y="5941613"/>
            <a:ext cx="3610056"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3" name="Text Placeholder 23">
            <a:extLst>
              <a:ext uri="{FF2B5EF4-FFF2-40B4-BE49-F238E27FC236}">
                <a16:creationId xmlns:a16="http://schemas.microsoft.com/office/drawing/2014/main" id="{6D8116AD-CE22-2D8C-9DE3-F3C77FA0753B}"/>
              </a:ext>
            </a:extLst>
          </p:cNvPr>
          <p:cNvSpPr>
            <a:spLocks noGrp="1"/>
          </p:cNvSpPr>
          <p:nvPr>
            <p:ph type="body" sz="quarter" idx="35" hasCustomPrompt="1"/>
          </p:nvPr>
        </p:nvSpPr>
        <p:spPr>
          <a:xfrm>
            <a:off x="8371106" y="5434006"/>
            <a:ext cx="3602734"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4" name="Text Placeholder 23">
            <a:extLst>
              <a:ext uri="{FF2B5EF4-FFF2-40B4-BE49-F238E27FC236}">
                <a16:creationId xmlns:a16="http://schemas.microsoft.com/office/drawing/2014/main" id="{151BA3FC-D378-BC14-12AC-B36B8DDEBA1A}"/>
              </a:ext>
            </a:extLst>
          </p:cNvPr>
          <p:cNvSpPr>
            <a:spLocks noGrp="1"/>
          </p:cNvSpPr>
          <p:nvPr>
            <p:ph type="body" sz="quarter" idx="36" hasCustomPrompt="1"/>
          </p:nvPr>
        </p:nvSpPr>
        <p:spPr>
          <a:xfrm>
            <a:off x="8371105" y="5941613"/>
            <a:ext cx="3602734"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5" name="Text Placeholder 23">
            <a:extLst>
              <a:ext uri="{FF2B5EF4-FFF2-40B4-BE49-F238E27FC236}">
                <a16:creationId xmlns:a16="http://schemas.microsoft.com/office/drawing/2014/main" id="{5B4CF656-7D1C-725E-023D-71287E559159}"/>
              </a:ext>
            </a:extLst>
          </p:cNvPr>
          <p:cNvSpPr>
            <a:spLocks noGrp="1"/>
          </p:cNvSpPr>
          <p:nvPr>
            <p:ph type="body" sz="quarter" idx="41" hasCustomPrompt="1"/>
          </p:nvPr>
        </p:nvSpPr>
        <p:spPr>
          <a:xfrm>
            <a:off x="265241" y="5205470"/>
            <a:ext cx="3508572"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6" name="Text Placeholder 23">
            <a:extLst>
              <a:ext uri="{FF2B5EF4-FFF2-40B4-BE49-F238E27FC236}">
                <a16:creationId xmlns:a16="http://schemas.microsoft.com/office/drawing/2014/main" id="{233DF6E9-5543-2FB0-CA50-1F53ED4A1728}"/>
              </a:ext>
            </a:extLst>
          </p:cNvPr>
          <p:cNvSpPr>
            <a:spLocks noGrp="1"/>
          </p:cNvSpPr>
          <p:nvPr>
            <p:ph type="body" sz="quarter" idx="42" hasCustomPrompt="1"/>
          </p:nvPr>
        </p:nvSpPr>
        <p:spPr>
          <a:xfrm>
            <a:off x="4291200" y="5187721"/>
            <a:ext cx="3610056"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7" name="Text Placeholder 23">
            <a:extLst>
              <a:ext uri="{FF2B5EF4-FFF2-40B4-BE49-F238E27FC236}">
                <a16:creationId xmlns:a16="http://schemas.microsoft.com/office/drawing/2014/main" id="{19097207-A056-2FD7-F060-385A6EC4EDD3}"/>
              </a:ext>
            </a:extLst>
          </p:cNvPr>
          <p:cNvSpPr>
            <a:spLocks noGrp="1"/>
          </p:cNvSpPr>
          <p:nvPr>
            <p:ph type="body" sz="quarter" idx="43" hasCustomPrompt="1"/>
          </p:nvPr>
        </p:nvSpPr>
        <p:spPr>
          <a:xfrm>
            <a:off x="8371105" y="5187721"/>
            <a:ext cx="3602734"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8" name="Title 5">
            <a:extLst>
              <a:ext uri="{FF2B5EF4-FFF2-40B4-BE49-F238E27FC236}">
                <a16:creationId xmlns:a16="http://schemas.microsoft.com/office/drawing/2014/main" id="{F59283A9-EF46-CC74-737A-A8DA35AE2369}"/>
              </a:ext>
            </a:extLst>
          </p:cNvPr>
          <p:cNvSpPr>
            <a:spLocks noGrp="1"/>
          </p:cNvSpPr>
          <p:nvPr>
            <p:ph type="title" hasCustomPrompt="1"/>
          </p:nvPr>
        </p:nvSpPr>
        <p:spPr>
          <a:xfrm>
            <a:off x="265241" y="896026"/>
            <a:ext cx="11671847" cy="701863"/>
          </a:xfrm>
          <a:prstGeom prst="rect">
            <a:avLst/>
          </a:prstGeom>
        </p:spPr>
        <p:txBody>
          <a:bodyPr/>
          <a:lstStyle>
            <a:lvl1pPr>
              <a:defRPr b="1" i="0">
                <a:solidFill>
                  <a:schemeClr val="bg1"/>
                </a:solidFill>
                <a:latin typeface="Aptos" pitchFamily="2" charset="77"/>
              </a:defRPr>
            </a:lvl1pPr>
          </a:lstStyle>
          <a:p>
            <a:r>
              <a:rPr lang="en-US"/>
              <a:t>Title that should be 10 words or less</a:t>
            </a:r>
          </a:p>
        </p:txBody>
      </p:sp>
      <p:sp>
        <p:nvSpPr>
          <p:cNvPr id="3" name="Rectangle 2">
            <a:extLst>
              <a:ext uri="{FF2B5EF4-FFF2-40B4-BE49-F238E27FC236}">
                <a16:creationId xmlns:a16="http://schemas.microsoft.com/office/drawing/2014/main" id="{4A760EA7-4222-D88A-826C-72AA4D4DD8B0}"/>
              </a:ext>
            </a:extLst>
          </p:cNvPr>
          <p:cNvSpPr/>
          <p:nvPr userDrawn="1"/>
        </p:nvSpPr>
        <p:spPr>
          <a:xfrm>
            <a:off x="4041649"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93795-C7C0-7636-091A-A6E374D7AD46}"/>
              </a:ext>
            </a:extLst>
          </p:cNvPr>
          <p:cNvSpPr/>
          <p:nvPr userDrawn="1"/>
        </p:nvSpPr>
        <p:spPr>
          <a:xfrm rot="5400000">
            <a:off x="6077712" y="-4328386"/>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3">
            <a:extLst>
              <a:ext uri="{FF2B5EF4-FFF2-40B4-BE49-F238E27FC236}">
                <a16:creationId xmlns:a16="http://schemas.microsoft.com/office/drawing/2014/main" id="{EBC815E3-BB59-F649-6CA9-D540D7BF34BC}"/>
              </a:ext>
            </a:extLst>
          </p:cNvPr>
          <p:cNvSpPr>
            <a:spLocks noGrp="1"/>
          </p:cNvSpPr>
          <p:nvPr>
            <p:ph type="pic" sz="quarter" idx="44"/>
          </p:nvPr>
        </p:nvSpPr>
        <p:spPr>
          <a:xfrm>
            <a:off x="0" y="1784379"/>
            <a:ext cx="4032250" cy="3103545"/>
          </a:xfrm>
          <a:prstGeom prst="rect">
            <a:avLst/>
          </a:prstGeom>
          <a:solidFill>
            <a:schemeClr val="accent1"/>
          </a:solidFill>
        </p:spPr>
        <p:txBody>
          <a:bodyPr/>
          <a:lstStyle/>
          <a:p>
            <a:endParaRPr lang="en-US"/>
          </a:p>
        </p:txBody>
      </p:sp>
      <p:sp>
        <p:nvSpPr>
          <p:cNvPr id="15" name="Picture Placeholder 13">
            <a:extLst>
              <a:ext uri="{FF2B5EF4-FFF2-40B4-BE49-F238E27FC236}">
                <a16:creationId xmlns:a16="http://schemas.microsoft.com/office/drawing/2014/main" id="{0A1DC661-4272-AC8D-8951-BCB09F14B217}"/>
              </a:ext>
            </a:extLst>
          </p:cNvPr>
          <p:cNvSpPr>
            <a:spLocks noGrp="1"/>
          </p:cNvSpPr>
          <p:nvPr>
            <p:ph type="pic" sz="quarter" idx="45"/>
          </p:nvPr>
        </p:nvSpPr>
        <p:spPr>
          <a:xfrm>
            <a:off x="4079875" y="1784379"/>
            <a:ext cx="4032250" cy="3103545"/>
          </a:xfrm>
          <a:prstGeom prst="rect">
            <a:avLst/>
          </a:prstGeom>
          <a:solidFill>
            <a:schemeClr val="accent1"/>
          </a:solidFill>
        </p:spPr>
        <p:txBody>
          <a:bodyPr/>
          <a:lstStyle/>
          <a:p>
            <a:endParaRPr lang="en-US"/>
          </a:p>
        </p:txBody>
      </p:sp>
      <p:sp>
        <p:nvSpPr>
          <p:cNvPr id="16" name="Picture Placeholder 13">
            <a:extLst>
              <a:ext uri="{FF2B5EF4-FFF2-40B4-BE49-F238E27FC236}">
                <a16:creationId xmlns:a16="http://schemas.microsoft.com/office/drawing/2014/main" id="{C7D4584E-4C3C-7308-6D5B-892C90B6695F}"/>
              </a:ext>
            </a:extLst>
          </p:cNvPr>
          <p:cNvSpPr>
            <a:spLocks noGrp="1"/>
          </p:cNvSpPr>
          <p:nvPr>
            <p:ph type="pic" sz="quarter" idx="46"/>
          </p:nvPr>
        </p:nvSpPr>
        <p:spPr>
          <a:xfrm>
            <a:off x="8159750" y="1784379"/>
            <a:ext cx="4032250" cy="3103545"/>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138204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Enterprise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896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Speaker bios (2 speaker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F3FDF2F6-0C09-B759-ED6E-3BDD87138F69}"/>
              </a:ext>
            </a:extLst>
          </p:cNvPr>
          <p:cNvSpPr>
            <a:spLocks noGrp="1"/>
          </p:cNvSpPr>
          <p:nvPr>
            <p:ph type="pic" sz="quarter" idx="39" hasCustomPrompt="1"/>
          </p:nvPr>
        </p:nvSpPr>
        <p:spPr>
          <a:xfrm>
            <a:off x="6212954"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3" name="Picture Placeholder 17">
            <a:extLst>
              <a:ext uri="{FF2B5EF4-FFF2-40B4-BE49-F238E27FC236}">
                <a16:creationId xmlns:a16="http://schemas.microsoft.com/office/drawing/2014/main" id="{984C9A0B-0D19-5546-B75C-FEC1FABD63FF}"/>
              </a:ext>
            </a:extLst>
          </p:cNvPr>
          <p:cNvSpPr>
            <a:spLocks noGrp="1"/>
          </p:cNvSpPr>
          <p:nvPr>
            <p:ph type="pic" sz="quarter" idx="10" hasCustomPrompt="1"/>
          </p:nvPr>
        </p:nvSpPr>
        <p:spPr>
          <a:xfrm>
            <a:off x="870283"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6" name="Text Placeholder 23">
            <a:extLst>
              <a:ext uri="{FF2B5EF4-FFF2-40B4-BE49-F238E27FC236}">
                <a16:creationId xmlns:a16="http://schemas.microsoft.com/office/drawing/2014/main" id="{347ABF95-5A12-B61E-19CB-B893D566D326}"/>
              </a:ext>
            </a:extLst>
          </p:cNvPr>
          <p:cNvSpPr>
            <a:spLocks noGrp="1"/>
          </p:cNvSpPr>
          <p:nvPr>
            <p:ph type="body" sz="quarter" idx="34" hasCustomPrompt="1"/>
          </p:nvPr>
        </p:nvSpPr>
        <p:spPr>
          <a:xfrm>
            <a:off x="87028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7" name="Text Placeholder 23">
            <a:extLst>
              <a:ext uri="{FF2B5EF4-FFF2-40B4-BE49-F238E27FC236}">
                <a16:creationId xmlns:a16="http://schemas.microsoft.com/office/drawing/2014/main" id="{01BFB022-2179-4159-D6AB-E98490DA0C42}"/>
              </a:ext>
            </a:extLst>
          </p:cNvPr>
          <p:cNvSpPr>
            <a:spLocks noGrp="1"/>
          </p:cNvSpPr>
          <p:nvPr>
            <p:ph type="body" sz="quarter" idx="30" hasCustomPrompt="1"/>
          </p:nvPr>
        </p:nvSpPr>
        <p:spPr>
          <a:xfrm>
            <a:off x="87028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8" name="Text Placeholder 23">
            <a:extLst>
              <a:ext uri="{FF2B5EF4-FFF2-40B4-BE49-F238E27FC236}">
                <a16:creationId xmlns:a16="http://schemas.microsoft.com/office/drawing/2014/main" id="{8A57A9A7-E0F4-7827-5DF6-3585E337734F}"/>
              </a:ext>
            </a:extLst>
          </p:cNvPr>
          <p:cNvSpPr>
            <a:spLocks noGrp="1"/>
          </p:cNvSpPr>
          <p:nvPr>
            <p:ph type="body" sz="quarter" idx="31" hasCustomPrompt="1"/>
          </p:nvPr>
        </p:nvSpPr>
        <p:spPr>
          <a:xfrm>
            <a:off x="87028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
        <p:nvSpPr>
          <p:cNvPr id="5" name="Text Placeholder 23">
            <a:extLst>
              <a:ext uri="{FF2B5EF4-FFF2-40B4-BE49-F238E27FC236}">
                <a16:creationId xmlns:a16="http://schemas.microsoft.com/office/drawing/2014/main" id="{9069A236-613C-7FB0-5EA8-A37EDBDE6A37}"/>
              </a:ext>
            </a:extLst>
          </p:cNvPr>
          <p:cNvSpPr>
            <a:spLocks noGrp="1"/>
          </p:cNvSpPr>
          <p:nvPr>
            <p:ph type="body" sz="quarter" idx="36" hasCustomPrompt="1"/>
          </p:nvPr>
        </p:nvSpPr>
        <p:spPr>
          <a:xfrm>
            <a:off x="625502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9" name="Text Placeholder 23">
            <a:extLst>
              <a:ext uri="{FF2B5EF4-FFF2-40B4-BE49-F238E27FC236}">
                <a16:creationId xmlns:a16="http://schemas.microsoft.com/office/drawing/2014/main" id="{133A6542-358F-68BF-EC8C-3ED656B2CE84}"/>
              </a:ext>
            </a:extLst>
          </p:cNvPr>
          <p:cNvSpPr>
            <a:spLocks noGrp="1"/>
          </p:cNvSpPr>
          <p:nvPr>
            <p:ph type="body" sz="quarter" idx="37" hasCustomPrompt="1"/>
          </p:nvPr>
        </p:nvSpPr>
        <p:spPr>
          <a:xfrm>
            <a:off x="625502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0" name="Text Placeholder 23">
            <a:extLst>
              <a:ext uri="{FF2B5EF4-FFF2-40B4-BE49-F238E27FC236}">
                <a16:creationId xmlns:a16="http://schemas.microsoft.com/office/drawing/2014/main" id="{1FBE1546-3446-D9B9-3F7B-461085F58DCB}"/>
              </a:ext>
            </a:extLst>
          </p:cNvPr>
          <p:cNvSpPr>
            <a:spLocks noGrp="1"/>
          </p:cNvSpPr>
          <p:nvPr>
            <p:ph type="body" sz="quarter" idx="38" hasCustomPrompt="1"/>
          </p:nvPr>
        </p:nvSpPr>
        <p:spPr>
          <a:xfrm>
            <a:off x="625502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Tree>
    <p:extLst>
      <p:ext uri="{BB962C8B-B14F-4D97-AF65-F5344CB8AC3E}">
        <p14:creationId xmlns:p14="http://schemas.microsoft.com/office/powerpoint/2010/main" val="3891562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631373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1510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04848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Browser Screenshot ">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33D682-D6C7-BB0B-E7A1-27EB07B2149D}"/>
              </a:ext>
            </a:extLst>
          </p:cNvPr>
          <p:cNvSpPr>
            <a:spLocks noGrp="1"/>
          </p:cNvSpPr>
          <p:nvPr>
            <p:ph type="ctrTitle" hasCustomPrompt="1"/>
          </p:nvPr>
        </p:nvSpPr>
        <p:spPr>
          <a:xfrm>
            <a:off x="1752601" y="272307"/>
            <a:ext cx="8686800" cy="1026260"/>
          </a:xfrm>
          <a:prstGeom prst="rect">
            <a:avLst/>
          </a:prstGeom>
        </p:spPr>
        <p:txBody>
          <a:bodyPr anchor="b">
            <a:noAutofit/>
          </a:bodyPr>
          <a:lstStyle>
            <a:lvl1pPr algn="ctr">
              <a:defRPr sz="3600"/>
            </a:lvl1pPr>
          </a:lstStyle>
          <a:p>
            <a:r>
              <a:rPr lang="en-US"/>
              <a:t>Statement</a:t>
            </a:r>
          </a:p>
        </p:txBody>
      </p:sp>
      <p:sp>
        <p:nvSpPr>
          <p:cNvPr id="2" name="Picture Placeholder 17">
            <a:extLst>
              <a:ext uri="{FF2B5EF4-FFF2-40B4-BE49-F238E27FC236}">
                <a16:creationId xmlns:a16="http://schemas.microsoft.com/office/drawing/2014/main" id="{B638C55F-4F51-F341-6897-942CDD853FE9}"/>
              </a:ext>
            </a:extLst>
          </p:cNvPr>
          <p:cNvSpPr>
            <a:spLocks noGrp="1"/>
          </p:cNvSpPr>
          <p:nvPr>
            <p:ph type="pic" sz="quarter" idx="40" hasCustomPrompt="1"/>
          </p:nvPr>
        </p:nvSpPr>
        <p:spPr>
          <a:xfrm>
            <a:off x="1752599" y="1932318"/>
            <a:ext cx="8686799" cy="4925682"/>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3" name="Picture 7">
            <a:extLst>
              <a:ext uri="{FF2B5EF4-FFF2-40B4-BE49-F238E27FC236}">
                <a16:creationId xmlns:a16="http://schemas.microsoft.com/office/drawing/2014/main" id="{7E64FA12-7867-1868-4C73-36438FFA823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752600" y="1469134"/>
            <a:ext cx="8686798" cy="484001"/>
          </a:xfrm>
          <a:prstGeom prst="rect">
            <a:avLst/>
          </a:prstGeom>
        </p:spPr>
      </p:pic>
    </p:spTree>
    <p:extLst>
      <p:ext uri="{BB962C8B-B14F-4D97-AF65-F5344CB8AC3E}">
        <p14:creationId xmlns:p14="http://schemas.microsoft.com/office/powerpoint/2010/main" val="34718825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Browser Screenshot ">
    <p:bg>
      <p:bgPr>
        <a:solidFill>
          <a:srgbClr val="000000"/>
        </a:solidFill>
        <a:effectLst/>
      </p:bgPr>
    </p:bg>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DE226210-E3AE-F559-CE3E-71798445EE6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316179" y="780228"/>
            <a:ext cx="9559641" cy="532633"/>
          </a:xfrm>
          <a:prstGeom prst="rect">
            <a:avLst/>
          </a:prstGeom>
        </p:spPr>
      </p:pic>
      <p:sp>
        <p:nvSpPr>
          <p:cNvPr id="6" name="Picture Placeholder 17">
            <a:extLst>
              <a:ext uri="{FF2B5EF4-FFF2-40B4-BE49-F238E27FC236}">
                <a16:creationId xmlns:a16="http://schemas.microsoft.com/office/drawing/2014/main" id="{CBD43E14-4F9E-7FFC-4AAE-2567E350367F}"/>
              </a:ext>
            </a:extLst>
          </p:cNvPr>
          <p:cNvSpPr>
            <a:spLocks noGrp="1"/>
          </p:cNvSpPr>
          <p:nvPr>
            <p:ph type="pic" sz="quarter" idx="40" hasCustomPrompt="1"/>
          </p:nvPr>
        </p:nvSpPr>
        <p:spPr>
          <a:xfrm>
            <a:off x="1316179" y="1296234"/>
            <a:ext cx="9553250" cy="5561766"/>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40520418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Browser  + one statement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ECEB7E09-F65B-E646-C7C1-3FA885EE7C8D}"/>
              </a:ext>
            </a:extLst>
          </p:cNvPr>
          <p:cNvSpPr>
            <a:spLocks noGrp="1"/>
          </p:cNvSpPr>
          <p:nvPr>
            <p:ph type="pic" sz="quarter" idx="40" hasCustomPrompt="1"/>
          </p:nvPr>
        </p:nvSpPr>
        <p:spPr>
          <a:xfrm>
            <a:off x="4714389" y="1093319"/>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6" name="Picture 7">
            <a:extLst>
              <a:ext uri="{FF2B5EF4-FFF2-40B4-BE49-F238E27FC236}">
                <a16:creationId xmlns:a16="http://schemas.microsoft.com/office/drawing/2014/main" id="{0D0131A4-66AF-9252-C050-4A1BFC918C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714389" y="619505"/>
            <a:ext cx="8588275" cy="478511"/>
          </a:xfrm>
          <a:prstGeom prst="rect">
            <a:avLst/>
          </a:prstGeom>
        </p:spPr>
      </p:pic>
      <p:sp>
        <p:nvSpPr>
          <p:cNvPr id="9" name="Text Placeholder 23">
            <a:extLst>
              <a:ext uri="{FF2B5EF4-FFF2-40B4-BE49-F238E27FC236}">
                <a16:creationId xmlns:a16="http://schemas.microsoft.com/office/drawing/2014/main" id="{D133B315-FB64-194A-87A0-429B84B99B3C}"/>
              </a:ext>
            </a:extLst>
          </p:cNvPr>
          <p:cNvSpPr>
            <a:spLocks noGrp="1"/>
          </p:cNvSpPr>
          <p:nvPr>
            <p:ph type="body" sz="quarter" idx="34" hasCustomPrompt="1"/>
          </p:nvPr>
        </p:nvSpPr>
        <p:spPr>
          <a:xfrm>
            <a:off x="738765" y="4406716"/>
            <a:ext cx="321274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11" name="Text Placeholder 23">
            <a:extLst>
              <a:ext uri="{FF2B5EF4-FFF2-40B4-BE49-F238E27FC236}">
                <a16:creationId xmlns:a16="http://schemas.microsoft.com/office/drawing/2014/main" id="{B078373A-3B9F-DB44-BBFF-036E9257E0F6}"/>
              </a:ext>
            </a:extLst>
          </p:cNvPr>
          <p:cNvSpPr>
            <a:spLocks noGrp="1"/>
          </p:cNvSpPr>
          <p:nvPr>
            <p:ph type="body" sz="quarter" idx="31" hasCustomPrompt="1"/>
          </p:nvPr>
        </p:nvSpPr>
        <p:spPr>
          <a:xfrm>
            <a:off x="738765" y="887157"/>
            <a:ext cx="321274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 name="Title 1">
            <a:extLst>
              <a:ext uri="{FF2B5EF4-FFF2-40B4-BE49-F238E27FC236}">
                <a16:creationId xmlns:a16="http://schemas.microsoft.com/office/drawing/2014/main" id="{2F193039-BF81-F4D1-2A15-937C5E3F83AF}"/>
              </a:ext>
            </a:extLst>
          </p:cNvPr>
          <p:cNvSpPr>
            <a:spLocks noGrp="1"/>
          </p:cNvSpPr>
          <p:nvPr>
            <p:ph type="title" hasCustomPrompt="1"/>
          </p:nvPr>
        </p:nvSpPr>
        <p:spPr>
          <a:xfrm>
            <a:off x="744838" y="1573760"/>
            <a:ext cx="3212747" cy="2685089"/>
          </a:xfrm>
        </p:spPr>
        <p:txBody>
          <a:bodyPr anchor="t"/>
          <a:lstStyle/>
          <a:p>
            <a:r>
              <a:rPr lang="en-US"/>
              <a:t>Statement that should be 10 words or less</a:t>
            </a:r>
          </a:p>
        </p:txBody>
      </p:sp>
    </p:spTree>
    <p:extLst>
      <p:ext uri="{BB962C8B-B14F-4D97-AF65-F5344CB8AC3E}">
        <p14:creationId xmlns:p14="http://schemas.microsoft.com/office/powerpoint/2010/main" val="16621652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rowser + two statements">
    <p:bg>
      <p:bgPr>
        <a:solidFill>
          <a:srgbClr val="000000"/>
        </a:solidFill>
        <a:effectLst/>
      </p:bgPr>
    </p:b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C2C150FA-A4CA-8395-791F-9D0E796D9E12}"/>
              </a:ext>
            </a:extLst>
          </p:cNvPr>
          <p:cNvSpPr>
            <a:spLocks noGrp="1"/>
          </p:cNvSpPr>
          <p:nvPr>
            <p:ph type="pic" sz="quarter" idx="40" hasCustomPrompt="1"/>
          </p:nvPr>
        </p:nvSpPr>
        <p:spPr>
          <a:xfrm>
            <a:off x="6634753" y="966034"/>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10" name="Picture 7">
            <a:extLst>
              <a:ext uri="{FF2B5EF4-FFF2-40B4-BE49-F238E27FC236}">
                <a16:creationId xmlns:a16="http://schemas.microsoft.com/office/drawing/2014/main" id="{FF359A12-80F5-3CE1-0CBE-00661609E87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634753" y="492220"/>
            <a:ext cx="8588275" cy="478511"/>
          </a:xfrm>
          <a:prstGeom prst="rect">
            <a:avLst/>
          </a:prstGeom>
        </p:spPr>
      </p:pic>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5378032"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than 10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422499"/>
            <a:ext cx="2511761"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624652" y="4422499"/>
            <a:ext cx="2511762"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624653"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62465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0" y="574423"/>
            <a:ext cx="53780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104179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5F1EC-3A13-53FB-5BE1-FE8397107D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5C1600-67CE-38EE-94AF-D15DE0BD3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42FEF2-AA1A-8A44-DE54-9BC21EF6DD22}"/>
              </a:ext>
            </a:extLst>
          </p:cNvPr>
          <p:cNvSpPr>
            <a:spLocks noGrp="1"/>
          </p:cNvSpPr>
          <p:nvPr>
            <p:ph type="dt" sz="half" idx="10"/>
          </p:nvPr>
        </p:nvSpPr>
        <p:spPr/>
        <p:txBody>
          <a:bodyPr/>
          <a:lstStyle/>
          <a:p>
            <a:fld id="{3FD41548-EEBD-484A-8F9F-D35582DE472A}" type="datetimeFigureOut">
              <a:rPr lang="en-US" smtClean="0"/>
              <a:t>9/17/2026</a:t>
            </a:fld>
            <a:endParaRPr lang="en-US"/>
          </a:p>
        </p:txBody>
      </p:sp>
      <p:sp>
        <p:nvSpPr>
          <p:cNvPr id="5" name="Footer Placeholder 4">
            <a:extLst>
              <a:ext uri="{FF2B5EF4-FFF2-40B4-BE49-F238E27FC236}">
                <a16:creationId xmlns:a16="http://schemas.microsoft.com/office/drawing/2014/main" id="{58248030-01A6-2FD0-850A-7FBBF861C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FD9D4B-4485-F612-382F-EFC31BB1B09D}"/>
              </a:ext>
            </a:extLst>
          </p:cNvPr>
          <p:cNvSpPr>
            <a:spLocks noGrp="1"/>
          </p:cNvSpPr>
          <p:nvPr>
            <p:ph type="sldNum" sz="quarter" idx="12"/>
          </p:nvPr>
        </p:nvSpPr>
        <p:spPr/>
        <p:txBody>
          <a:bodyPr/>
          <a:lstStyle/>
          <a:p>
            <a:fld id="{8FC9A086-BFC2-4CFE-8829-1F6226ADC8B6}" type="slidenum">
              <a:rPr lang="en-US" smtClean="0"/>
              <a:t>‹#›</a:t>
            </a:fld>
            <a:endParaRPr lang="en-US"/>
          </a:p>
        </p:txBody>
      </p:sp>
    </p:spTree>
    <p:extLst>
      <p:ext uri="{BB962C8B-B14F-4D97-AF65-F5344CB8AC3E}">
        <p14:creationId xmlns:p14="http://schemas.microsoft.com/office/powerpoint/2010/main" val="19083576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hank you ">
    <p:bg>
      <p:bgPr>
        <a:solidFill>
          <a:srgbClr val="000000"/>
        </a:solidFill>
        <a:effectLst/>
      </p:bgPr>
    </p:bg>
    <p:spTree>
      <p:nvGrpSpPr>
        <p:cNvPr id="1" name=""/>
        <p:cNvGrpSpPr/>
        <p:nvPr/>
      </p:nvGrpSpPr>
      <p:grpSpPr>
        <a:xfrm>
          <a:off x="0" y="0"/>
          <a:ext cx="0" cy="0"/>
          <a:chOff x="0" y="0"/>
          <a:chExt cx="0" cy="0"/>
        </a:xfrm>
      </p:grpSpPr>
      <p:pic>
        <p:nvPicPr>
          <p:cNvPr id="3" name="Picture 2" descr="A blue and white gradient&#10;&#10;AI-generated content may be incorrect.">
            <a:extLst>
              <a:ext uri="{FF2B5EF4-FFF2-40B4-BE49-F238E27FC236}">
                <a16:creationId xmlns:a16="http://schemas.microsoft.com/office/drawing/2014/main" id="{B1434823-A993-4891-D507-11A7222B1F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A blue rectangle in a black background&#10;&#10;AI-generated content may be incorrect.">
            <a:extLst>
              <a:ext uri="{FF2B5EF4-FFF2-40B4-BE49-F238E27FC236}">
                <a16:creationId xmlns:a16="http://schemas.microsoft.com/office/drawing/2014/main" id="{958AAFC2-54C0-8004-C214-941FE32D11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640412" y="1820590"/>
            <a:ext cx="2884729" cy="8298180"/>
          </a:xfrm>
          <a:prstGeom prst="rect">
            <a:avLst/>
          </a:prstGeom>
        </p:spPr>
      </p:pic>
      <p:sp>
        <p:nvSpPr>
          <p:cNvPr id="31" name="TextBox 30">
            <a:extLst>
              <a:ext uri="{FF2B5EF4-FFF2-40B4-BE49-F238E27FC236}">
                <a16:creationId xmlns:a16="http://schemas.microsoft.com/office/drawing/2014/main" id="{0C840639-8979-42F9-CF5B-5F471C757C54}"/>
              </a:ext>
            </a:extLst>
          </p:cNvPr>
          <p:cNvSpPr txBox="1"/>
          <p:nvPr userDrawn="1"/>
        </p:nvSpPr>
        <p:spPr>
          <a:xfrm>
            <a:off x="4358263" y="2321003"/>
            <a:ext cx="6535406" cy="2215991"/>
          </a:xfrm>
          <a:prstGeom prst="rect">
            <a:avLst/>
          </a:prstGeom>
          <a:noFill/>
        </p:spPr>
        <p:txBody>
          <a:bodyPr wrap="square" rtlCol="0" anchor="ctr">
            <a:spAutoFit/>
          </a:bodyPr>
          <a:lstStyle/>
          <a:p>
            <a:pPr algn="l"/>
            <a:r>
              <a:rPr lang="en-US" sz="9000" b="1" i="0" spc="-150">
                <a:solidFill>
                  <a:schemeClr val="bg1"/>
                </a:solidFill>
                <a:latin typeface="Aptos" pitchFamily="2" charset="77"/>
              </a:rPr>
              <a:t>Thank you</a:t>
            </a:r>
          </a:p>
          <a:p>
            <a:pPr algn="l"/>
            <a:r>
              <a:rPr lang="en-US" sz="4800" b="1" i="0" spc="-150">
                <a:solidFill>
                  <a:schemeClr val="bg1"/>
                </a:solidFill>
                <a:latin typeface="Aptos" pitchFamily="2" charset="77"/>
              </a:rPr>
              <a:t>gh.io/copilot</a:t>
            </a:r>
          </a:p>
        </p:txBody>
      </p:sp>
    </p:spTree>
    <p:extLst>
      <p:ext uri="{BB962C8B-B14F-4D97-AF65-F5344CB8AC3E}">
        <p14:creationId xmlns:p14="http://schemas.microsoft.com/office/powerpoint/2010/main" val="22180129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emo 2">
    <p:bg>
      <p:bgRef idx="1001">
        <a:schemeClr val="bg1"/>
      </p:bgRef>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4" y="550334"/>
            <a:ext cx="2596138" cy="306109"/>
          </a:xfrm>
          <a:prstGeom prst="rect">
            <a:avLst/>
          </a:prstGeom>
        </p:spPr>
        <p:txBody>
          <a:bodyPr wrap="square">
            <a:spAutoFit/>
          </a:bodyPr>
          <a:lstStyle>
            <a:lvl1pPr marL="0" indent="0" algn="l" defTabSz="457109" rtl="0" eaLnBrk="1" latinLnBrk="0" hangingPunct="1">
              <a:lnSpc>
                <a:spcPts val="1800"/>
              </a:lnSpc>
              <a:buNone/>
              <a:defRPr lang="en-US" sz="1200" b="0" i="0" kern="0" spc="-28" baseline="0" dirty="0">
                <a:solidFill>
                  <a:schemeClr val="tx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indent="0" algn="l">
              <a:lnSpc>
                <a:spcPts val="1800"/>
              </a:lnSpc>
              <a:buNone/>
            </a:pPr>
            <a:r>
              <a:rPr lang="en-US" sz="1400" kern="0" spc="-28">
                <a:solidFill>
                  <a:schemeClr val="bg2"/>
                </a:solidFill>
                <a:latin typeface="Segoe UI Variable Display Semibold" pitchFamily="34" charset="0"/>
                <a:ea typeface="Segoe UI Variable Display Semibold" pitchFamily="34" charset="-122"/>
                <a:cs typeface="Segoe UI Variable Display Semibold" pitchFamily="34" charset="-120"/>
              </a:rPr>
              <a:t>Product name</a:t>
            </a:r>
            <a:endParaRPr lang="en-US" sz="1400">
              <a:solidFill>
                <a:schemeClr val="bg2"/>
              </a:solidFill>
            </a:endParaRP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854500"/>
            <a:ext cx="2596138" cy="365806"/>
          </a:xfrm>
          <a:prstGeom prst="rect">
            <a:avLst/>
          </a:prstGeom>
        </p:spPr>
        <p:txBody>
          <a:bodyPr wrap="square">
            <a:spAutoFit/>
          </a:bodyPr>
          <a:lstStyle>
            <a:lvl1pPr marL="0" indent="0" algn="l" defTabSz="457109" rtl="0" eaLnBrk="1" latinLnBrk="0" hangingPunct="1">
              <a:lnSpc>
                <a:spcPts val="2200"/>
              </a:lnSpc>
              <a:buNone/>
              <a:defRPr lang="en-US" sz="1600" b="0" i="0" kern="0" spc="-36" baseline="0" dirty="0" smtClean="0">
                <a:solidFill>
                  <a:schemeClr val="tx1"/>
                </a:solidFill>
                <a:latin typeface="+mn-lt"/>
                <a:ea typeface="Segoe UI Semibold" panose="020B0702040204020203" pitchFamily="34" charset="0"/>
                <a:cs typeface="Segoe UI Semibold" panose="020B0702040204020203" pitchFamily="34" charset="0"/>
              </a:defRPr>
            </a:lvl1pPr>
          </a:lstStyle>
          <a:p>
            <a:pPr marL="0" indent="0" algn="l">
              <a:lnSpc>
                <a:spcPts val="2200"/>
              </a:lnSpc>
              <a:buNone/>
            </a:pPr>
            <a:r>
              <a:rPr lang="en-US" sz="1800" kern="0" spc="-36">
                <a:solidFill>
                  <a:schemeClr val="bg1"/>
                </a:solidFill>
                <a:latin typeface="Segoe UI Variable Display Semibold" pitchFamily="34" charset="0"/>
                <a:ea typeface="Segoe UI Variable Display Semibold" pitchFamily="34" charset="-122"/>
                <a:cs typeface="Segoe UI Variable Display Semibold" pitchFamily="34" charset="-120"/>
              </a:rPr>
              <a:t>Demo title</a:t>
            </a:r>
            <a:endParaRPr lang="en-US" sz="1800">
              <a:solidFill>
                <a:schemeClr val="bg1"/>
              </a:solidFill>
            </a:endParaRPr>
          </a:p>
        </p:txBody>
      </p:sp>
    </p:spTree>
    <p:extLst>
      <p:ext uri="{BB962C8B-B14F-4D97-AF65-F5344CB8AC3E}">
        <p14:creationId xmlns:p14="http://schemas.microsoft.com/office/powerpoint/2010/main" val="177038194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pilot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35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6103938" cy="6858000"/>
          </a:xfrm>
          <a:prstGeom prst="rect">
            <a:avLst/>
          </a:prstGeom>
          <a:solidFill>
            <a:schemeClr val="accent1"/>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85888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6115353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39396869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79134B-F8BD-AF84-FC8F-B01F81F73C1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1">
            <a:extLst>
              <a:ext uri="{FF2B5EF4-FFF2-40B4-BE49-F238E27FC236}">
                <a16:creationId xmlns:a16="http://schemas.microsoft.com/office/drawing/2014/main" id="{8BBF8ABC-61EB-DB2E-3AFE-76A947CAA49E}"/>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tx1"/>
                </a:solidFill>
                <a:latin typeface="Aptos" pitchFamily="2" charset="77"/>
              </a:defRPr>
            </a:lvl1pPr>
          </a:lstStyle>
          <a:p>
            <a:r>
              <a:rPr lang="en-US"/>
              <a:t>Section title</a:t>
            </a:r>
          </a:p>
        </p:txBody>
      </p:sp>
    </p:spTree>
    <p:extLst>
      <p:ext uri="{BB962C8B-B14F-4D97-AF65-F5344CB8AC3E}">
        <p14:creationId xmlns:p14="http://schemas.microsoft.com/office/powerpoint/2010/main" val="17817598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Blank entire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94703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Large statement">
    <p:bg>
      <p:bgPr>
        <a:solidFill>
          <a:srgbClr val="0000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D297C2-5418-53A0-4896-D3DF23A9840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1">
            <a:extLst>
              <a:ext uri="{FF2B5EF4-FFF2-40B4-BE49-F238E27FC236}">
                <a16:creationId xmlns:a16="http://schemas.microsoft.com/office/drawing/2014/main" id="{973B4A32-ECA6-046E-1DE4-D4275E8AE137}"/>
              </a:ext>
            </a:extLst>
          </p:cNvPr>
          <p:cNvSpPr>
            <a:spLocks noGrp="1"/>
          </p:cNvSpPr>
          <p:nvPr>
            <p:ph type="ctrTitle" hasCustomPrompt="1"/>
          </p:nvPr>
        </p:nvSpPr>
        <p:spPr>
          <a:xfrm>
            <a:off x="1005200" y="1392321"/>
            <a:ext cx="10181601" cy="4073363"/>
          </a:xfrm>
          <a:prstGeom prst="rect">
            <a:avLst/>
          </a:prstGeom>
        </p:spPr>
        <p:txBody>
          <a:bodyPr anchor="ctr">
            <a:normAutofit/>
          </a:bodyPr>
          <a:lstStyle>
            <a:lvl1pPr algn="ctr">
              <a:lnSpc>
                <a:spcPct val="80000"/>
              </a:lnSpc>
              <a:defRPr sz="5998" b="1" i="0">
                <a:solidFill>
                  <a:schemeClr val="tx1"/>
                </a:solidFill>
                <a:latin typeface="Aptos" pitchFamily="2" charset="77"/>
              </a:defRPr>
            </a:lvl1pPr>
          </a:lstStyle>
          <a:p>
            <a:r>
              <a:rPr lang="en-US"/>
              <a:t>Large Statement</a:t>
            </a:r>
          </a:p>
        </p:txBody>
      </p:sp>
    </p:spTree>
    <p:extLst>
      <p:ext uri="{BB962C8B-B14F-4D97-AF65-F5344CB8AC3E}">
        <p14:creationId xmlns:p14="http://schemas.microsoft.com/office/powerpoint/2010/main" val="38232960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Roadmap slide_1 feature stacked">
    <p:bg>
      <p:bgPr>
        <a:solidFill>
          <a:srgbClr val="10141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D66609-CC3C-9FFB-681F-7C5BE88A3C69}"/>
              </a:ext>
            </a:extLst>
          </p:cNvPr>
          <p:cNvPicPr>
            <a:picLocks noChangeAspect="1"/>
          </p:cNvPicPr>
          <p:nvPr userDrawn="1"/>
        </p:nvPicPr>
        <p:blipFill>
          <a:blip r:embed="rId2"/>
          <a:srcRect b="38309"/>
          <a:stretch>
            <a:fillRect/>
          </a:stretch>
        </p:blipFill>
        <p:spPr>
          <a:xfrm>
            <a:off x="-64" y="2627377"/>
            <a:ext cx="12192127" cy="4229732"/>
          </a:xfrm>
          <a:prstGeom prst="rect">
            <a:avLst/>
          </a:prstGeom>
        </p:spPr>
      </p:pic>
      <p:sp>
        <p:nvSpPr>
          <p:cNvPr id="3" name="Picture Placeholder 20">
            <a:extLst>
              <a:ext uri="{FF2B5EF4-FFF2-40B4-BE49-F238E27FC236}">
                <a16:creationId xmlns:a16="http://schemas.microsoft.com/office/drawing/2014/main" id="{7C2B2D0B-3DF8-E88D-2E48-D387F867400F}"/>
              </a:ext>
            </a:extLst>
          </p:cNvPr>
          <p:cNvSpPr>
            <a:spLocks noGrp="1"/>
          </p:cNvSpPr>
          <p:nvPr>
            <p:ph type="pic" sz="quarter" idx="33"/>
          </p:nvPr>
        </p:nvSpPr>
        <p:spPr>
          <a:xfrm>
            <a:off x="769820" y="3147473"/>
            <a:ext cx="10655535" cy="6428741"/>
          </a:xfrm>
          <a:prstGeom prst="roundRect">
            <a:avLst>
              <a:gd name="adj" fmla="val 2672"/>
            </a:avLst>
          </a:prstGeom>
          <a:solidFill>
            <a:schemeClr val="tx2"/>
          </a:solidFill>
          <a:ln>
            <a:noFill/>
          </a:ln>
        </p:spPr>
        <p:txBody>
          <a:bodyPr/>
          <a:lstStyle>
            <a:lvl1pPr algn="ctr">
              <a:defRPr b="0" i="0">
                <a:latin typeface="Mona Sans" pitchFamily="2" charset="77"/>
              </a:defRPr>
            </a:lvl1pPr>
          </a:lstStyle>
          <a:p>
            <a:r>
              <a:rPr lang="en-US"/>
              <a:t>Click icon to add picture</a:t>
            </a:r>
          </a:p>
        </p:txBody>
      </p:sp>
      <p:sp>
        <p:nvSpPr>
          <p:cNvPr id="4" name="Rectangle 3">
            <a:extLst>
              <a:ext uri="{FF2B5EF4-FFF2-40B4-BE49-F238E27FC236}">
                <a16:creationId xmlns:a16="http://schemas.microsoft.com/office/drawing/2014/main" id="{C55B1A28-2AE4-D9F2-F22F-7969CE329140}"/>
              </a:ext>
            </a:extLst>
          </p:cNvPr>
          <p:cNvSpPr/>
          <p:nvPr userDrawn="1"/>
        </p:nvSpPr>
        <p:spPr>
          <a:xfrm>
            <a:off x="-64" y="2627376"/>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799"/>
          </a:p>
        </p:txBody>
      </p:sp>
      <p:sp>
        <p:nvSpPr>
          <p:cNvPr id="5" name="Text Placeholder 23">
            <a:extLst>
              <a:ext uri="{FF2B5EF4-FFF2-40B4-BE49-F238E27FC236}">
                <a16:creationId xmlns:a16="http://schemas.microsoft.com/office/drawing/2014/main" id="{6345DBC2-1000-6AA6-48F5-8139726DE02E}"/>
              </a:ext>
            </a:extLst>
          </p:cNvPr>
          <p:cNvSpPr>
            <a:spLocks noGrp="1"/>
          </p:cNvSpPr>
          <p:nvPr>
            <p:ph type="body" sz="quarter" idx="35" hasCustomPrompt="1"/>
          </p:nvPr>
        </p:nvSpPr>
        <p:spPr>
          <a:xfrm>
            <a:off x="3449935" y="192962"/>
            <a:ext cx="5292128" cy="448550"/>
          </a:xfrm>
          <a:prstGeom prst="rect">
            <a:avLst/>
          </a:prstGeom>
        </p:spPr>
        <p:txBody>
          <a:bodyPr lIns="0" tIns="0" rIns="0" bIns="0" anchor="ctr" anchorCtr="0">
            <a:noAutofit/>
          </a:bodyPr>
          <a:lstStyle>
            <a:lvl1pPr marL="0" indent="0" algn="ctr">
              <a:buNone/>
              <a:defRPr sz="1400" b="0" i="0" cap="all" baseline="0">
                <a:solidFill>
                  <a:schemeClr val="bg2"/>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Beta / Coming soon / GA / Q120XX</a:t>
            </a:r>
          </a:p>
        </p:txBody>
      </p:sp>
      <p:sp>
        <p:nvSpPr>
          <p:cNvPr id="7" name="Text Placeholder 23">
            <a:extLst>
              <a:ext uri="{FF2B5EF4-FFF2-40B4-BE49-F238E27FC236}">
                <a16:creationId xmlns:a16="http://schemas.microsoft.com/office/drawing/2014/main" id="{68DFC8AC-7EA9-216E-0677-57987A765EE9}"/>
              </a:ext>
            </a:extLst>
          </p:cNvPr>
          <p:cNvSpPr>
            <a:spLocks noGrp="1"/>
          </p:cNvSpPr>
          <p:nvPr>
            <p:ph type="body" sz="quarter" idx="36" hasCustomPrompt="1"/>
          </p:nvPr>
        </p:nvSpPr>
        <p:spPr>
          <a:xfrm>
            <a:off x="2336775" y="1185900"/>
            <a:ext cx="7518452" cy="1226592"/>
          </a:xfrm>
          <a:prstGeom prst="rect">
            <a:avLst/>
          </a:prstGeom>
        </p:spPr>
        <p:txBody>
          <a:bodyPr lIns="0" tIns="0" rIns="0" bIns="0" anchor="ctr" anchorCtr="0">
            <a:noAutofit/>
          </a:bodyPr>
          <a:lstStyle>
            <a:lvl1pPr marL="0" indent="0" algn="ctr">
              <a:lnSpc>
                <a:spcPct val="100000"/>
              </a:lnSpc>
              <a:buNone/>
              <a:defRPr sz="4000" b="0" i="0">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a:t>A value prop in sentence case that is 12 words or less</a:t>
            </a:r>
          </a:p>
        </p:txBody>
      </p:sp>
    </p:spTree>
    <p:extLst>
      <p:ext uri="{BB962C8B-B14F-4D97-AF65-F5344CB8AC3E}">
        <p14:creationId xmlns:p14="http://schemas.microsoft.com/office/powerpoint/2010/main" val="147875493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and image stacked">
    <p:bg>
      <p:bgPr>
        <a:solidFill>
          <a:srgbClr val="101411"/>
        </a:solidFill>
        <a:effectLst/>
      </p:bgPr>
    </p:bg>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FB48DDF7-AECB-429E-30C3-63D9A783C5FD}"/>
              </a:ext>
            </a:extLst>
          </p:cNvPr>
          <p:cNvSpPr>
            <a:spLocks noGrp="1"/>
          </p:cNvSpPr>
          <p:nvPr>
            <p:ph type="pic" sz="quarter" idx="37"/>
          </p:nvPr>
        </p:nvSpPr>
        <p:spPr>
          <a:xfrm>
            <a:off x="405234" y="2332944"/>
            <a:ext cx="11377970" cy="3702731"/>
          </a:xfrm>
          <a:prstGeom prst="roundRect">
            <a:avLst>
              <a:gd name="adj" fmla="val 2301"/>
            </a:avLst>
          </a:prstGeom>
          <a:solidFill>
            <a:schemeClr val="tx2"/>
          </a:solidFill>
        </p:spPr>
        <p:txBody>
          <a:bodyPr/>
          <a:lstStyle>
            <a:lvl1pPr algn="ctr">
              <a:defRPr/>
            </a:lvl1pPr>
          </a:lstStyle>
          <a:p>
            <a:r>
              <a:rPr lang="en-US"/>
              <a:t>Click icon to add picture</a:t>
            </a:r>
          </a:p>
        </p:txBody>
      </p:sp>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442" y="398216"/>
            <a:ext cx="11391691" cy="365760"/>
          </a:xfrm>
          <a:prstGeom prst="rect">
            <a:avLst/>
          </a:prstGeom>
        </p:spPr>
        <p:txBody>
          <a:bodyPr lIns="0" tIns="0" rIns="0" bIns="0" anchor="ctr" anchorCtr="0">
            <a:noAutofit/>
          </a:bodyPr>
          <a:lstStyle>
            <a:lvl1pPr marL="0" indent="0" algn="l">
              <a:buNone/>
              <a:defRPr sz="1400" b="0" i="0" cap="all" baseline="0">
                <a:solidFill>
                  <a:schemeClr val="bg2"/>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a:t>Optional header</a:t>
            </a:r>
          </a:p>
        </p:txBody>
      </p:sp>
      <p:sp>
        <p:nvSpPr>
          <p:cNvPr id="9" name="Text Placeholder 6">
            <a:extLst>
              <a:ext uri="{FF2B5EF4-FFF2-40B4-BE49-F238E27FC236}">
                <a16:creationId xmlns:a16="http://schemas.microsoft.com/office/drawing/2014/main" id="{9D4E1238-CA0E-8DAD-9C8A-CD2ACBBAD58C}"/>
              </a:ext>
            </a:extLst>
          </p:cNvPr>
          <p:cNvSpPr>
            <a:spLocks noGrp="1"/>
          </p:cNvSpPr>
          <p:nvPr>
            <p:ph type="body" sz="quarter" idx="48" hasCustomPrompt="1"/>
          </p:nvPr>
        </p:nvSpPr>
        <p:spPr>
          <a:xfrm>
            <a:off x="402442" y="796205"/>
            <a:ext cx="11387245" cy="1133856"/>
          </a:xfrm>
          <a:prstGeom prst="rect">
            <a:avLst/>
          </a:prstGeom>
        </p:spPr>
        <p:txBody>
          <a:bodyPr lIns="0" tIns="0" rIns="0" bIns="0"/>
          <a:lstStyle>
            <a:lvl1pPr>
              <a:defRPr sz="4800">
                <a:latin typeface="+mj-lt"/>
              </a:defRPr>
            </a:lvl1pPr>
          </a:lstStyle>
          <a:p>
            <a:pPr lvl="0"/>
            <a:r>
              <a:rPr lang="en-US"/>
              <a:t>Title should be less than 10 words</a:t>
            </a:r>
          </a:p>
        </p:txBody>
      </p:sp>
    </p:spTree>
    <p:extLst>
      <p:ext uri="{BB962C8B-B14F-4D97-AF65-F5344CB8AC3E}">
        <p14:creationId xmlns:p14="http://schemas.microsoft.com/office/powerpoint/2010/main" val="370157928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Section">
    <p:bg>
      <p:bgPr>
        <a:solidFill>
          <a:srgbClr val="10141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3F0248E-07E8-06F9-9AAF-0C1CD16713FB}"/>
              </a:ext>
            </a:extLst>
          </p:cNvPr>
          <p:cNvSpPr>
            <a:spLocks noGrp="1" noRot="1" noMove="1" noResize="1" noEditPoints="1" noAdjustHandles="1" noChangeArrowheads="1" noChangeShapeType="1"/>
          </p:cNvSpPr>
          <p:nvPr userDrawn="1"/>
        </p:nvSpPr>
        <p:spPr>
          <a:xfrm>
            <a:off x="-63" y="6437150"/>
            <a:ext cx="12192127"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51BEE7DE-452C-214F-7F38-C14C82A42BDA}"/>
              </a:ext>
            </a:extLst>
          </p:cNvPr>
          <p:cNvSpPr>
            <a:spLocks noGrp="1" noRot="1" noMove="1" noResize="1" noEditPoints="1" noAdjustHandles="1" noChangeArrowheads="1" noChangeShapeType="1"/>
          </p:cNvSpPr>
          <p:nvPr userDrawn="1"/>
        </p:nvSpPr>
        <p:spPr>
          <a:xfrm>
            <a:off x="11784986" y="6455664"/>
            <a:ext cx="9146" cy="402336"/>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7" name="Graphic 16">
            <a:extLst>
              <a:ext uri="{FF2B5EF4-FFF2-40B4-BE49-F238E27FC236}">
                <a16:creationId xmlns:a16="http://schemas.microsoft.com/office/drawing/2014/main" id="{D7749530-64E1-E47A-E8E6-06385AE55519}"/>
              </a:ext>
              <a:ext uri="{C183D7F6-B498-43B3-948B-1728B52AA6E4}">
                <adec:decorative xmlns:adec="http://schemas.microsoft.com/office/drawing/2017/decorative" val="1"/>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1862915" y="6530994"/>
            <a:ext cx="260367" cy="251679"/>
          </a:xfrm>
          <a:prstGeom prst="rect">
            <a:avLst/>
          </a:prstGeom>
        </p:spPr>
      </p:pic>
      <p:sp>
        <p:nvSpPr>
          <p:cNvPr id="18" name="Text Placeholder 13">
            <a:extLst>
              <a:ext uri="{FF2B5EF4-FFF2-40B4-BE49-F238E27FC236}">
                <a16:creationId xmlns:a16="http://schemas.microsoft.com/office/drawing/2014/main" id="{47249D01-C24C-14C8-0425-CFAD66343AB4}"/>
              </a:ext>
            </a:extLst>
          </p:cNvPr>
          <p:cNvSpPr>
            <a:spLocks noGrp="1" noRot="1" noMove="1" noResize="1" noEditPoints="1" noAdjustHandles="1" noChangeArrowheads="1" noChangeShapeType="1"/>
          </p:cNvSpPr>
          <p:nvPr>
            <p:ph type="body" sz="quarter" idx="10" hasCustomPrompt="1"/>
          </p:nvPr>
        </p:nvSpPr>
        <p:spPr>
          <a:xfrm>
            <a:off x="188962" y="6595278"/>
            <a:ext cx="11498032" cy="123111"/>
          </a:xfrm>
          <a:prstGeom prst="rect">
            <a:avLst/>
          </a:prstGeom>
        </p:spPr>
        <p:txBody>
          <a:bodyPr lIns="0" tIns="0" rIns="0" bIns="0" anchor="ctr"/>
          <a:lstStyle>
            <a:lvl1pPr algn="r">
              <a:defRPr sz="800" cap="all" baseline="0">
                <a:solidFill>
                  <a:schemeClr val="bg2"/>
                </a:solidFill>
                <a:latin typeface="Mona Sans Mono" pitchFamily="2" charset="77"/>
                <a:cs typeface="Mona Sans Mono" pitchFamily="2" charset="77"/>
              </a:defRPr>
            </a:lvl1pPr>
          </a:lstStyle>
          <a:p>
            <a:pPr lvl="0"/>
            <a:r>
              <a:rPr lang="en-US"/>
              <a:t>OPTIONAL</a:t>
            </a:r>
          </a:p>
        </p:txBody>
      </p:sp>
      <p:sp>
        <p:nvSpPr>
          <p:cNvPr id="5" name="Text Placeholder 4">
            <a:extLst>
              <a:ext uri="{FF2B5EF4-FFF2-40B4-BE49-F238E27FC236}">
                <a16:creationId xmlns:a16="http://schemas.microsoft.com/office/drawing/2014/main" id="{F692EC6E-F38D-2EB6-3559-4D76ED163812}"/>
              </a:ext>
            </a:extLst>
          </p:cNvPr>
          <p:cNvSpPr>
            <a:spLocks noGrp="1"/>
          </p:cNvSpPr>
          <p:nvPr>
            <p:ph type="body" sz="quarter" idx="11" hasCustomPrompt="1"/>
          </p:nvPr>
        </p:nvSpPr>
        <p:spPr>
          <a:xfrm>
            <a:off x="397364" y="419100"/>
            <a:ext cx="11415126" cy="6017824"/>
          </a:xfrm>
          <a:prstGeom prst="rect">
            <a:avLst/>
          </a:prstGeom>
        </p:spPr>
        <p:txBody>
          <a:bodyPr lIns="0" tIns="0" rIns="0" bIns="0" anchor="b"/>
          <a:lstStyle>
            <a:lvl1pPr>
              <a:defRPr sz="9600"/>
            </a:lvl1pPr>
          </a:lstStyle>
          <a:p>
            <a:pPr lvl="0"/>
            <a:r>
              <a:rPr lang="en-US"/>
              <a:t>Section name</a:t>
            </a:r>
          </a:p>
        </p:txBody>
      </p:sp>
    </p:spTree>
    <p:extLst>
      <p:ext uri="{BB962C8B-B14F-4D97-AF65-F5344CB8AC3E}">
        <p14:creationId xmlns:p14="http://schemas.microsoft.com/office/powerpoint/2010/main" val="251302849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8EB23-30EC-D9A5-D09F-EBD7B052AF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7FA7F-82B9-D117-26CB-9657C199A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587817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6" r:id="rId10"/>
    <p:sldLayoutId id="2147483778" r:id="rId11"/>
    <p:sldLayoutId id="2147483780" r:id="rId12"/>
    <p:sldLayoutId id="2147483782" r:id="rId13"/>
    <p:sldLayoutId id="2147483786" r:id="rId14"/>
    <p:sldLayoutId id="2147483787" r:id="rId15"/>
    <p:sldLayoutId id="2147483789" r:id="rId16"/>
    <p:sldLayoutId id="2147483791" r:id="rId17"/>
    <p:sldLayoutId id="2147483793" r:id="rId18"/>
    <p:sldLayoutId id="2147483839" r:id="rId19"/>
    <p:sldLayoutId id="2147483842" r:id="rId20"/>
    <p:sldLayoutId id="2147483844" r:id="rId21"/>
    <p:sldLayoutId id="2147483686" r:id="rId22"/>
    <p:sldLayoutId id="2147483764" r:id="rId23"/>
    <p:sldLayoutId id="2147483702" r:id="rId24"/>
    <p:sldLayoutId id="2147483703" r:id="rId25"/>
    <p:sldLayoutId id="2147483704" r:id="rId26"/>
    <p:sldLayoutId id="2147483705" r:id="rId27"/>
    <p:sldLayoutId id="2147483707" r:id="rId28"/>
    <p:sldLayoutId id="2147483708" r:id="rId29"/>
    <p:sldLayoutId id="2147483709" r:id="rId30"/>
    <p:sldLayoutId id="2147483710" r:id="rId31"/>
    <p:sldLayoutId id="2147483713" r:id="rId32"/>
    <p:sldLayoutId id="2147483722" r:id="rId33"/>
    <p:sldLayoutId id="2147483723" r:id="rId34"/>
    <p:sldLayoutId id="2147483739" r:id="rId35"/>
    <p:sldLayoutId id="2147483742" r:id="rId36"/>
    <p:sldLayoutId id="2147483745" r:id="rId37"/>
    <p:sldLayoutId id="2147483753" r:id="rId38"/>
    <p:sldLayoutId id="2147483754" r:id="rId39"/>
    <p:sldLayoutId id="2147483755" r:id="rId40"/>
    <p:sldLayoutId id="2147483756" r:id="rId41"/>
    <p:sldLayoutId id="2147483859" r:id="rId42"/>
    <p:sldLayoutId id="2147483860" r:id="rId43"/>
    <p:sldLayoutId id="2147483866" r:id="rId44"/>
    <p:sldLayoutId id="2147483903" r:id="rId45"/>
    <p:sldLayoutId id="2147483904" r:id="rId46"/>
    <p:sldLayoutId id="2147483905" r:id="rId47"/>
    <p:sldLayoutId id="2147483906" r:id="rId48"/>
    <p:sldLayoutId id="2147483907" r:id="rId49"/>
    <p:sldLayoutId id="2147483908" r:id="rId50"/>
    <p:sldLayoutId id="2147483909" r:id="rId51"/>
    <p:sldLayoutId id="2147483910" r:id="rId52"/>
    <p:sldLayoutId id="2147483911" r:id="rId53"/>
    <p:sldLayoutId id="2147483912" r:id="rId54"/>
  </p:sldLayoutIdLst>
  <p:txStyles>
    <p:title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sv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2.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19.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5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43.png"/><Relationship Id="rId5" Type="http://schemas.openxmlformats.org/officeDocument/2006/relationships/image" Target="../media/image42.jpeg"/><Relationship Id="rId4" Type="http://schemas.openxmlformats.org/officeDocument/2006/relationships/image" Target="../media/image4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4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53.xml"/><Relationship Id="rId4" Type="http://schemas.openxmlformats.org/officeDocument/2006/relationships/image" Target="../media/image50.jpeg"/></Relationships>
</file>

<file path=ppt/slides/_rels/slide1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FFFFFFA_84C679CB.xml"/><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7FFFFFFB_9BD2F2ED.xml"/><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42.xml"/><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A9979-E716-44FA-1DFB-30E52FD02ED3}"/>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FF1F53A6-89D0-3636-4495-9DB0794E2D41}"/>
              </a:ext>
            </a:extLst>
          </p:cNvPr>
          <p:cNvSpPr>
            <a:spLocks noGrp="1"/>
          </p:cNvSpPr>
          <p:nvPr>
            <p:ph type="body" sz="quarter" idx="36"/>
          </p:nvPr>
        </p:nvSpPr>
        <p:spPr/>
        <p:txBody>
          <a:bodyPr/>
          <a:lstStyle/>
          <a:p>
            <a:r>
              <a:rPr lang="en-US">
                <a:latin typeface="Mona Sans Display"/>
                <a:cs typeface="Mona Sans Display"/>
              </a:rPr>
              <a:t>Dev Days – GitHub Copilot CLI</a:t>
            </a:r>
            <a:endParaRPr lang="en-US"/>
          </a:p>
        </p:txBody>
      </p:sp>
      <p:sp>
        <p:nvSpPr>
          <p:cNvPr id="5" name="Text Placeholder 4">
            <a:extLst>
              <a:ext uri="{FF2B5EF4-FFF2-40B4-BE49-F238E27FC236}">
                <a16:creationId xmlns:a16="http://schemas.microsoft.com/office/drawing/2014/main" id="{2ECDA0D8-2477-697C-CFF9-A576E470101E}"/>
              </a:ext>
            </a:extLst>
          </p:cNvPr>
          <p:cNvSpPr>
            <a:spLocks noGrp="1"/>
          </p:cNvSpPr>
          <p:nvPr>
            <p:ph type="body" sz="quarter" idx="35"/>
          </p:nvPr>
        </p:nvSpPr>
        <p:spPr/>
        <p:txBody>
          <a:bodyPr/>
          <a:lstStyle/>
          <a:p>
            <a:endParaRPr lang="en-US"/>
          </a:p>
        </p:txBody>
      </p:sp>
      <p:pic>
        <p:nvPicPr>
          <p:cNvPr id="8" name="Picture 7">
            <a:extLst>
              <a:ext uri="{FF2B5EF4-FFF2-40B4-BE49-F238E27FC236}">
                <a16:creationId xmlns:a16="http://schemas.microsoft.com/office/drawing/2014/main" id="{697C1D3B-2C27-69B0-52E1-92B7A9711396}"/>
              </a:ext>
            </a:extLst>
          </p:cNvPr>
          <p:cNvPicPr>
            <a:picLocks noChangeAspect="1"/>
          </p:cNvPicPr>
          <p:nvPr/>
        </p:nvPicPr>
        <p:blipFill>
          <a:blip r:embed="rId3"/>
          <a:stretch>
            <a:fillRect/>
          </a:stretch>
        </p:blipFill>
        <p:spPr>
          <a:xfrm>
            <a:off x="1061356" y="2796416"/>
            <a:ext cx="10069287" cy="5435807"/>
          </a:xfrm>
          <a:prstGeom prst="roundRect">
            <a:avLst>
              <a:gd name="adj" fmla="val 3030"/>
            </a:avLst>
          </a:prstGeom>
          <a:ln>
            <a:solidFill>
              <a:srgbClr val="8A11AF"/>
            </a:solidFill>
          </a:ln>
        </p:spPr>
      </p:pic>
    </p:spTree>
    <p:extLst>
      <p:ext uri="{BB962C8B-B14F-4D97-AF65-F5344CB8AC3E}">
        <p14:creationId xmlns:p14="http://schemas.microsoft.com/office/powerpoint/2010/main" val="335950863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6B51-B9AA-7073-E997-1A543EA6A10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5D60843-BA9A-98D5-E9FE-571878656462}"/>
              </a:ext>
            </a:extLst>
          </p:cNvPr>
          <p:cNvSpPr txBox="1"/>
          <p:nvPr/>
        </p:nvSpPr>
        <p:spPr>
          <a:xfrm>
            <a:off x="4659123" y="5725718"/>
            <a:ext cx="2873757" cy="769434"/>
          </a:xfrm>
          <a:prstGeom prst="rect">
            <a:avLst/>
          </a:prstGeom>
          <a:noFill/>
        </p:spPr>
        <p:txBody>
          <a:bodyPr wrap="square" rtlCol="0">
            <a:spAutoFit/>
          </a:bodyPr>
          <a:lstStyle/>
          <a:p>
            <a:pPr algn="ctr" defTabSz="2742103">
              <a:defRPr/>
            </a:pPr>
            <a:r>
              <a:rPr lang="pt-BR" sz="1467">
                <a:solidFill>
                  <a:srgbClr val="FFFFFF"/>
                </a:solidFill>
                <a:latin typeface="Mona Sans Display" panose="020B0604020202020204" charset="0"/>
                <a:cs typeface="Mona Sans Display" panose="020B0604020202020204" charset="0"/>
              </a:rPr>
              <a:t>SDLC agêntico</a:t>
            </a:r>
          </a:p>
          <a:p>
            <a:pPr algn="ctr" defTabSz="2742103">
              <a:defRPr/>
            </a:pPr>
            <a:r>
              <a:rPr lang="en-US" sz="1467">
                <a:solidFill>
                  <a:srgbClr val="FFFFFF"/>
                </a:solidFill>
                <a:latin typeface="Mona Sans Display" panose="020B0604020202020204" charset="0"/>
                <a:cs typeface="Mona Sans Display" panose="020B0604020202020204" charset="0"/>
              </a:rPr>
              <a:t>(2024-2025)</a:t>
            </a:r>
          </a:p>
          <a:p>
            <a:pPr algn="ctr" defTabSz="2742103">
              <a:defRPr/>
            </a:pPr>
            <a:endParaRPr lang="en-US" sz="1467">
              <a:solidFill>
                <a:srgbClr val="FFFFFF"/>
              </a:solidFill>
              <a:latin typeface="Mona Sans Display" panose="020B0604020202020204" charset="0"/>
              <a:cs typeface="Mona Sans Display" panose="020B0604020202020204" charset="0"/>
            </a:endParaRPr>
          </a:p>
        </p:txBody>
      </p:sp>
      <p:sp>
        <p:nvSpPr>
          <p:cNvPr id="21" name="TextBox 20">
            <a:extLst>
              <a:ext uri="{FF2B5EF4-FFF2-40B4-BE49-F238E27FC236}">
                <a16:creationId xmlns:a16="http://schemas.microsoft.com/office/drawing/2014/main" id="{7A3CD8E1-4519-6524-3B55-ACCEC09F8243}"/>
              </a:ext>
            </a:extLst>
          </p:cNvPr>
          <p:cNvSpPr txBox="1"/>
          <p:nvPr/>
        </p:nvSpPr>
        <p:spPr>
          <a:xfrm>
            <a:off x="7727725" y="5725720"/>
            <a:ext cx="2877960" cy="543725"/>
          </a:xfrm>
          <a:prstGeom prst="rect">
            <a:avLst/>
          </a:prstGeom>
          <a:noFill/>
        </p:spPr>
        <p:txBody>
          <a:bodyPr wrap="square" rtlCol="0">
            <a:spAutoFit/>
          </a:bodyPr>
          <a:lstStyle/>
          <a:p>
            <a:pPr algn="ctr" defTabSz="2742103">
              <a:defRPr/>
            </a:pPr>
            <a:r>
              <a:rPr lang="pt-BR" sz="1467">
                <a:solidFill>
                  <a:srgbClr val="FFFFFF"/>
                </a:solidFill>
                <a:latin typeface="Mona Sans Display" panose="020B0604020202020204" charset="0"/>
                <a:cs typeface="Mona Sans Display" panose="020B0604020202020204" charset="0"/>
              </a:rPr>
              <a:t>Times híbridos</a:t>
            </a:r>
          </a:p>
          <a:p>
            <a:pPr algn="ctr" defTabSz="2742103">
              <a:defRPr/>
            </a:pPr>
            <a:r>
              <a:rPr lang="en-US" sz="1467">
                <a:solidFill>
                  <a:srgbClr val="FFFFFF"/>
                </a:solidFill>
                <a:latin typeface="Mona Sans Display" panose="020B0604020202020204" charset="0"/>
                <a:cs typeface="Mona Sans Display" panose="020B0604020202020204" charset="0"/>
              </a:rPr>
              <a:t>(2026+)</a:t>
            </a:r>
          </a:p>
        </p:txBody>
      </p:sp>
      <p:sp>
        <p:nvSpPr>
          <p:cNvPr id="38" name="Rounded Rectangle 37">
            <a:extLst>
              <a:ext uri="{FF2B5EF4-FFF2-40B4-BE49-F238E27FC236}">
                <a16:creationId xmlns:a16="http://schemas.microsoft.com/office/drawing/2014/main" id="{58D6E6EC-742C-9769-F718-B4CA9F838747}"/>
              </a:ext>
            </a:extLst>
          </p:cNvPr>
          <p:cNvSpPr/>
          <p:nvPr/>
        </p:nvSpPr>
        <p:spPr>
          <a:xfrm>
            <a:off x="2568829" y="2051677"/>
            <a:ext cx="928454" cy="320863"/>
          </a:xfrm>
          <a:prstGeom prst="roundRect">
            <a:avLst>
              <a:gd name="adj" fmla="val 50000"/>
            </a:avLst>
          </a:prstGeom>
          <a:solidFill>
            <a:srgbClr val="5FED83">
              <a:alpha val="10000"/>
            </a:srgbClr>
          </a:solidFill>
          <a:ln>
            <a:solidFill>
              <a:srgbClr val="5FED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pt-BR" sz="1200">
                <a:solidFill>
                  <a:srgbClr val="8CF2A6"/>
                </a:solidFill>
                <a:latin typeface="Mona Sans Display" panose="020B0604020202020204" charset="0"/>
                <a:cs typeface="Mona Sans Display" panose="020B0604020202020204" charset="0"/>
              </a:rPr>
              <a:t>Onda 1</a:t>
            </a:r>
          </a:p>
        </p:txBody>
      </p:sp>
      <p:sp>
        <p:nvSpPr>
          <p:cNvPr id="39" name="Rounded Rectangle 38">
            <a:extLst>
              <a:ext uri="{FF2B5EF4-FFF2-40B4-BE49-F238E27FC236}">
                <a16:creationId xmlns:a16="http://schemas.microsoft.com/office/drawing/2014/main" id="{5A410C94-8DC2-D066-E405-F28985D2DC4C}"/>
              </a:ext>
            </a:extLst>
          </p:cNvPr>
          <p:cNvSpPr/>
          <p:nvPr/>
        </p:nvSpPr>
        <p:spPr>
          <a:xfrm>
            <a:off x="5631773" y="2051677"/>
            <a:ext cx="928454" cy="320863"/>
          </a:xfrm>
          <a:prstGeom prst="roundRect">
            <a:avLst>
              <a:gd name="adj" fmla="val 50000"/>
            </a:avLst>
          </a:prstGeom>
          <a:solidFill>
            <a:srgbClr val="5FED83">
              <a:alpha val="10000"/>
            </a:srgbClr>
          </a:solidFill>
          <a:ln>
            <a:solidFill>
              <a:srgbClr val="5FED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pt-BR" sz="1200">
                <a:solidFill>
                  <a:srgbClr val="8CF2A6"/>
                </a:solidFill>
                <a:latin typeface="Mona Sans Display" panose="020B0604020202020204" charset="0"/>
                <a:cs typeface="Mona Sans Display" panose="020B0604020202020204" charset="0"/>
              </a:rPr>
              <a:t>Onda 2</a:t>
            </a:r>
          </a:p>
        </p:txBody>
      </p:sp>
      <p:sp>
        <p:nvSpPr>
          <p:cNvPr id="40" name="Rounded Rectangle 39">
            <a:extLst>
              <a:ext uri="{FF2B5EF4-FFF2-40B4-BE49-F238E27FC236}">
                <a16:creationId xmlns:a16="http://schemas.microsoft.com/office/drawing/2014/main" id="{C291F574-6DCE-5F22-9336-7E7D7EF5E534}"/>
              </a:ext>
            </a:extLst>
          </p:cNvPr>
          <p:cNvSpPr/>
          <p:nvPr/>
        </p:nvSpPr>
        <p:spPr>
          <a:xfrm>
            <a:off x="8704621" y="2051677"/>
            <a:ext cx="928454" cy="320863"/>
          </a:xfrm>
          <a:prstGeom prst="roundRect">
            <a:avLst>
              <a:gd name="adj" fmla="val 50000"/>
            </a:avLst>
          </a:prstGeom>
          <a:solidFill>
            <a:srgbClr val="5FED83">
              <a:alpha val="10000"/>
            </a:srgbClr>
          </a:solidFill>
          <a:ln>
            <a:solidFill>
              <a:srgbClr val="5FED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pt-BR" sz="1200">
                <a:solidFill>
                  <a:srgbClr val="8CF2A6"/>
                </a:solidFill>
                <a:latin typeface="Mona Sans Display" panose="020B0604020202020204" charset="0"/>
                <a:cs typeface="Mona Sans Display" panose="020B0604020202020204" charset="0"/>
              </a:rPr>
              <a:t>Onda 3</a:t>
            </a:r>
          </a:p>
        </p:txBody>
      </p:sp>
      <p:grpSp>
        <p:nvGrpSpPr>
          <p:cNvPr id="230" name="Group 229">
            <a:extLst>
              <a:ext uri="{FF2B5EF4-FFF2-40B4-BE49-F238E27FC236}">
                <a16:creationId xmlns:a16="http://schemas.microsoft.com/office/drawing/2014/main" id="{2DC44EFF-62CB-DCA2-4ED8-61CFC82B9828}"/>
              </a:ext>
            </a:extLst>
          </p:cNvPr>
          <p:cNvGrpSpPr/>
          <p:nvPr/>
        </p:nvGrpSpPr>
        <p:grpSpPr>
          <a:xfrm>
            <a:off x="6560228" y="2168416"/>
            <a:ext cx="2144393" cy="87384"/>
            <a:chOff x="19681044" y="6268685"/>
            <a:chExt cx="6434857" cy="262221"/>
          </a:xfrm>
        </p:grpSpPr>
        <p:sp>
          <p:nvSpPr>
            <p:cNvPr id="41" name="Rectangle 40">
              <a:extLst>
                <a:ext uri="{FF2B5EF4-FFF2-40B4-BE49-F238E27FC236}">
                  <a16:creationId xmlns:a16="http://schemas.microsoft.com/office/drawing/2014/main" id="{367FBBDD-EBB5-6A1A-D63F-ACB53E4801AE}"/>
                </a:ext>
              </a:extLst>
            </p:cNvPr>
            <p:cNvSpPr/>
            <p:nvPr/>
          </p:nvSpPr>
          <p:spPr>
            <a:xfrm>
              <a:off x="19681044" y="6373575"/>
              <a:ext cx="6434857" cy="52442"/>
            </a:xfrm>
            <a:prstGeom prst="rect">
              <a:avLst/>
            </a:prstGeom>
            <a:gradFill flip="none" rotWithShape="1">
              <a:gsLst>
                <a:gs pos="0">
                  <a:srgbClr val="5FED83">
                    <a:alpha val="0"/>
                  </a:srgbClr>
                </a:gs>
                <a:gs pos="100000">
                  <a:srgbClr val="5FED83">
                    <a:alpha val="0"/>
                  </a:srgbClr>
                </a:gs>
                <a:gs pos="50000">
                  <a:srgbClr val="5FED8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sp>
          <p:nvSpPr>
            <p:cNvPr id="42" name="Oval 41">
              <a:extLst>
                <a:ext uri="{FF2B5EF4-FFF2-40B4-BE49-F238E27FC236}">
                  <a16:creationId xmlns:a16="http://schemas.microsoft.com/office/drawing/2014/main" id="{8BF527D9-C42D-C407-1B63-8C4291D01457}"/>
                </a:ext>
              </a:extLst>
            </p:cNvPr>
            <p:cNvSpPr>
              <a:spLocks noChangeAspect="1"/>
            </p:cNvSpPr>
            <p:nvPr/>
          </p:nvSpPr>
          <p:spPr>
            <a:xfrm>
              <a:off x="22767362" y="6268685"/>
              <a:ext cx="262221" cy="262221"/>
            </a:xfrm>
            <a:prstGeom prst="ellipse">
              <a:avLst/>
            </a:prstGeom>
            <a:solidFill>
              <a:srgbClr val="5FED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grpSp>
      <p:sp>
        <p:nvSpPr>
          <p:cNvPr id="84" name="TextBox 83">
            <a:extLst>
              <a:ext uri="{FF2B5EF4-FFF2-40B4-BE49-F238E27FC236}">
                <a16:creationId xmlns:a16="http://schemas.microsoft.com/office/drawing/2014/main" id="{A80B771D-A2C1-85D0-9F80-76A338EB7BFB}"/>
              </a:ext>
            </a:extLst>
          </p:cNvPr>
          <p:cNvSpPr txBox="1"/>
          <p:nvPr/>
        </p:nvSpPr>
        <p:spPr>
          <a:xfrm>
            <a:off x="4097373" y="794109"/>
            <a:ext cx="4006225" cy="707758"/>
          </a:xfrm>
          <a:prstGeom prst="rect">
            <a:avLst/>
          </a:prstGeom>
          <a:noFill/>
        </p:spPr>
        <p:txBody>
          <a:bodyPr wrap="square" rtlCol="0">
            <a:spAutoFit/>
          </a:bodyPr>
          <a:lstStyle/>
          <a:p>
            <a:pPr algn="ctr" defTabSz="2742103">
              <a:defRPr/>
            </a:pPr>
            <a:r>
              <a:rPr lang="pt-BR" sz="3999">
                <a:solidFill>
                  <a:srgbClr val="FFFFFF"/>
                </a:solidFill>
                <a:latin typeface="Mona Sans Display" panose="020B0604020202020204" charset="0"/>
                <a:cs typeface="Mona Sans Display" panose="020B0604020202020204" charset="0"/>
              </a:rPr>
              <a:t>Surfando as ondas</a:t>
            </a:r>
          </a:p>
        </p:txBody>
      </p:sp>
      <p:grpSp>
        <p:nvGrpSpPr>
          <p:cNvPr id="221" name="Group 220">
            <a:extLst>
              <a:ext uri="{FF2B5EF4-FFF2-40B4-BE49-F238E27FC236}">
                <a16:creationId xmlns:a16="http://schemas.microsoft.com/office/drawing/2014/main" id="{C5598788-EBCF-66C7-615E-254D03DC0DEA}"/>
              </a:ext>
            </a:extLst>
          </p:cNvPr>
          <p:cNvGrpSpPr/>
          <p:nvPr/>
        </p:nvGrpSpPr>
        <p:grpSpPr>
          <a:xfrm>
            <a:off x="7306129" y="1782761"/>
            <a:ext cx="634147" cy="536959"/>
            <a:chOff x="13435479" y="4647353"/>
            <a:chExt cx="1902936" cy="1611297"/>
          </a:xfrm>
        </p:grpSpPr>
        <p:sp>
          <p:nvSpPr>
            <p:cNvPr id="23" name="Rounded Rectangle 22">
              <a:extLst>
                <a:ext uri="{FF2B5EF4-FFF2-40B4-BE49-F238E27FC236}">
                  <a16:creationId xmlns:a16="http://schemas.microsoft.com/office/drawing/2014/main" id="{866D2C4F-FA74-F760-AF2A-7ADB08FE85C1}"/>
                </a:ext>
              </a:extLst>
            </p:cNvPr>
            <p:cNvSpPr/>
            <p:nvPr/>
          </p:nvSpPr>
          <p:spPr>
            <a:xfrm>
              <a:off x="13435479" y="4647353"/>
              <a:ext cx="1902936" cy="657633"/>
            </a:xfrm>
            <a:prstGeom prst="roundRect">
              <a:avLst>
                <a:gd name="adj" fmla="val 50000"/>
              </a:avLst>
            </a:prstGeom>
            <a:solidFill>
              <a:schemeClr val="accent6">
                <a:alpha val="10000"/>
              </a:schemeClr>
            </a:solidFill>
            <a:ln w="952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r>
                <a:rPr lang="pt-BR" sz="1000">
                  <a:solidFill>
                    <a:srgbClr val="D3FA36"/>
                  </a:solidFill>
                  <a:latin typeface="Mona Sans Display" panose="020B0604020202020204" charset="0"/>
                  <a:cs typeface="Mona Sans Display" panose="020B0604020202020204" charset="0"/>
                </a:rPr>
                <a:t>Hoje</a:t>
              </a:r>
            </a:p>
          </p:txBody>
        </p:sp>
        <p:pic>
          <p:nvPicPr>
            <p:cNvPr id="86" name="Graphic 85">
              <a:extLst>
                <a:ext uri="{FF2B5EF4-FFF2-40B4-BE49-F238E27FC236}">
                  <a16:creationId xmlns:a16="http://schemas.microsoft.com/office/drawing/2014/main" id="{16D6836C-ACE0-6FC9-4753-66C5A35EE5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122547" y="5597633"/>
              <a:ext cx="528807" cy="661017"/>
            </a:xfrm>
            <a:prstGeom prst="rect">
              <a:avLst/>
            </a:prstGeom>
            <a:effectLst>
              <a:glow rad="139700">
                <a:srgbClr val="C16EFF">
                  <a:alpha val="21920"/>
                </a:srgbClr>
              </a:glow>
            </a:effectLst>
          </p:spPr>
        </p:pic>
      </p:grpSp>
      <p:sp>
        <p:nvSpPr>
          <p:cNvPr id="169" name="TextBox 168">
            <a:extLst>
              <a:ext uri="{FF2B5EF4-FFF2-40B4-BE49-F238E27FC236}">
                <a16:creationId xmlns:a16="http://schemas.microsoft.com/office/drawing/2014/main" id="{AFB5629A-4AE3-C070-BA38-2B003EAF0285}"/>
              </a:ext>
            </a:extLst>
          </p:cNvPr>
          <p:cNvSpPr txBox="1"/>
          <p:nvPr/>
        </p:nvSpPr>
        <p:spPr>
          <a:xfrm>
            <a:off x="1586314" y="5725720"/>
            <a:ext cx="2873758" cy="543725"/>
          </a:xfrm>
          <a:prstGeom prst="rect">
            <a:avLst/>
          </a:prstGeom>
          <a:noFill/>
        </p:spPr>
        <p:txBody>
          <a:bodyPr wrap="square" rtlCol="0">
            <a:spAutoFit/>
          </a:bodyPr>
          <a:lstStyle/>
          <a:p>
            <a:pPr algn="ctr" defTabSz="2742103">
              <a:defRPr/>
            </a:pPr>
            <a:r>
              <a:rPr lang="pt-BR" sz="1467">
                <a:solidFill>
                  <a:srgbClr val="FFFFFF"/>
                </a:solidFill>
                <a:latin typeface="Mona Sans Display" panose="020B0604020202020204" charset="0"/>
                <a:cs typeface="Mona Sans Display" panose="020B0604020202020204" charset="0"/>
              </a:rPr>
              <a:t>Autocompletar código</a:t>
            </a:r>
          </a:p>
          <a:p>
            <a:pPr algn="ctr" defTabSz="2742103">
              <a:defRPr/>
            </a:pPr>
            <a:r>
              <a:rPr lang="en-US" sz="1467">
                <a:solidFill>
                  <a:srgbClr val="FFFFFF"/>
                </a:solidFill>
                <a:latin typeface="Mona Sans Display" panose="020B0604020202020204" charset="0"/>
                <a:cs typeface="Mona Sans Display" panose="020B0604020202020204" charset="0"/>
              </a:rPr>
              <a:t>(2021-2023)</a:t>
            </a:r>
          </a:p>
        </p:txBody>
      </p:sp>
      <p:grpSp>
        <p:nvGrpSpPr>
          <p:cNvPr id="237" name="Group 236">
            <a:extLst>
              <a:ext uri="{FF2B5EF4-FFF2-40B4-BE49-F238E27FC236}">
                <a16:creationId xmlns:a16="http://schemas.microsoft.com/office/drawing/2014/main" id="{031603B0-6F4F-90E8-EBDB-5C9ACCDBFC4D}"/>
              </a:ext>
            </a:extLst>
          </p:cNvPr>
          <p:cNvGrpSpPr/>
          <p:nvPr/>
        </p:nvGrpSpPr>
        <p:grpSpPr>
          <a:xfrm>
            <a:off x="4659122" y="2717921"/>
            <a:ext cx="2873758" cy="2825897"/>
            <a:chOff x="13976240" y="7637388"/>
            <a:chExt cx="8623520" cy="8479898"/>
          </a:xfrm>
        </p:grpSpPr>
        <p:grpSp>
          <p:nvGrpSpPr>
            <p:cNvPr id="190" name="Group 189">
              <a:extLst>
                <a:ext uri="{FF2B5EF4-FFF2-40B4-BE49-F238E27FC236}">
                  <a16:creationId xmlns:a16="http://schemas.microsoft.com/office/drawing/2014/main" id="{A9DC70F6-5CE5-A674-9C60-5CA7B37FB284}"/>
                </a:ext>
              </a:extLst>
            </p:cNvPr>
            <p:cNvGrpSpPr/>
            <p:nvPr/>
          </p:nvGrpSpPr>
          <p:grpSpPr>
            <a:xfrm>
              <a:off x="13976240" y="7637388"/>
              <a:ext cx="8623520" cy="8479898"/>
              <a:chOff x="1145511" y="1143002"/>
              <a:chExt cx="16893797" cy="16612437"/>
            </a:xfrm>
          </p:grpSpPr>
          <p:sp>
            <p:nvSpPr>
              <p:cNvPr id="191" name="Rounded Rectangle 190">
                <a:extLst>
                  <a:ext uri="{FF2B5EF4-FFF2-40B4-BE49-F238E27FC236}">
                    <a16:creationId xmlns:a16="http://schemas.microsoft.com/office/drawing/2014/main" id="{581D2F94-0520-8104-9CD6-F826C3D77FEE}"/>
                  </a:ext>
                </a:extLst>
              </p:cNvPr>
              <p:cNvSpPr/>
              <p:nvPr/>
            </p:nvSpPr>
            <p:spPr>
              <a:xfrm>
                <a:off x="1145513" y="1143002"/>
                <a:ext cx="16893795" cy="16612437"/>
              </a:xfrm>
              <a:prstGeom prst="roundRect">
                <a:avLst>
                  <a:gd name="adj" fmla="val 3598"/>
                </a:avLst>
              </a:prstGeom>
              <a:gradFill>
                <a:gsLst>
                  <a:gs pos="25000">
                    <a:schemeClr val="accent1"/>
                  </a:gs>
                  <a:gs pos="100000">
                    <a:schemeClr val="accent3"/>
                  </a:gs>
                </a:gsLst>
                <a:lin ang="5400000" scaled="1"/>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192" name="Picture 191" descr="A close up of a colorful cloud&#10;&#10;AI-generated content may be incorrect.">
                <a:extLst>
                  <a:ext uri="{FF2B5EF4-FFF2-40B4-BE49-F238E27FC236}">
                    <a16:creationId xmlns:a16="http://schemas.microsoft.com/office/drawing/2014/main" id="{4A5FB9B4-6DD4-12AA-9B6F-708C70399E0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5511" y="1906574"/>
                <a:ext cx="11965410" cy="13229919"/>
              </a:xfrm>
              <a:prstGeom prst="rect">
                <a:avLst/>
              </a:prstGeom>
            </p:spPr>
          </p:pic>
          <p:cxnSp>
            <p:nvCxnSpPr>
              <p:cNvPr id="193" name="Elbow Connector 192">
                <a:extLst>
                  <a:ext uri="{FF2B5EF4-FFF2-40B4-BE49-F238E27FC236}">
                    <a16:creationId xmlns:a16="http://schemas.microsoft.com/office/drawing/2014/main" id="{AF8A274C-5231-D617-F97B-99173E4C7148}"/>
                  </a:ext>
                </a:extLst>
              </p:cNvPr>
              <p:cNvCxnSpPr>
                <a:cxnSpLocks/>
                <a:stCxn id="197" idx="2"/>
                <a:endCxn id="199" idx="1"/>
              </p:cNvCxnSpPr>
              <p:nvPr/>
            </p:nvCxnSpPr>
            <p:spPr>
              <a:xfrm rot="16200000" flipH="1">
                <a:off x="10432245" y="10130918"/>
                <a:ext cx="2059602" cy="3084531"/>
              </a:xfrm>
              <a:prstGeom prst="bentConnector2">
                <a:avLst/>
              </a:prstGeom>
              <a:ln w="25400">
                <a:solidFill>
                  <a:schemeClr val="accent4"/>
                </a:solidFill>
                <a:tailEnd type="oval"/>
              </a:ln>
            </p:spPr>
            <p:style>
              <a:lnRef idx="1">
                <a:schemeClr val="accent1"/>
              </a:lnRef>
              <a:fillRef idx="0">
                <a:schemeClr val="accent1"/>
              </a:fillRef>
              <a:effectRef idx="0">
                <a:schemeClr val="accent1"/>
              </a:effectRef>
              <a:fontRef idx="minor">
                <a:schemeClr val="tx1"/>
              </a:fontRef>
            </p:style>
          </p:cxnSp>
          <p:grpSp>
            <p:nvGrpSpPr>
              <p:cNvPr id="194" name="Google Shape;1276;p65">
                <a:extLst>
                  <a:ext uri="{FF2B5EF4-FFF2-40B4-BE49-F238E27FC236}">
                    <a16:creationId xmlns:a16="http://schemas.microsoft.com/office/drawing/2014/main" id="{745D5918-B173-FA4B-322C-530097DAE123}"/>
                  </a:ext>
                  <a:ext uri="{C183D7F6-B498-43B3-948B-1728B52AA6E4}">
                    <adec:decorative xmlns:adec="http://schemas.microsoft.com/office/drawing/2017/decorative" val="1"/>
                  </a:ext>
                </a:extLst>
              </p:cNvPr>
              <p:cNvGrpSpPr/>
              <p:nvPr/>
            </p:nvGrpSpPr>
            <p:grpSpPr>
              <a:xfrm>
                <a:off x="9368961" y="5699190"/>
                <a:ext cx="921876" cy="921876"/>
                <a:chOff x="4027450" y="4768275"/>
                <a:chExt cx="58000" cy="58000"/>
              </a:xfrm>
              <a:solidFill>
                <a:schemeClr val="accent4"/>
              </a:solidFill>
            </p:grpSpPr>
            <p:sp>
              <p:nvSpPr>
                <p:cNvPr id="207" name="Google Shape;1277;p65">
                  <a:extLst>
                    <a:ext uri="{FF2B5EF4-FFF2-40B4-BE49-F238E27FC236}">
                      <a16:creationId xmlns:a16="http://schemas.microsoft.com/office/drawing/2014/main" id="{C54E2FE3-F770-5E5E-39A2-08FF6C3ACA56}"/>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208" name="Google Shape;1278;p65">
                  <a:extLst>
                    <a:ext uri="{FF2B5EF4-FFF2-40B4-BE49-F238E27FC236}">
                      <a16:creationId xmlns:a16="http://schemas.microsoft.com/office/drawing/2014/main" id="{B1FD2687-DE82-9641-4689-AF3A1BA167A3}"/>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195" name="Google Shape;1276;p65">
                <a:extLst>
                  <a:ext uri="{FF2B5EF4-FFF2-40B4-BE49-F238E27FC236}">
                    <a16:creationId xmlns:a16="http://schemas.microsoft.com/office/drawing/2014/main" id="{79E7507E-DE59-698B-830A-44086D3E188C}"/>
                  </a:ext>
                  <a:ext uri="{C183D7F6-B498-43B3-948B-1728B52AA6E4}">
                    <adec:decorative xmlns:adec="http://schemas.microsoft.com/office/drawing/2017/decorative" val="1"/>
                  </a:ext>
                </a:extLst>
              </p:cNvPr>
              <p:cNvGrpSpPr/>
              <p:nvPr/>
            </p:nvGrpSpPr>
            <p:grpSpPr>
              <a:xfrm>
                <a:off x="13227528" y="12240669"/>
                <a:ext cx="921876" cy="921876"/>
                <a:chOff x="4027450" y="4768275"/>
                <a:chExt cx="58000" cy="58000"/>
              </a:xfrm>
              <a:solidFill>
                <a:schemeClr val="accent4"/>
              </a:solidFill>
            </p:grpSpPr>
            <p:sp>
              <p:nvSpPr>
                <p:cNvPr id="205" name="Google Shape;1277;p65">
                  <a:extLst>
                    <a:ext uri="{FF2B5EF4-FFF2-40B4-BE49-F238E27FC236}">
                      <a16:creationId xmlns:a16="http://schemas.microsoft.com/office/drawing/2014/main" id="{9625A384-03BF-4304-4D74-82F55C1B2AAC}"/>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206" name="Google Shape;1278;p65">
                  <a:extLst>
                    <a:ext uri="{FF2B5EF4-FFF2-40B4-BE49-F238E27FC236}">
                      <a16:creationId xmlns:a16="http://schemas.microsoft.com/office/drawing/2014/main" id="{109032EF-1EFD-F83C-24D1-023E9D5849AA}"/>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sp>
            <p:nvSpPr>
              <p:cNvPr id="196" name="Rectangle 195">
                <a:extLst>
                  <a:ext uri="{FF2B5EF4-FFF2-40B4-BE49-F238E27FC236}">
                    <a16:creationId xmlns:a16="http://schemas.microsoft.com/office/drawing/2014/main" id="{660494DA-89FD-EEBD-C0E2-5BB4E10CE5FB}"/>
                  </a:ext>
                </a:extLst>
              </p:cNvPr>
              <p:cNvSpPr/>
              <p:nvPr/>
            </p:nvSpPr>
            <p:spPr>
              <a:xfrm>
                <a:off x="5166602" y="9276185"/>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197" name="Rectangle 196">
                <a:extLst>
                  <a:ext uri="{FF2B5EF4-FFF2-40B4-BE49-F238E27FC236}">
                    <a16:creationId xmlns:a16="http://schemas.microsoft.com/office/drawing/2014/main" id="{9BE3105A-61F7-822B-ED7C-95C11D490129}"/>
                  </a:ext>
                </a:extLst>
              </p:cNvPr>
              <p:cNvSpPr/>
              <p:nvPr/>
            </p:nvSpPr>
            <p:spPr>
              <a:xfrm>
                <a:off x="9236183" y="9276185"/>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198" name="Rectangle 197">
                <a:extLst>
                  <a:ext uri="{FF2B5EF4-FFF2-40B4-BE49-F238E27FC236}">
                    <a16:creationId xmlns:a16="http://schemas.microsoft.com/office/drawing/2014/main" id="{7F33BFF3-5E57-9F27-EE27-90EC5571AB7B}"/>
                  </a:ext>
                </a:extLst>
              </p:cNvPr>
              <p:cNvSpPr/>
              <p:nvPr/>
            </p:nvSpPr>
            <p:spPr>
              <a:xfrm>
                <a:off x="9145748" y="5477909"/>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199" name="Rectangle 198">
                <a:extLst>
                  <a:ext uri="{FF2B5EF4-FFF2-40B4-BE49-F238E27FC236}">
                    <a16:creationId xmlns:a16="http://schemas.microsoft.com/office/drawing/2014/main" id="{CFFF8CE2-C7A7-C4D4-DCE9-1364D60799C0}"/>
                  </a:ext>
                </a:extLst>
              </p:cNvPr>
              <p:cNvSpPr/>
              <p:nvPr/>
            </p:nvSpPr>
            <p:spPr>
              <a:xfrm>
                <a:off x="13004315" y="12019385"/>
                <a:ext cx="1367199" cy="136719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cxnSp>
            <p:nvCxnSpPr>
              <p:cNvPr id="200" name="Elbow Connector 199">
                <a:extLst>
                  <a:ext uri="{FF2B5EF4-FFF2-40B4-BE49-F238E27FC236}">
                    <a16:creationId xmlns:a16="http://schemas.microsoft.com/office/drawing/2014/main" id="{D6B75052-E3EF-56A1-3383-99B0F6A0F8EA}"/>
                  </a:ext>
                </a:extLst>
              </p:cNvPr>
              <p:cNvCxnSpPr>
                <a:stCxn id="196" idx="0"/>
                <a:endCxn id="198" idx="1"/>
              </p:cNvCxnSpPr>
              <p:nvPr/>
            </p:nvCxnSpPr>
            <p:spPr>
              <a:xfrm rot="5400000" flipH="1" flipV="1">
                <a:off x="5940638" y="6071078"/>
                <a:ext cx="3114675" cy="3295545"/>
              </a:xfrm>
              <a:prstGeom prst="bentConnector2">
                <a:avLst/>
              </a:prstGeom>
              <a:ln w="0">
                <a:solidFill>
                  <a:schemeClr val="accent4"/>
                </a:solidFill>
                <a:tailEnd type="oval"/>
              </a:ln>
            </p:spPr>
            <p:style>
              <a:lnRef idx="1">
                <a:schemeClr val="accent1"/>
              </a:lnRef>
              <a:fillRef idx="0">
                <a:schemeClr val="accent1"/>
              </a:fillRef>
              <a:effectRef idx="0">
                <a:schemeClr val="accent1"/>
              </a:effectRef>
              <a:fontRef idx="minor">
                <a:schemeClr val="tx1"/>
              </a:fontRef>
            </p:style>
          </p:cxnSp>
          <p:pic>
            <p:nvPicPr>
              <p:cNvPr id="201" name="Picture 200">
                <a:extLst>
                  <a:ext uri="{FF2B5EF4-FFF2-40B4-BE49-F238E27FC236}">
                    <a16:creationId xmlns:a16="http://schemas.microsoft.com/office/drawing/2014/main" id="{6E1C65A2-1B25-6DCA-2C32-CF71A496A36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2572451" y="6302696"/>
                <a:ext cx="6555507" cy="6555507"/>
              </a:xfrm>
              <a:prstGeom prst="rect">
                <a:avLst/>
              </a:prstGeom>
            </p:spPr>
          </p:pic>
          <p:pic>
            <p:nvPicPr>
              <p:cNvPr id="202" name="Picture 201" descr="A blue and purple robot with yellow eyes and a sun&#10;&#10;AI-generated content may be incorrect.">
                <a:extLst>
                  <a:ext uri="{FF2B5EF4-FFF2-40B4-BE49-F238E27FC236}">
                    <a16:creationId xmlns:a16="http://schemas.microsoft.com/office/drawing/2014/main" id="{4A11D31A-3F90-D589-4E97-163F567625AB}"/>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552148" y="6621066"/>
                <a:ext cx="6555507" cy="5662192"/>
              </a:xfrm>
              <a:prstGeom prst="rect">
                <a:avLst/>
              </a:prstGeom>
            </p:spPr>
          </p:pic>
          <p:pic>
            <p:nvPicPr>
              <p:cNvPr id="203" name="Picture 202" descr="A blue and purple helmet with a yellow center&#10;&#10;AI-generated content may be incorrect.">
                <a:extLst>
                  <a:ext uri="{FF2B5EF4-FFF2-40B4-BE49-F238E27FC236}">
                    <a16:creationId xmlns:a16="http://schemas.microsoft.com/office/drawing/2014/main" id="{3C1BDB84-92EC-ED44-C463-95C5FFF87A0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776788" y="6621068"/>
                <a:ext cx="5835579" cy="5835579"/>
              </a:xfrm>
              <a:prstGeom prst="rect">
                <a:avLst/>
              </a:prstGeom>
            </p:spPr>
          </p:pic>
          <p:sp>
            <p:nvSpPr>
              <p:cNvPr id="204" name="Rounded Rectangle 203">
                <a:extLst>
                  <a:ext uri="{FF2B5EF4-FFF2-40B4-BE49-F238E27FC236}">
                    <a16:creationId xmlns:a16="http://schemas.microsoft.com/office/drawing/2014/main" id="{8D0128D0-70FD-B935-77A7-53A6EA9F9F3B}"/>
                  </a:ext>
                </a:extLst>
              </p:cNvPr>
              <p:cNvSpPr/>
              <p:nvPr/>
            </p:nvSpPr>
            <p:spPr>
              <a:xfrm>
                <a:off x="2010927" y="4913643"/>
                <a:ext cx="15162960" cy="9071148"/>
              </a:xfrm>
              <a:prstGeom prst="roundRect">
                <a:avLst>
                  <a:gd name="adj" fmla="val 7576"/>
                </a:avLst>
              </a:prstGeom>
              <a:noFill/>
              <a:ln w="25400">
                <a:gradFill flip="none" rotWithShape="1">
                  <a:gsLst>
                    <a:gs pos="15000">
                      <a:schemeClr val="accent4">
                        <a:alpha val="0"/>
                      </a:schemeClr>
                    </a:gs>
                    <a:gs pos="100000">
                      <a:schemeClr val="accent4"/>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grpSp>
        <p:sp>
          <p:nvSpPr>
            <p:cNvPr id="15" name="Rounded Rectangle 14">
              <a:extLst>
                <a:ext uri="{FF2B5EF4-FFF2-40B4-BE49-F238E27FC236}">
                  <a16:creationId xmlns:a16="http://schemas.microsoft.com/office/drawing/2014/main" id="{1983329B-DC3A-409B-767B-A1813D07BE03}"/>
                </a:ext>
              </a:extLst>
            </p:cNvPr>
            <p:cNvSpPr/>
            <p:nvPr/>
          </p:nvSpPr>
          <p:spPr>
            <a:xfrm>
              <a:off x="15915539" y="8045145"/>
              <a:ext cx="4744925" cy="1105638"/>
            </a:xfrm>
            <a:prstGeom prst="roundRect">
              <a:avLst>
                <a:gd name="adj" fmla="val 50000"/>
              </a:avLst>
            </a:prstGeom>
            <a:solidFill>
              <a:schemeClr val="tx1"/>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lIns="91416" tIns="45708" rIns="91416" bIns="45708" rtlCol="0" anchor="ctr"/>
            <a:lstStyle/>
            <a:p>
              <a:pPr algn="ctr" defTabSz="2742103">
                <a:defRPr/>
              </a:pPr>
              <a:r>
                <a:rPr lang="pt-BR" sz="1050">
                  <a:solidFill>
                    <a:srgbClr val="000000"/>
                  </a:solidFill>
                  <a:latin typeface="Mona Sans Display" panose="020B0604020202020204" charset="0"/>
                  <a:cs typeface="Mona Sans Display" panose="020B0604020202020204" charset="0"/>
                </a:rPr>
                <a:t>Além do pair programmer</a:t>
              </a:r>
            </a:p>
          </p:txBody>
        </p:sp>
      </p:grpSp>
      <p:grpSp>
        <p:nvGrpSpPr>
          <p:cNvPr id="235" name="Group 234">
            <a:extLst>
              <a:ext uri="{FF2B5EF4-FFF2-40B4-BE49-F238E27FC236}">
                <a16:creationId xmlns:a16="http://schemas.microsoft.com/office/drawing/2014/main" id="{4FBA3572-F022-AAAC-0739-5402710CE55E}"/>
              </a:ext>
            </a:extLst>
          </p:cNvPr>
          <p:cNvGrpSpPr/>
          <p:nvPr/>
        </p:nvGrpSpPr>
        <p:grpSpPr>
          <a:xfrm>
            <a:off x="1586314" y="2718488"/>
            <a:ext cx="2887184" cy="2824760"/>
            <a:chOff x="4755418" y="7639093"/>
            <a:chExt cx="8663808" cy="8476488"/>
          </a:xfrm>
        </p:grpSpPr>
        <p:pic>
          <p:nvPicPr>
            <p:cNvPr id="213" name="Picture 212" descr="A colorful background&#10;&#10;AI-generated content may be incorrect.">
              <a:extLst>
                <a:ext uri="{FF2B5EF4-FFF2-40B4-BE49-F238E27FC236}">
                  <a16:creationId xmlns:a16="http://schemas.microsoft.com/office/drawing/2014/main" id="{FE702DEB-1AF0-72AE-9163-F844F239BD4B}"/>
                </a:ext>
              </a:extLst>
            </p:cNvPr>
            <p:cNvPicPr>
              <a:picLocks noChangeAspect="1"/>
            </p:cNvPicPr>
            <p:nvPr/>
          </p:nvPicPr>
          <p:blipFill>
            <a:blip r:embed="rId8" cstate="screen">
              <a:extLst>
                <a:ext uri="{28A0092B-C50C-407E-A947-70E740481C1C}">
                  <a14:useLocalDpi xmlns:a14="http://schemas.microsoft.com/office/drawing/2010/main"/>
                </a:ext>
              </a:extLst>
            </a:blip>
            <a:srcRect/>
            <a:stretch>
              <a:fillRect/>
            </a:stretch>
          </p:blipFill>
          <p:spPr>
            <a:xfrm>
              <a:off x="4755418" y="7639093"/>
              <a:ext cx="8623520" cy="8476488"/>
            </a:xfrm>
            <a:prstGeom prst="roundRect">
              <a:avLst>
                <a:gd name="adj" fmla="val 3667"/>
              </a:avLst>
            </a:prstGeom>
            <a:ln>
              <a:solidFill>
                <a:schemeClr val="tx2"/>
              </a:solidFill>
            </a:ln>
          </p:spPr>
        </p:pic>
        <p:sp>
          <p:nvSpPr>
            <p:cNvPr id="8" name="Rounded Rectangle 7">
              <a:extLst>
                <a:ext uri="{FF2B5EF4-FFF2-40B4-BE49-F238E27FC236}">
                  <a16:creationId xmlns:a16="http://schemas.microsoft.com/office/drawing/2014/main" id="{0DED8AD7-4595-1A64-695E-2A0EE20BECC3}"/>
                </a:ext>
              </a:extLst>
            </p:cNvPr>
            <p:cNvSpPr/>
            <p:nvPr/>
          </p:nvSpPr>
          <p:spPr>
            <a:xfrm>
              <a:off x="6846612" y="8208429"/>
              <a:ext cx="4441132" cy="942354"/>
            </a:xfrm>
            <a:prstGeom prst="roundRect">
              <a:avLst>
                <a:gd name="adj" fmla="val 50000"/>
              </a:avLst>
            </a:prstGeom>
            <a:solidFill>
              <a:schemeClr val="tx1"/>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2742103">
                <a:defRPr/>
              </a:pPr>
              <a:r>
                <a:rPr lang="en-US" sz="1050">
                  <a:solidFill>
                    <a:srgbClr val="000000"/>
                  </a:solidFill>
                  <a:latin typeface="Mona Sans Display" panose="020B0604020202020204" charset="0"/>
                  <a:cs typeface="Mona Sans Display" panose="020B0604020202020204" charset="0"/>
                </a:rPr>
                <a:t>Pair programmer</a:t>
              </a:r>
            </a:p>
          </p:txBody>
        </p:sp>
        <p:grpSp>
          <p:nvGrpSpPr>
            <p:cNvPr id="224" name="Group 223">
              <a:extLst>
                <a:ext uri="{FF2B5EF4-FFF2-40B4-BE49-F238E27FC236}">
                  <a16:creationId xmlns:a16="http://schemas.microsoft.com/office/drawing/2014/main" id="{380450AC-F2EA-244B-EBAC-7C098F2FDECA}"/>
                </a:ext>
              </a:extLst>
            </p:cNvPr>
            <p:cNvGrpSpPr>
              <a:grpSpLocks noChangeAspect="1"/>
            </p:cNvGrpSpPr>
            <p:nvPr/>
          </p:nvGrpSpPr>
          <p:grpSpPr>
            <a:xfrm>
              <a:off x="4828770" y="11099427"/>
              <a:ext cx="8590456" cy="4014794"/>
              <a:chOff x="2249726" y="9140613"/>
              <a:chExt cx="13835016" cy="6465865"/>
            </a:xfrm>
          </p:grpSpPr>
          <p:pic>
            <p:nvPicPr>
              <p:cNvPr id="215" name="Picture 214" descr="A cartoon of a cat with a butterfly&#10;&#10;AI-generated content may be incorrect.">
                <a:extLst>
                  <a:ext uri="{FF2B5EF4-FFF2-40B4-BE49-F238E27FC236}">
                    <a16:creationId xmlns:a16="http://schemas.microsoft.com/office/drawing/2014/main" id="{5A3559FE-992E-2CA2-DD4F-09E2F801F3E1}"/>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2249726" y="9183007"/>
                <a:ext cx="6423471" cy="6423471"/>
              </a:xfrm>
              <a:prstGeom prst="rect">
                <a:avLst/>
              </a:prstGeom>
            </p:spPr>
          </p:pic>
          <p:pic>
            <p:nvPicPr>
              <p:cNvPr id="217" name="Picture 216" descr="A blue and purple helmet with a yellow center&#10;&#10;AI-generated content may be incorrect.">
                <a:extLst>
                  <a:ext uri="{FF2B5EF4-FFF2-40B4-BE49-F238E27FC236}">
                    <a16:creationId xmlns:a16="http://schemas.microsoft.com/office/drawing/2014/main" id="{7309D4D5-AFD8-7342-3539-0ABE8288DCA4}"/>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rot="1405238" flipH="1">
                <a:off x="9661271" y="9140613"/>
                <a:ext cx="6423471" cy="6423471"/>
              </a:xfrm>
              <a:prstGeom prst="rect">
                <a:avLst/>
              </a:prstGeom>
            </p:spPr>
          </p:pic>
        </p:grpSp>
        <p:grpSp>
          <p:nvGrpSpPr>
            <p:cNvPr id="226" name="Group 225">
              <a:extLst>
                <a:ext uri="{FF2B5EF4-FFF2-40B4-BE49-F238E27FC236}">
                  <a16:creationId xmlns:a16="http://schemas.microsoft.com/office/drawing/2014/main" id="{1A28C18C-B646-FC34-CA8A-5B760B1C1079}"/>
                </a:ext>
              </a:extLst>
            </p:cNvPr>
            <p:cNvGrpSpPr/>
            <p:nvPr/>
          </p:nvGrpSpPr>
          <p:grpSpPr>
            <a:xfrm>
              <a:off x="8068786" y="10002920"/>
              <a:ext cx="1996785" cy="1996785"/>
              <a:chOff x="8068786" y="10407038"/>
              <a:chExt cx="1996785" cy="1996785"/>
            </a:xfrm>
          </p:grpSpPr>
          <p:sp>
            <p:nvSpPr>
              <p:cNvPr id="222" name="Oval 221">
                <a:extLst>
                  <a:ext uri="{FF2B5EF4-FFF2-40B4-BE49-F238E27FC236}">
                    <a16:creationId xmlns:a16="http://schemas.microsoft.com/office/drawing/2014/main" id="{75447F3F-A642-324C-7014-1ACD13E7EE4D}"/>
                  </a:ext>
                </a:extLst>
              </p:cNvPr>
              <p:cNvSpPr>
                <a:spLocks noChangeAspect="1"/>
              </p:cNvSpPr>
              <p:nvPr/>
            </p:nvSpPr>
            <p:spPr>
              <a:xfrm>
                <a:off x="8068786" y="10407038"/>
                <a:ext cx="1996785" cy="1996785"/>
              </a:xfrm>
              <a:prstGeom prst="ellipse">
                <a:avLst/>
              </a:prstGeom>
              <a:solidFill>
                <a:schemeClr val="bg1"/>
              </a:solidFill>
              <a:ln w="254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225" name="Google Shape;1336;p65">
                <a:extLst>
                  <a:ext uri="{FF2B5EF4-FFF2-40B4-BE49-F238E27FC236}">
                    <a16:creationId xmlns:a16="http://schemas.microsoft.com/office/drawing/2014/main" id="{341A2C1E-772F-DB08-5731-1404A0B451EB}"/>
                  </a:ext>
                  <a:ext uri="{C183D7F6-B498-43B3-948B-1728B52AA6E4}">
                    <adec:decorative xmlns:adec="http://schemas.microsoft.com/office/drawing/2017/decorative" val="1"/>
                  </a:ext>
                </a:extLst>
              </p:cNvPr>
              <p:cNvSpPr/>
              <p:nvPr/>
            </p:nvSpPr>
            <p:spPr>
              <a:xfrm>
                <a:off x="8604650" y="10976282"/>
                <a:ext cx="925056" cy="858297"/>
              </a:xfrm>
              <a:custGeom>
                <a:avLst/>
                <a:gdLst/>
                <a:ahLst/>
                <a:cxnLst/>
                <a:rect l="l" t="t" r="r" b="b"/>
                <a:pathLst>
                  <a:path w="2328" h="2160" extrusionOk="0">
                    <a:moveTo>
                      <a:pt x="203" y="254"/>
                    </a:moveTo>
                    <a:cubicBezTo>
                      <a:pt x="456" y="1"/>
                      <a:pt x="902" y="1"/>
                      <a:pt x="1164" y="254"/>
                    </a:cubicBezTo>
                    <a:cubicBezTo>
                      <a:pt x="1164" y="254"/>
                      <a:pt x="1164" y="262"/>
                      <a:pt x="1172" y="262"/>
                    </a:cubicBezTo>
                    <a:cubicBezTo>
                      <a:pt x="1316" y="153"/>
                      <a:pt x="1484" y="60"/>
                      <a:pt x="1670" y="60"/>
                    </a:cubicBezTo>
                    <a:cubicBezTo>
                      <a:pt x="1839" y="60"/>
                      <a:pt x="2007" y="127"/>
                      <a:pt x="2142" y="254"/>
                    </a:cubicBezTo>
                    <a:cubicBezTo>
                      <a:pt x="2201" y="313"/>
                      <a:pt x="2243" y="380"/>
                      <a:pt x="2277" y="456"/>
                    </a:cubicBezTo>
                    <a:cubicBezTo>
                      <a:pt x="2311" y="540"/>
                      <a:pt x="2328" y="625"/>
                      <a:pt x="2328" y="734"/>
                    </a:cubicBezTo>
                    <a:cubicBezTo>
                      <a:pt x="2328" y="1055"/>
                      <a:pt x="2117" y="1350"/>
                      <a:pt x="1881" y="1586"/>
                    </a:cubicBezTo>
                    <a:cubicBezTo>
                      <a:pt x="1661" y="1814"/>
                      <a:pt x="1400" y="1999"/>
                      <a:pt x="1248" y="2117"/>
                    </a:cubicBezTo>
                    <a:cubicBezTo>
                      <a:pt x="1240" y="2126"/>
                      <a:pt x="1223" y="2134"/>
                      <a:pt x="1214" y="2143"/>
                    </a:cubicBezTo>
                    <a:cubicBezTo>
                      <a:pt x="1189" y="2160"/>
                      <a:pt x="1147" y="2160"/>
                      <a:pt x="1122" y="2143"/>
                    </a:cubicBezTo>
                    <a:cubicBezTo>
                      <a:pt x="1113" y="2134"/>
                      <a:pt x="1096" y="2126"/>
                      <a:pt x="1088" y="2117"/>
                    </a:cubicBezTo>
                    <a:cubicBezTo>
                      <a:pt x="936" y="1999"/>
                      <a:pt x="683" y="1814"/>
                      <a:pt x="456" y="1586"/>
                    </a:cubicBezTo>
                    <a:cubicBezTo>
                      <a:pt x="228" y="1350"/>
                      <a:pt x="9" y="1055"/>
                      <a:pt x="9" y="743"/>
                    </a:cubicBezTo>
                    <a:cubicBezTo>
                      <a:pt x="9" y="743"/>
                      <a:pt x="9" y="743"/>
                      <a:pt x="9" y="743"/>
                    </a:cubicBezTo>
                    <a:lnTo>
                      <a:pt x="9" y="734"/>
                    </a:lnTo>
                    <a:lnTo>
                      <a:pt x="9" y="743"/>
                    </a:lnTo>
                    <a:cubicBezTo>
                      <a:pt x="0" y="566"/>
                      <a:pt x="68" y="389"/>
                      <a:pt x="203" y="254"/>
                    </a:cubicBezTo>
                    <a:close/>
                    <a:moveTo>
                      <a:pt x="1046" y="363"/>
                    </a:moveTo>
                    <a:cubicBezTo>
                      <a:pt x="852" y="169"/>
                      <a:pt x="506" y="169"/>
                      <a:pt x="312" y="363"/>
                    </a:cubicBezTo>
                    <a:cubicBezTo>
                      <a:pt x="211" y="465"/>
                      <a:pt x="160" y="599"/>
                      <a:pt x="169" y="734"/>
                    </a:cubicBezTo>
                    <a:cubicBezTo>
                      <a:pt x="169" y="734"/>
                      <a:pt x="169" y="734"/>
                      <a:pt x="169" y="734"/>
                    </a:cubicBezTo>
                    <a:cubicBezTo>
                      <a:pt x="169" y="987"/>
                      <a:pt x="346" y="1240"/>
                      <a:pt x="574" y="1476"/>
                    </a:cubicBezTo>
                    <a:cubicBezTo>
                      <a:pt x="776" y="1687"/>
                      <a:pt x="1012" y="1864"/>
                      <a:pt x="1172" y="1982"/>
                    </a:cubicBezTo>
                    <a:cubicBezTo>
                      <a:pt x="1231" y="1932"/>
                      <a:pt x="1316" y="1873"/>
                      <a:pt x="1400" y="1805"/>
                    </a:cubicBezTo>
                    <a:lnTo>
                      <a:pt x="1172" y="1595"/>
                    </a:lnTo>
                    <a:cubicBezTo>
                      <a:pt x="1139" y="1569"/>
                      <a:pt x="1139" y="1519"/>
                      <a:pt x="1164" y="1485"/>
                    </a:cubicBezTo>
                    <a:cubicBezTo>
                      <a:pt x="1198" y="1451"/>
                      <a:pt x="1248" y="1451"/>
                      <a:pt x="1282" y="1485"/>
                    </a:cubicBezTo>
                    <a:lnTo>
                      <a:pt x="1518" y="1704"/>
                    </a:lnTo>
                    <a:cubicBezTo>
                      <a:pt x="1586" y="1654"/>
                      <a:pt x="1653" y="1595"/>
                      <a:pt x="1712" y="1527"/>
                    </a:cubicBezTo>
                    <a:lnTo>
                      <a:pt x="1484" y="1316"/>
                    </a:lnTo>
                    <a:cubicBezTo>
                      <a:pt x="1459" y="1291"/>
                      <a:pt x="1451" y="1240"/>
                      <a:pt x="1484" y="1207"/>
                    </a:cubicBezTo>
                    <a:cubicBezTo>
                      <a:pt x="1510" y="1173"/>
                      <a:pt x="1560" y="1173"/>
                      <a:pt x="1594" y="1198"/>
                    </a:cubicBezTo>
                    <a:lnTo>
                      <a:pt x="1830" y="1417"/>
                    </a:lnTo>
                    <a:cubicBezTo>
                      <a:pt x="1889" y="1350"/>
                      <a:pt x="1940" y="1283"/>
                      <a:pt x="1990" y="1215"/>
                    </a:cubicBezTo>
                    <a:cubicBezTo>
                      <a:pt x="1965" y="1198"/>
                      <a:pt x="1948" y="1173"/>
                      <a:pt x="1923" y="1156"/>
                    </a:cubicBezTo>
                    <a:cubicBezTo>
                      <a:pt x="1872" y="1097"/>
                      <a:pt x="1813" y="1038"/>
                      <a:pt x="1754" y="979"/>
                    </a:cubicBezTo>
                    <a:cubicBezTo>
                      <a:pt x="1636" y="869"/>
                      <a:pt x="1451" y="869"/>
                      <a:pt x="1333" y="987"/>
                    </a:cubicBezTo>
                    <a:cubicBezTo>
                      <a:pt x="1299" y="1030"/>
                      <a:pt x="1257" y="1063"/>
                      <a:pt x="1214" y="1105"/>
                    </a:cubicBezTo>
                    <a:cubicBezTo>
                      <a:pt x="1096" y="1223"/>
                      <a:pt x="902" y="1215"/>
                      <a:pt x="784" y="1097"/>
                    </a:cubicBezTo>
                    <a:cubicBezTo>
                      <a:pt x="734" y="1046"/>
                      <a:pt x="683" y="996"/>
                      <a:pt x="633" y="945"/>
                    </a:cubicBezTo>
                    <a:cubicBezTo>
                      <a:pt x="607" y="911"/>
                      <a:pt x="599" y="869"/>
                      <a:pt x="633" y="836"/>
                    </a:cubicBezTo>
                    <a:cubicBezTo>
                      <a:pt x="649" y="810"/>
                      <a:pt x="683" y="777"/>
                      <a:pt x="709" y="743"/>
                    </a:cubicBezTo>
                    <a:cubicBezTo>
                      <a:pt x="801" y="625"/>
                      <a:pt x="919" y="481"/>
                      <a:pt x="1046" y="363"/>
                    </a:cubicBezTo>
                    <a:close/>
                    <a:moveTo>
                      <a:pt x="2075" y="1080"/>
                    </a:moveTo>
                    <a:cubicBezTo>
                      <a:pt x="2134" y="962"/>
                      <a:pt x="2167" y="852"/>
                      <a:pt x="2167" y="734"/>
                    </a:cubicBezTo>
                    <a:lnTo>
                      <a:pt x="2167" y="734"/>
                    </a:lnTo>
                    <a:cubicBezTo>
                      <a:pt x="2167" y="642"/>
                      <a:pt x="2159" y="574"/>
                      <a:pt x="2134" y="515"/>
                    </a:cubicBezTo>
                    <a:cubicBezTo>
                      <a:pt x="2108" y="465"/>
                      <a:pt x="2075" y="414"/>
                      <a:pt x="2024" y="363"/>
                    </a:cubicBezTo>
                    <a:cubicBezTo>
                      <a:pt x="1931" y="271"/>
                      <a:pt x="1796" y="220"/>
                      <a:pt x="1670" y="220"/>
                    </a:cubicBezTo>
                    <a:cubicBezTo>
                      <a:pt x="1501" y="220"/>
                      <a:pt x="1333" y="321"/>
                      <a:pt x="1172" y="465"/>
                    </a:cubicBezTo>
                    <a:cubicBezTo>
                      <a:pt x="1046" y="583"/>
                      <a:pt x="936" y="718"/>
                      <a:pt x="835" y="836"/>
                    </a:cubicBezTo>
                    <a:cubicBezTo>
                      <a:pt x="818" y="852"/>
                      <a:pt x="810" y="869"/>
                      <a:pt x="793" y="886"/>
                    </a:cubicBezTo>
                    <a:cubicBezTo>
                      <a:pt x="835" y="920"/>
                      <a:pt x="869" y="954"/>
                      <a:pt x="902" y="987"/>
                    </a:cubicBezTo>
                    <a:cubicBezTo>
                      <a:pt x="961" y="1046"/>
                      <a:pt x="1046" y="1046"/>
                      <a:pt x="1105" y="987"/>
                    </a:cubicBezTo>
                    <a:cubicBezTo>
                      <a:pt x="1147" y="954"/>
                      <a:pt x="1181" y="911"/>
                      <a:pt x="1223" y="869"/>
                    </a:cubicBezTo>
                    <a:cubicBezTo>
                      <a:pt x="1400" y="701"/>
                      <a:pt x="1687" y="692"/>
                      <a:pt x="1864" y="869"/>
                    </a:cubicBezTo>
                    <a:cubicBezTo>
                      <a:pt x="1923" y="928"/>
                      <a:pt x="1982" y="987"/>
                      <a:pt x="2041" y="1046"/>
                    </a:cubicBezTo>
                    <a:cubicBezTo>
                      <a:pt x="2049" y="1055"/>
                      <a:pt x="2058" y="1063"/>
                      <a:pt x="2075" y="1080"/>
                    </a:cubicBezTo>
                    <a:close/>
                  </a:path>
                </a:pathLst>
              </a:custGeom>
              <a:solidFill>
                <a:schemeClr val="tx1"/>
              </a:solidFill>
              <a:ln>
                <a:noFill/>
              </a:ln>
            </p:spPr>
            <p:txBody>
              <a:bodyPr spcFirstLastPara="1" wrap="square" lIns="121868" tIns="121868" rIns="121868" bIns="121868" anchor="ctr" anchorCtr="0">
                <a:noAutofit/>
              </a:bodyPr>
              <a:lstStyle/>
              <a:p>
                <a:pPr defTabSz="1218682">
                  <a:buClr>
                    <a:srgbClr val="000000"/>
                  </a:buClr>
                  <a:defRPr/>
                </a:pPr>
                <a:endParaRPr lang="en-US" sz="1866" kern="0">
                  <a:solidFill>
                    <a:srgbClr val="FFFFFF"/>
                  </a:solidFill>
                  <a:latin typeface="Mona Sans Display" panose="020B0604020202020204" charset="0"/>
                  <a:cs typeface="Mona Sans Display" panose="020B0604020202020204" charset="0"/>
                  <a:sym typeface="Arial"/>
                </a:endParaRPr>
              </a:p>
            </p:txBody>
          </p:sp>
        </p:grpSp>
      </p:grpSp>
      <p:grpSp>
        <p:nvGrpSpPr>
          <p:cNvPr id="236" name="Group 235">
            <a:extLst>
              <a:ext uri="{FF2B5EF4-FFF2-40B4-BE49-F238E27FC236}">
                <a16:creationId xmlns:a16="http://schemas.microsoft.com/office/drawing/2014/main" id="{FCF60628-A665-D802-95C2-FB8DD8608F5A}"/>
              </a:ext>
            </a:extLst>
          </p:cNvPr>
          <p:cNvGrpSpPr/>
          <p:nvPr/>
        </p:nvGrpSpPr>
        <p:grpSpPr>
          <a:xfrm>
            <a:off x="7727728" y="2716783"/>
            <a:ext cx="2878001" cy="2828175"/>
            <a:chOff x="23184451" y="7633972"/>
            <a:chExt cx="8636254" cy="8486735"/>
          </a:xfrm>
        </p:grpSpPr>
        <p:grpSp>
          <p:nvGrpSpPr>
            <p:cNvPr id="2" name="Group 1">
              <a:extLst>
                <a:ext uri="{FF2B5EF4-FFF2-40B4-BE49-F238E27FC236}">
                  <a16:creationId xmlns:a16="http://schemas.microsoft.com/office/drawing/2014/main" id="{B59DF1C2-2D21-B3DB-DE4D-0460A301A600}"/>
                </a:ext>
              </a:extLst>
            </p:cNvPr>
            <p:cNvGrpSpPr/>
            <p:nvPr/>
          </p:nvGrpSpPr>
          <p:grpSpPr>
            <a:xfrm>
              <a:off x="23184451" y="7633972"/>
              <a:ext cx="8636254" cy="8486735"/>
              <a:chOff x="18535512" y="1142999"/>
              <a:chExt cx="16918742" cy="16625829"/>
            </a:xfrm>
          </p:grpSpPr>
          <p:sp>
            <p:nvSpPr>
              <p:cNvPr id="6" name="Rounded Rectangle 5">
                <a:extLst>
                  <a:ext uri="{FF2B5EF4-FFF2-40B4-BE49-F238E27FC236}">
                    <a16:creationId xmlns:a16="http://schemas.microsoft.com/office/drawing/2014/main" id="{9F88D301-B341-12A1-5FC8-5FE6DACB1D62}"/>
                  </a:ext>
                </a:extLst>
              </p:cNvPr>
              <p:cNvSpPr/>
              <p:nvPr/>
            </p:nvSpPr>
            <p:spPr>
              <a:xfrm>
                <a:off x="18560459" y="1143002"/>
                <a:ext cx="16893795" cy="16612437"/>
              </a:xfrm>
              <a:prstGeom prst="roundRect">
                <a:avLst>
                  <a:gd name="adj" fmla="val 3598"/>
                </a:avLst>
              </a:prstGeom>
              <a:gradFill>
                <a:gsLst>
                  <a:gs pos="25000">
                    <a:srgbClr val="9EECFF"/>
                  </a:gs>
                  <a:gs pos="100000">
                    <a:srgbClr val="3194FF"/>
                  </a:gs>
                </a:gsLst>
                <a:lin ang="5400000" scaled="1"/>
              </a:gra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9" name="Picture 8" descr="A green cube with black background&#10;&#10;AI-generated content may be incorrect.">
                <a:extLst>
                  <a:ext uri="{FF2B5EF4-FFF2-40B4-BE49-F238E27FC236}">
                    <a16:creationId xmlns:a16="http://schemas.microsoft.com/office/drawing/2014/main" id="{F107E44E-57E2-E0DA-DB01-2422A0F19F9C}"/>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rot="10800000" flipV="1">
                <a:off x="23554113" y="5635677"/>
                <a:ext cx="7134060" cy="7134054"/>
              </a:xfrm>
              <a:prstGeom prst="rect">
                <a:avLst/>
              </a:prstGeom>
            </p:spPr>
          </p:pic>
          <p:pic>
            <p:nvPicPr>
              <p:cNvPr id="10" name="Picture 9" descr="A green cube with black background&#10;&#10;AI-generated content may be incorrect.">
                <a:extLst>
                  <a:ext uri="{FF2B5EF4-FFF2-40B4-BE49-F238E27FC236}">
                    <a16:creationId xmlns:a16="http://schemas.microsoft.com/office/drawing/2014/main" id="{0196A7E4-EB0B-1031-1023-B04AE3D2915C}"/>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rot="10800000" flipV="1">
                <a:off x="27043077" y="9345728"/>
                <a:ext cx="6620958" cy="6620955"/>
              </a:xfrm>
              <a:prstGeom prst="rect">
                <a:avLst/>
              </a:prstGeom>
            </p:spPr>
          </p:pic>
          <p:pic>
            <p:nvPicPr>
              <p:cNvPr id="11" name="Picture 10" descr="A green cube with black background&#10;&#10;AI-generated content may be incorrect.">
                <a:extLst>
                  <a:ext uri="{FF2B5EF4-FFF2-40B4-BE49-F238E27FC236}">
                    <a16:creationId xmlns:a16="http://schemas.microsoft.com/office/drawing/2014/main" id="{252B9E71-4C7E-1C6C-19E6-CB5A27F03F4D}"/>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rot="10800000" flipV="1">
                <a:off x="20521032" y="9345728"/>
                <a:ext cx="6620958" cy="6620955"/>
              </a:xfrm>
              <a:prstGeom prst="rect">
                <a:avLst/>
              </a:prstGeom>
            </p:spPr>
          </p:pic>
          <p:pic>
            <p:nvPicPr>
              <p:cNvPr id="12" name="Picture 11" descr="A green cube with black background&#10;&#10;AI-generated content may be incorrect.">
                <a:extLst>
                  <a:ext uri="{FF2B5EF4-FFF2-40B4-BE49-F238E27FC236}">
                    <a16:creationId xmlns:a16="http://schemas.microsoft.com/office/drawing/2014/main" id="{1DA5D8BB-EA99-CB7E-21AA-7DD521810C27}"/>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rot="10800000" flipV="1">
                <a:off x="23824968" y="11147867"/>
                <a:ext cx="6620958" cy="6620955"/>
              </a:xfrm>
              <a:prstGeom prst="rect">
                <a:avLst/>
              </a:prstGeom>
            </p:spPr>
          </p:pic>
          <p:sp>
            <p:nvSpPr>
              <p:cNvPr id="43" name="Rounded Rectangle 42">
                <a:extLst>
                  <a:ext uri="{FF2B5EF4-FFF2-40B4-BE49-F238E27FC236}">
                    <a16:creationId xmlns:a16="http://schemas.microsoft.com/office/drawing/2014/main" id="{728F5B11-8C39-4D0F-DC31-501BFA199A60}"/>
                  </a:ext>
                </a:extLst>
              </p:cNvPr>
              <p:cNvSpPr/>
              <p:nvPr/>
            </p:nvSpPr>
            <p:spPr>
              <a:xfrm>
                <a:off x="24883620" y="5230431"/>
                <a:ext cx="4483530" cy="4483530"/>
              </a:xfrm>
              <a:prstGeom prst="roundRect">
                <a:avLst>
                  <a:gd name="adj" fmla="val 4081"/>
                </a:avLst>
              </a:prstGeom>
              <a:gradFill flip="none" rotWithShape="1">
                <a:gsLst>
                  <a:gs pos="100000">
                    <a:schemeClr val="accent4">
                      <a:alpha val="0"/>
                    </a:schemeClr>
                  </a:gs>
                  <a:gs pos="0">
                    <a:schemeClr val="accent4"/>
                  </a:gs>
                </a:gsLst>
                <a:path path="rect">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44" name="Picture 43" descr="A cartoon of a cat&#10;&#10;AI-generated content may be incorrect.">
                <a:extLst>
                  <a:ext uri="{FF2B5EF4-FFF2-40B4-BE49-F238E27FC236}">
                    <a16:creationId xmlns:a16="http://schemas.microsoft.com/office/drawing/2014/main" id="{795279CD-53BB-C65A-42D7-62696F7E4462}"/>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rot="21300000">
                <a:off x="23803863" y="2460383"/>
                <a:ext cx="6577344" cy="6577341"/>
              </a:xfrm>
              <a:prstGeom prst="rect">
                <a:avLst/>
              </a:prstGeom>
            </p:spPr>
          </p:pic>
          <p:pic>
            <p:nvPicPr>
              <p:cNvPr id="45" name="Picture 44" descr="A green cube with black background&#10;&#10;AI-generated content may be incorrect.">
                <a:extLst>
                  <a:ext uri="{FF2B5EF4-FFF2-40B4-BE49-F238E27FC236}">
                    <a16:creationId xmlns:a16="http://schemas.microsoft.com/office/drawing/2014/main" id="{1F8D0F33-D50F-8F99-DC6B-32E698125D7C}"/>
                  </a:ext>
                </a:extLst>
              </p:cNvPr>
              <p:cNvPicPr>
                <a:picLocks noChangeAspect="1"/>
              </p:cNvPicPr>
              <p:nvPr/>
            </p:nvPicPr>
            <p:blipFill>
              <a:blip r:embed="rId14" cstate="screen">
                <a:extLst>
                  <a:ext uri="{28A0092B-C50C-407E-A947-70E740481C1C}">
                    <a14:useLocalDpi xmlns:a14="http://schemas.microsoft.com/office/drawing/2010/main"/>
                  </a:ext>
                </a:extLst>
              </a:blip>
              <a:srcRect/>
              <a:stretch>
                <a:fillRect/>
              </a:stretch>
            </p:blipFill>
            <p:spPr>
              <a:xfrm rot="10800000" flipV="1">
                <a:off x="30046455" y="11147867"/>
                <a:ext cx="5384034" cy="6620955"/>
              </a:xfrm>
              <a:prstGeom prst="rect">
                <a:avLst/>
              </a:prstGeom>
            </p:spPr>
          </p:pic>
          <p:pic>
            <p:nvPicPr>
              <p:cNvPr id="46" name="Picture 45" descr="A green cube with black background&#10;&#10;AI-generated content may be incorrect.">
                <a:extLst>
                  <a:ext uri="{FF2B5EF4-FFF2-40B4-BE49-F238E27FC236}">
                    <a16:creationId xmlns:a16="http://schemas.microsoft.com/office/drawing/2014/main" id="{097CF29C-A670-DDF3-DCC9-457083BCDC77}"/>
                  </a:ext>
                </a:extLst>
              </p:cNvPr>
              <p:cNvPicPr>
                <a:picLocks noChangeAspect="1"/>
              </p:cNvPicPr>
              <p:nvPr/>
            </p:nvPicPr>
            <p:blipFill>
              <a:blip r:embed="rId15" cstate="screen">
                <a:extLst>
                  <a:ext uri="{28A0092B-C50C-407E-A947-70E740481C1C}">
                    <a14:useLocalDpi xmlns:a14="http://schemas.microsoft.com/office/drawing/2010/main"/>
                  </a:ext>
                </a:extLst>
              </a:blip>
              <a:srcRect/>
              <a:stretch>
                <a:fillRect/>
              </a:stretch>
            </p:blipFill>
            <p:spPr>
              <a:xfrm rot="10800000" flipV="1">
                <a:off x="26862513" y="12941120"/>
                <a:ext cx="6620958" cy="4814319"/>
              </a:xfrm>
              <a:prstGeom prst="rect">
                <a:avLst/>
              </a:prstGeom>
            </p:spPr>
          </p:pic>
          <p:pic>
            <p:nvPicPr>
              <p:cNvPr id="47" name="Picture 46" descr="A blue robot head with yellow lights&#10;&#10;AI-generated content may be incorrect.">
                <a:extLst>
                  <a:ext uri="{FF2B5EF4-FFF2-40B4-BE49-F238E27FC236}">
                    <a16:creationId xmlns:a16="http://schemas.microsoft.com/office/drawing/2014/main" id="{CF783F2C-E9E2-430B-A594-677435FF1D05}"/>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rot="21300000">
                <a:off x="30161316" y="7594728"/>
                <a:ext cx="3712734" cy="3712734"/>
              </a:xfrm>
              <a:prstGeom prst="rect">
                <a:avLst/>
              </a:prstGeom>
            </p:spPr>
          </p:pic>
          <p:pic>
            <p:nvPicPr>
              <p:cNvPr id="48" name="Picture 47" descr="A green cube with black background&#10;&#10;AI-generated content may be incorrect.">
                <a:extLst>
                  <a:ext uri="{FF2B5EF4-FFF2-40B4-BE49-F238E27FC236}">
                    <a16:creationId xmlns:a16="http://schemas.microsoft.com/office/drawing/2014/main" id="{C9FD3FCD-7492-E07A-64A2-036F1C512EF3}"/>
                  </a:ext>
                </a:extLst>
              </p:cNvPr>
              <p:cNvPicPr>
                <a:picLocks noChangeAspect="1"/>
              </p:cNvPicPr>
              <p:nvPr/>
            </p:nvPicPr>
            <p:blipFill>
              <a:blip r:embed="rId17" cstate="screen">
                <a:extLst>
                  <a:ext uri="{28A0092B-C50C-407E-A947-70E740481C1C}">
                    <a14:useLocalDpi xmlns:a14="http://schemas.microsoft.com/office/drawing/2010/main"/>
                  </a:ext>
                </a:extLst>
              </a:blip>
              <a:srcRect/>
              <a:stretch>
                <a:fillRect/>
              </a:stretch>
            </p:blipFill>
            <p:spPr>
              <a:xfrm rot="10800000" flipV="1">
                <a:off x="18572939" y="11147873"/>
                <a:ext cx="5395311" cy="6620955"/>
              </a:xfrm>
              <a:prstGeom prst="rect">
                <a:avLst/>
              </a:prstGeom>
            </p:spPr>
          </p:pic>
          <p:sp>
            <p:nvSpPr>
              <p:cNvPr id="49" name="Rounded Rectangle 48">
                <a:extLst>
                  <a:ext uri="{FF2B5EF4-FFF2-40B4-BE49-F238E27FC236}">
                    <a16:creationId xmlns:a16="http://schemas.microsoft.com/office/drawing/2014/main" id="{EC1E94A9-C7EA-185D-C95D-CE005D358729}"/>
                  </a:ext>
                </a:extLst>
              </p:cNvPr>
              <p:cNvSpPr/>
              <p:nvPr/>
            </p:nvSpPr>
            <p:spPr>
              <a:xfrm>
                <a:off x="19647234" y="11864523"/>
                <a:ext cx="2091600" cy="2091600"/>
              </a:xfrm>
              <a:prstGeom prst="roundRect">
                <a:avLst>
                  <a:gd name="adj" fmla="val 50000"/>
                </a:avLst>
              </a:prstGeom>
              <a:gradFill flip="none" rotWithShape="1">
                <a:gsLst>
                  <a:gs pos="67000">
                    <a:schemeClr val="accent4">
                      <a:alpha val="0"/>
                    </a:schemeClr>
                  </a:gs>
                  <a:gs pos="0">
                    <a:schemeClr val="accent4"/>
                  </a:gs>
                </a:gsLst>
                <a:path path="circle">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50" name="Picture 49" descr="A green cube with black background&#10;&#10;AI-generated content may be incorrect.">
                <a:extLst>
                  <a:ext uri="{FF2B5EF4-FFF2-40B4-BE49-F238E27FC236}">
                    <a16:creationId xmlns:a16="http://schemas.microsoft.com/office/drawing/2014/main" id="{ED2000DB-3656-257E-C31E-1BD7C182A60E}"/>
                  </a:ext>
                </a:extLst>
              </p:cNvPr>
              <p:cNvPicPr>
                <a:picLocks noChangeAspect="1"/>
              </p:cNvPicPr>
              <p:nvPr/>
            </p:nvPicPr>
            <p:blipFill>
              <a:blip r:embed="rId18" cstate="screen">
                <a:extLst>
                  <a:ext uri="{28A0092B-C50C-407E-A947-70E740481C1C}">
                    <a14:useLocalDpi xmlns:a14="http://schemas.microsoft.com/office/drawing/2010/main"/>
                  </a:ext>
                </a:extLst>
              </a:blip>
              <a:srcRect t="-1"/>
              <a:stretch>
                <a:fillRect/>
              </a:stretch>
            </p:blipFill>
            <p:spPr>
              <a:xfrm rot="10800000" flipV="1">
                <a:off x="20750811" y="13050914"/>
                <a:ext cx="6620958" cy="4704525"/>
              </a:xfrm>
              <a:prstGeom prst="rect">
                <a:avLst/>
              </a:prstGeom>
            </p:spPr>
          </p:pic>
          <p:pic>
            <p:nvPicPr>
              <p:cNvPr id="51" name="Picture 50" descr="A blue robot head with yellow lights&#10;&#10;AI-generated content may be incorrect.">
                <a:extLst>
                  <a:ext uri="{FF2B5EF4-FFF2-40B4-BE49-F238E27FC236}">
                    <a16:creationId xmlns:a16="http://schemas.microsoft.com/office/drawing/2014/main" id="{23182360-0345-4E81-80FF-87647A6A3AAD}"/>
                  </a:ext>
                </a:extLst>
              </p:cNvPr>
              <p:cNvPicPr>
                <a:picLocks noChangeAspect="1"/>
              </p:cNvPicPr>
              <p:nvPr/>
            </p:nvPicPr>
            <p:blipFill>
              <a:blip r:embed="rId19" cstate="screen">
                <a:extLst>
                  <a:ext uri="{28A0092B-C50C-407E-A947-70E740481C1C}">
                    <a14:useLocalDpi xmlns:a14="http://schemas.microsoft.com/office/drawing/2010/main"/>
                  </a:ext>
                </a:extLst>
              </a:blip>
              <a:stretch>
                <a:fillRect/>
              </a:stretch>
            </p:blipFill>
            <p:spPr>
              <a:xfrm rot="300000" flipH="1">
                <a:off x="19727850" y="11531043"/>
                <a:ext cx="1905222" cy="1905222"/>
              </a:xfrm>
              <a:prstGeom prst="rect">
                <a:avLst/>
              </a:prstGeom>
            </p:spPr>
          </p:pic>
          <p:sp>
            <p:nvSpPr>
              <p:cNvPr id="52" name="Rounded Rectangle 51">
                <a:extLst>
                  <a:ext uri="{FF2B5EF4-FFF2-40B4-BE49-F238E27FC236}">
                    <a16:creationId xmlns:a16="http://schemas.microsoft.com/office/drawing/2014/main" id="{C94744C8-809B-0F70-5FA3-48B4E2F095E6}"/>
                  </a:ext>
                </a:extLst>
              </p:cNvPr>
              <p:cNvSpPr/>
              <p:nvPr/>
            </p:nvSpPr>
            <p:spPr>
              <a:xfrm>
                <a:off x="31003422" y="10675986"/>
                <a:ext cx="2091600" cy="2091600"/>
              </a:xfrm>
              <a:prstGeom prst="roundRect">
                <a:avLst>
                  <a:gd name="adj" fmla="val 50000"/>
                </a:avLst>
              </a:prstGeom>
              <a:gradFill flip="none" rotWithShape="1">
                <a:gsLst>
                  <a:gs pos="67000">
                    <a:schemeClr val="accent4">
                      <a:alpha val="0"/>
                    </a:schemeClr>
                  </a:gs>
                  <a:gs pos="0">
                    <a:schemeClr val="accent4"/>
                  </a:gs>
                </a:gsLst>
                <a:path path="circle">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sp>
            <p:nvSpPr>
              <p:cNvPr id="53" name="Rounded Rectangle 52">
                <a:extLst>
                  <a:ext uri="{FF2B5EF4-FFF2-40B4-BE49-F238E27FC236}">
                    <a16:creationId xmlns:a16="http://schemas.microsoft.com/office/drawing/2014/main" id="{303349F1-8559-B86F-D9B2-87784A468B2B}"/>
                  </a:ext>
                </a:extLst>
              </p:cNvPr>
              <p:cNvSpPr/>
              <p:nvPr/>
            </p:nvSpPr>
            <p:spPr>
              <a:xfrm>
                <a:off x="25770015" y="11737266"/>
                <a:ext cx="2530842" cy="2530842"/>
              </a:xfrm>
              <a:prstGeom prst="roundRect">
                <a:avLst>
                  <a:gd name="adj" fmla="val 50000"/>
                </a:avLst>
              </a:prstGeom>
              <a:gradFill flip="none" rotWithShape="1">
                <a:gsLst>
                  <a:gs pos="67000">
                    <a:schemeClr val="accent4">
                      <a:alpha val="0"/>
                    </a:schemeClr>
                  </a:gs>
                  <a:gs pos="0">
                    <a:schemeClr val="accent4"/>
                  </a:gs>
                </a:gsLst>
                <a:path path="circle">
                  <a:fillToRect l="50000" t="50000" r="50000" b="50000"/>
                </a:path>
                <a:tileRect/>
              </a:gradFill>
              <a:ln>
                <a:noFill/>
              </a:ln>
              <a:scene3d>
                <a:camera prst="isometricTopUp"/>
                <a:lightRig rig="threePt" dir="t"/>
              </a:scene3d>
              <a:sp3d prstMaterial="matte"/>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126">
                  <a:defRPr/>
                </a:pPr>
                <a:endParaRPr lang="en-US" sz="6464">
                  <a:solidFill>
                    <a:srgbClr val="FFFFFF"/>
                  </a:solidFill>
                  <a:latin typeface="Mona Sans Display" panose="020B0604020202020204" charset="0"/>
                  <a:cs typeface="Mona Sans Display" panose="020B0604020202020204" charset="0"/>
                </a:endParaRPr>
              </a:p>
            </p:txBody>
          </p:sp>
          <p:pic>
            <p:nvPicPr>
              <p:cNvPr id="54" name="Picture 53" descr="A blue robot head with yellow lights&#10;&#10;AI-generated content may be incorrect.">
                <a:extLst>
                  <a:ext uri="{FF2B5EF4-FFF2-40B4-BE49-F238E27FC236}">
                    <a16:creationId xmlns:a16="http://schemas.microsoft.com/office/drawing/2014/main" id="{4C4367C3-B6CA-04C9-A050-41A2F6AB5AB2}"/>
                  </a:ext>
                </a:extLst>
              </p:cNvPr>
              <p:cNvPicPr>
                <a:picLocks noChangeAspect="1"/>
              </p:cNvPicPr>
              <p:nvPr/>
            </p:nvPicPr>
            <p:blipFill>
              <a:blip r:embed="rId20" cstate="screen">
                <a:extLst>
                  <a:ext uri="{28A0092B-C50C-407E-A947-70E740481C1C}">
                    <a14:useLocalDpi xmlns:a14="http://schemas.microsoft.com/office/drawing/2010/main"/>
                  </a:ext>
                </a:extLst>
              </a:blip>
              <a:stretch>
                <a:fillRect/>
              </a:stretch>
            </p:blipFill>
            <p:spPr>
              <a:xfrm rot="300000" flipH="1">
                <a:off x="25586952" y="10800057"/>
                <a:ext cx="3068376" cy="3068376"/>
              </a:xfrm>
              <a:prstGeom prst="rect">
                <a:avLst/>
              </a:prstGeom>
            </p:spPr>
          </p:pic>
          <p:grpSp>
            <p:nvGrpSpPr>
              <p:cNvPr id="55" name="Google Shape;1276;p65">
                <a:extLst>
                  <a:ext uri="{FF2B5EF4-FFF2-40B4-BE49-F238E27FC236}">
                    <a16:creationId xmlns:a16="http://schemas.microsoft.com/office/drawing/2014/main" id="{B15F3742-E1CB-C84A-7D82-E6EBBDDEF873}"/>
                  </a:ext>
                  <a:ext uri="{C183D7F6-B498-43B3-948B-1728B52AA6E4}">
                    <adec:decorative xmlns:adec="http://schemas.microsoft.com/office/drawing/2017/decorative" val="1"/>
                  </a:ext>
                </a:extLst>
              </p:cNvPr>
              <p:cNvGrpSpPr/>
              <p:nvPr/>
            </p:nvGrpSpPr>
            <p:grpSpPr>
              <a:xfrm>
                <a:off x="20087482" y="9803418"/>
                <a:ext cx="1119187" cy="1119186"/>
                <a:chOff x="4027450" y="4768275"/>
                <a:chExt cx="58000" cy="58000"/>
              </a:xfrm>
              <a:solidFill>
                <a:schemeClr val="accent4"/>
              </a:solidFill>
            </p:grpSpPr>
            <p:sp>
              <p:nvSpPr>
                <p:cNvPr id="188" name="Google Shape;1277;p65">
                  <a:extLst>
                    <a:ext uri="{FF2B5EF4-FFF2-40B4-BE49-F238E27FC236}">
                      <a16:creationId xmlns:a16="http://schemas.microsoft.com/office/drawing/2014/main" id="{E7195913-1C31-7698-6C2F-DAFD26DEE297}"/>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9" name="Google Shape;1278;p65">
                  <a:extLst>
                    <a:ext uri="{FF2B5EF4-FFF2-40B4-BE49-F238E27FC236}">
                      <a16:creationId xmlns:a16="http://schemas.microsoft.com/office/drawing/2014/main" id="{64BD7C70-A5FD-C6AF-4351-449D362B4EA6}"/>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6" name="Google Shape;1276;p65">
                <a:extLst>
                  <a:ext uri="{FF2B5EF4-FFF2-40B4-BE49-F238E27FC236}">
                    <a16:creationId xmlns:a16="http://schemas.microsoft.com/office/drawing/2014/main" id="{30D13591-B55D-0336-13B2-4258F8AEA1C2}"/>
                  </a:ext>
                  <a:ext uri="{C183D7F6-B498-43B3-948B-1728B52AA6E4}">
                    <adec:decorative xmlns:adec="http://schemas.microsoft.com/office/drawing/2017/decorative" val="1"/>
                  </a:ext>
                </a:extLst>
              </p:cNvPr>
              <p:cNvGrpSpPr/>
              <p:nvPr/>
            </p:nvGrpSpPr>
            <p:grpSpPr>
              <a:xfrm>
                <a:off x="20087482" y="8412729"/>
                <a:ext cx="1119187" cy="1119186"/>
                <a:chOff x="4027450" y="4768275"/>
                <a:chExt cx="58000" cy="58000"/>
              </a:xfrm>
              <a:solidFill>
                <a:schemeClr val="accent4">
                  <a:alpha val="50000"/>
                </a:schemeClr>
              </a:solidFill>
            </p:grpSpPr>
            <p:sp>
              <p:nvSpPr>
                <p:cNvPr id="186" name="Google Shape;1277;p65">
                  <a:extLst>
                    <a:ext uri="{FF2B5EF4-FFF2-40B4-BE49-F238E27FC236}">
                      <a16:creationId xmlns:a16="http://schemas.microsoft.com/office/drawing/2014/main" id="{9908949C-60FE-7C1D-D44D-CC8E70DC52B9}"/>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7" name="Google Shape;1278;p65">
                  <a:extLst>
                    <a:ext uri="{FF2B5EF4-FFF2-40B4-BE49-F238E27FC236}">
                      <a16:creationId xmlns:a16="http://schemas.microsoft.com/office/drawing/2014/main" id="{008BF74B-267B-40AA-A109-EC7FDA37126E}"/>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7" name="Google Shape;1276;p65">
                <a:extLst>
                  <a:ext uri="{FF2B5EF4-FFF2-40B4-BE49-F238E27FC236}">
                    <a16:creationId xmlns:a16="http://schemas.microsoft.com/office/drawing/2014/main" id="{24C58BF9-E15E-5B2F-78F0-AACEF477BB78}"/>
                  </a:ext>
                  <a:ext uri="{C183D7F6-B498-43B3-948B-1728B52AA6E4}">
                    <adec:decorative xmlns:adec="http://schemas.microsoft.com/office/drawing/2017/decorative" val="1"/>
                  </a:ext>
                </a:extLst>
              </p:cNvPr>
              <p:cNvGrpSpPr/>
              <p:nvPr/>
            </p:nvGrpSpPr>
            <p:grpSpPr>
              <a:xfrm>
                <a:off x="20087482" y="7058640"/>
                <a:ext cx="1119187" cy="1119186"/>
                <a:chOff x="4027450" y="4768275"/>
                <a:chExt cx="58000" cy="58000"/>
              </a:xfrm>
              <a:solidFill>
                <a:schemeClr val="accent4">
                  <a:alpha val="25000"/>
                </a:schemeClr>
              </a:solidFill>
            </p:grpSpPr>
            <p:sp>
              <p:nvSpPr>
                <p:cNvPr id="184" name="Google Shape;1277;p65">
                  <a:extLst>
                    <a:ext uri="{FF2B5EF4-FFF2-40B4-BE49-F238E27FC236}">
                      <a16:creationId xmlns:a16="http://schemas.microsoft.com/office/drawing/2014/main" id="{E7431A03-9420-B305-AB2B-220C2716338C}"/>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5" name="Google Shape;1278;p65">
                  <a:extLst>
                    <a:ext uri="{FF2B5EF4-FFF2-40B4-BE49-F238E27FC236}">
                      <a16:creationId xmlns:a16="http://schemas.microsoft.com/office/drawing/2014/main" id="{8E542ACD-D237-286F-8C6E-A0E9C8971553}"/>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8" name="Google Shape;1276;p65">
                <a:extLst>
                  <a:ext uri="{FF2B5EF4-FFF2-40B4-BE49-F238E27FC236}">
                    <a16:creationId xmlns:a16="http://schemas.microsoft.com/office/drawing/2014/main" id="{069596E6-2DED-DA86-79C1-F86B82DE62B5}"/>
                  </a:ext>
                  <a:ext uri="{C183D7F6-B498-43B3-948B-1728B52AA6E4}">
                    <adec:decorative xmlns:adec="http://schemas.microsoft.com/office/drawing/2017/decorative" val="1"/>
                  </a:ext>
                </a:extLst>
              </p:cNvPr>
              <p:cNvGrpSpPr/>
              <p:nvPr/>
            </p:nvGrpSpPr>
            <p:grpSpPr>
              <a:xfrm>
                <a:off x="23086695" y="10276944"/>
                <a:ext cx="1489632" cy="1489632"/>
                <a:chOff x="4027450" y="4768275"/>
                <a:chExt cx="58000" cy="58000"/>
              </a:xfrm>
              <a:solidFill>
                <a:schemeClr val="accent4"/>
              </a:solidFill>
              <a:scene3d>
                <a:camera prst="isometricTopUp"/>
                <a:lightRig rig="threePt" dir="t"/>
              </a:scene3d>
            </p:grpSpPr>
            <p:sp>
              <p:nvSpPr>
                <p:cNvPr id="179" name="Google Shape;1277;p65">
                  <a:extLst>
                    <a:ext uri="{FF2B5EF4-FFF2-40B4-BE49-F238E27FC236}">
                      <a16:creationId xmlns:a16="http://schemas.microsoft.com/office/drawing/2014/main" id="{7CFD9858-6DB8-5C8A-3407-CC94C74F13AE}"/>
                    </a:ext>
                  </a:extLst>
                </p:cNvPr>
                <p:cNvSpPr/>
                <p:nvPr/>
              </p:nvSpPr>
              <p:spPr>
                <a:xfrm>
                  <a:off x="4041775" y="4786625"/>
                  <a:ext cx="29350" cy="21100"/>
                </a:xfrm>
                <a:custGeom>
                  <a:avLst/>
                  <a:gdLst/>
                  <a:ahLst/>
                  <a:cxnLst/>
                  <a:rect l="l" t="t" r="r" b="b"/>
                  <a:pathLst>
                    <a:path w="1174" h="844" extrusionOk="0">
                      <a:moveTo>
                        <a:pt x="1089" y="1"/>
                      </a:moveTo>
                      <a:cubicBezTo>
                        <a:pt x="1068" y="1"/>
                        <a:pt x="1047" y="9"/>
                        <a:pt x="1030" y="26"/>
                      </a:cubicBezTo>
                      <a:lnTo>
                        <a:pt x="406" y="650"/>
                      </a:lnTo>
                      <a:lnTo>
                        <a:pt x="144" y="397"/>
                      </a:lnTo>
                      <a:cubicBezTo>
                        <a:pt x="127" y="380"/>
                        <a:pt x="106" y="372"/>
                        <a:pt x="86" y="372"/>
                      </a:cubicBezTo>
                      <a:cubicBezTo>
                        <a:pt x="66" y="372"/>
                        <a:pt x="47" y="380"/>
                        <a:pt x="35" y="397"/>
                      </a:cubicBezTo>
                      <a:cubicBezTo>
                        <a:pt x="1" y="422"/>
                        <a:pt x="1" y="473"/>
                        <a:pt x="35" y="507"/>
                      </a:cubicBezTo>
                      <a:lnTo>
                        <a:pt x="347" y="819"/>
                      </a:lnTo>
                      <a:cubicBezTo>
                        <a:pt x="364" y="835"/>
                        <a:pt x="385" y="844"/>
                        <a:pt x="405" y="844"/>
                      </a:cubicBezTo>
                      <a:cubicBezTo>
                        <a:pt x="425" y="844"/>
                        <a:pt x="444" y="835"/>
                        <a:pt x="456" y="819"/>
                      </a:cubicBezTo>
                      <a:lnTo>
                        <a:pt x="1148" y="136"/>
                      </a:lnTo>
                      <a:cubicBezTo>
                        <a:pt x="1173" y="102"/>
                        <a:pt x="1173" y="51"/>
                        <a:pt x="1148" y="26"/>
                      </a:cubicBezTo>
                      <a:cubicBezTo>
                        <a:pt x="1131" y="9"/>
                        <a:pt x="1110" y="1"/>
                        <a:pt x="1089"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sp>
              <p:nvSpPr>
                <p:cNvPr id="180" name="Google Shape;1278;p65">
                  <a:extLst>
                    <a:ext uri="{FF2B5EF4-FFF2-40B4-BE49-F238E27FC236}">
                      <a16:creationId xmlns:a16="http://schemas.microsoft.com/office/drawing/2014/main" id="{30452823-C6A2-15BF-221F-3EB4CE2F3229}"/>
                    </a:ext>
                  </a:extLst>
                </p:cNvPr>
                <p:cNvSpPr/>
                <p:nvPr/>
              </p:nvSpPr>
              <p:spPr>
                <a:xfrm>
                  <a:off x="4027450" y="4768275"/>
                  <a:ext cx="58000" cy="58000"/>
                </a:xfrm>
                <a:custGeom>
                  <a:avLst/>
                  <a:gdLst/>
                  <a:ahLst/>
                  <a:cxnLst/>
                  <a:rect l="l" t="t" r="r" b="b"/>
                  <a:pathLst>
                    <a:path w="2320" h="2320" extrusionOk="0">
                      <a:moveTo>
                        <a:pt x="1164" y="1"/>
                      </a:moveTo>
                      <a:cubicBezTo>
                        <a:pt x="523" y="1"/>
                        <a:pt x="1" y="515"/>
                        <a:pt x="1" y="1156"/>
                      </a:cubicBezTo>
                      <a:cubicBezTo>
                        <a:pt x="1" y="1797"/>
                        <a:pt x="523" y="2320"/>
                        <a:pt x="1164" y="2320"/>
                      </a:cubicBezTo>
                      <a:cubicBezTo>
                        <a:pt x="1797" y="2320"/>
                        <a:pt x="2320" y="1797"/>
                        <a:pt x="2320" y="1156"/>
                      </a:cubicBezTo>
                      <a:cubicBezTo>
                        <a:pt x="2320" y="515"/>
                        <a:pt x="1797" y="1"/>
                        <a:pt x="1164" y="1"/>
                      </a:cubicBezTo>
                      <a:close/>
                      <a:moveTo>
                        <a:pt x="161" y="1156"/>
                      </a:moveTo>
                      <a:cubicBezTo>
                        <a:pt x="161" y="600"/>
                        <a:pt x="608" y="153"/>
                        <a:pt x="1164" y="153"/>
                      </a:cubicBezTo>
                      <a:cubicBezTo>
                        <a:pt x="1712" y="153"/>
                        <a:pt x="2159" y="600"/>
                        <a:pt x="2159" y="1156"/>
                      </a:cubicBezTo>
                      <a:cubicBezTo>
                        <a:pt x="2159" y="1713"/>
                        <a:pt x="1712" y="2160"/>
                        <a:pt x="1164" y="2160"/>
                      </a:cubicBezTo>
                      <a:cubicBezTo>
                        <a:pt x="608" y="2160"/>
                        <a:pt x="161" y="1713"/>
                        <a:pt x="161" y="1156"/>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FFFFFF"/>
                    </a:solidFill>
                    <a:latin typeface="Mona Sans Display" panose="020B0604020202020204" charset="0"/>
                    <a:cs typeface="Mona Sans Display" panose="020B0604020202020204" charset="0"/>
                    <a:sym typeface="Arial"/>
                  </a:endParaRPr>
                </a:p>
              </p:txBody>
            </p:sp>
          </p:grpSp>
          <p:grpSp>
            <p:nvGrpSpPr>
              <p:cNvPr id="59" name="Google Shape;1152;p64">
                <a:extLst>
                  <a:ext uri="{FF2B5EF4-FFF2-40B4-BE49-F238E27FC236}">
                    <a16:creationId xmlns:a16="http://schemas.microsoft.com/office/drawing/2014/main" id="{E8EAB86D-1837-BC17-6A56-12E623E9E274}"/>
                  </a:ext>
                  <a:ext uri="{C183D7F6-B498-43B3-948B-1728B52AA6E4}">
                    <adec:decorative xmlns:adec="http://schemas.microsoft.com/office/drawing/2017/decorative" val="1"/>
                  </a:ext>
                </a:extLst>
              </p:cNvPr>
              <p:cNvGrpSpPr/>
              <p:nvPr/>
            </p:nvGrpSpPr>
            <p:grpSpPr>
              <a:xfrm>
                <a:off x="26587548" y="9662745"/>
                <a:ext cx="1122930" cy="1122930"/>
                <a:chOff x="4196100" y="4262300"/>
                <a:chExt cx="58000" cy="58000"/>
              </a:xfrm>
              <a:solidFill>
                <a:schemeClr val="accent4"/>
              </a:solidFill>
            </p:grpSpPr>
            <p:sp>
              <p:nvSpPr>
                <p:cNvPr id="177" name="Google Shape;1153;p64">
                  <a:extLst>
                    <a:ext uri="{FF2B5EF4-FFF2-40B4-BE49-F238E27FC236}">
                      <a16:creationId xmlns:a16="http://schemas.microsoft.com/office/drawing/2014/main" id="{D1A3604C-27AD-E495-95A7-848B776DF7F0}"/>
                    </a:ext>
                  </a:extLst>
                </p:cNvPr>
                <p:cNvSpPr/>
                <p:nvPr/>
              </p:nvSpPr>
              <p:spPr>
                <a:xfrm>
                  <a:off x="4196100" y="4262300"/>
                  <a:ext cx="57375" cy="24325"/>
                </a:xfrm>
                <a:custGeom>
                  <a:avLst/>
                  <a:gdLst/>
                  <a:ahLst/>
                  <a:cxnLst/>
                  <a:rect l="l" t="t" r="r" b="b"/>
                  <a:pathLst>
                    <a:path w="2295" h="973" extrusionOk="0">
                      <a:moveTo>
                        <a:pt x="1165" y="1"/>
                      </a:moveTo>
                      <a:cubicBezTo>
                        <a:pt x="735" y="1"/>
                        <a:pt x="364" y="229"/>
                        <a:pt x="161" y="574"/>
                      </a:cubicBezTo>
                      <a:lnTo>
                        <a:pt x="161" y="389"/>
                      </a:lnTo>
                      <a:cubicBezTo>
                        <a:pt x="161" y="347"/>
                        <a:pt x="127" y="313"/>
                        <a:pt x="77" y="313"/>
                      </a:cubicBezTo>
                      <a:cubicBezTo>
                        <a:pt x="35" y="313"/>
                        <a:pt x="1" y="347"/>
                        <a:pt x="1" y="389"/>
                      </a:cubicBezTo>
                      <a:lnTo>
                        <a:pt x="1" y="785"/>
                      </a:lnTo>
                      <a:cubicBezTo>
                        <a:pt x="1" y="844"/>
                        <a:pt x="51" y="895"/>
                        <a:pt x="111" y="895"/>
                      </a:cubicBezTo>
                      <a:lnTo>
                        <a:pt x="498" y="895"/>
                      </a:lnTo>
                      <a:cubicBezTo>
                        <a:pt x="549" y="895"/>
                        <a:pt x="583" y="861"/>
                        <a:pt x="583" y="810"/>
                      </a:cubicBezTo>
                      <a:cubicBezTo>
                        <a:pt x="583" y="768"/>
                        <a:pt x="549" y="735"/>
                        <a:pt x="498" y="735"/>
                      </a:cubicBezTo>
                      <a:lnTo>
                        <a:pt x="254" y="735"/>
                      </a:lnTo>
                      <a:cubicBezTo>
                        <a:pt x="414" y="389"/>
                        <a:pt x="760" y="153"/>
                        <a:pt x="1165" y="153"/>
                      </a:cubicBezTo>
                      <a:cubicBezTo>
                        <a:pt x="1628" y="153"/>
                        <a:pt x="2025" y="482"/>
                        <a:pt x="2134" y="912"/>
                      </a:cubicBezTo>
                      <a:cubicBezTo>
                        <a:pt x="2142" y="948"/>
                        <a:pt x="2175" y="972"/>
                        <a:pt x="2211" y="972"/>
                      </a:cubicBezTo>
                      <a:cubicBezTo>
                        <a:pt x="2216" y="972"/>
                        <a:pt x="2222" y="972"/>
                        <a:pt x="2227" y="971"/>
                      </a:cubicBezTo>
                      <a:cubicBezTo>
                        <a:pt x="2269" y="962"/>
                        <a:pt x="2295" y="920"/>
                        <a:pt x="2286" y="878"/>
                      </a:cubicBezTo>
                      <a:cubicBezTo>
                        <a:pt x="2160" y="372"/>
                        <a:pt x="1704" y="1"/>
                        <a:pt x="1165"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8" name="Google Shape;1154;p64">
                  <a:extLst>
                    <a:ext uri="{FF2B5EF4-FFF2-40B4-BE49-F238E27FC236}">
                      <a16:creationId xmlns:a16="http://schemas.microsoft.com/office/drawing/2014/main" id="{3B899F06-CF22-4998-91D3-A023885EA989}"/>
                    </a:ext>
                  </a:extLst>
                </p:cNvPr>
                <p:cNvSpPr/>
                <p:nvPr/>
              </p:nvSpPr>
              <p:spPr>
                <a:xfrm>
                  <a:off x="4196750" y="4295800"/>
                  <a:ext cx="57350" cy="24500"/>
                </a:xfrm>
                <a:custGeom>
                  <a:avLst/>
                  <a:gdLst/>
                  <a:ahLst/>
                  <a:cxnLst/>
                  <a:rect l="l" t="t" r="r" b="b"/>
                  <a:pathLst>
                    <a:path w="2294" h="980" extrusionOk="0">
                      <a:moveTo>
                        <a:pt x="84" y="0"/>
                      </a:moveTo>
                      <a:cubicBezTo>
                        <a:pt x="79" y="0"/>
                        <a:pt x="73" y="1"/>
                        <a:pt x="68" y="2"/>
                      </a:cubicBezTo>
                      <a:cubicBezTo>
                        <a:pt x="25" y="10"/>
                        <a:pt x="0" y="61"/>
                        <a:pt x="9" y="103"/>
                      </a:cubicBezTo>
                      <a:cubicBezTo>
                        <a:pt x="135" y="600"/>
                        <a:pt x="590" y="980"/>
                        <a:pt x="1139" y="980"/>
                      </a:cubicBezTo>
                      <a:cubicBezTo>
                        <a:pt x="1560" y="980"/>
                        <a:pt x="1931" y="744"/>
                        <a:pt x="2134" y="398"/>
                      </a:cubicBezTo>
                      <a:lnTo>
                        <a:pt x="2134" y="584"/>
                      </a:lnTo>
                      <a:cubicBezTo>
                        <a:pt x="2134" y="626"/>
                        <a:pt x="2167" y="659"/>
                        <a:pt x="2218" y="659"/>
                      </a:cubicBezTo>
                      <a:cubicBezTo>
                        <a:pt x="2260" y="659"/>
                        <a:pt x="2294" y="626"/>
                        <a:pt x="2294" y="584"/>
                      </a:cubicBezTo>
                      <a:lnTo>
                        <a:pt x="2294" y="187"/>
                      </a:lnTo>
                      <a:cubicBezTo>
                        <a:pt x="2294" y="128"/>
                        <a:pt x="2243" y="78"/>
                        <a:pt x="2193" y="78"/>
                      </a:cubicBezTo>
                      <a:lnTo>
                        <a:pt x="1796" y="78"/>
                      </a:lnTo>
                      <a:cubicBezTo>
                        <a:pt x="1746" y="78"/>
                        <a:pt x="1712" y="120"/>
                        <a:pt x="1712" y="162"/>
                      </a:cubicBezTo>
                      <a:cubicBezTo>
                        <a:pt x="1712" y="204"/>
                        <a:pt x="1746" y="238"/>
                        <a:pt x="1796" y="238"/>
                      </a:cubicBezTo>
                      <a:lnTo>
                        <a:pt x="2041" y="238"/>
                      </a:lnTo>
                      <a:cubicBezTo>
                        <a:pt x="1881" y="584"/>
                        <a:pt x="1535" y="820"/>
                        <a:pt x="1139" y="820"/>
                      </a:cubicBezTo>
                      <a:cubicBezTo>
                        <a:pt x="666" y="820"/>
                        <a:pt x="270" y="499"/>
                        <a:pt x="160" y="61"/>
                      </a:cubicBezTo>
                      <a:cubicBezTo>
                        <a:pt x="153" y="24"/>
                        <a:pt x="120" y="0"/>
                        <a:pt x="84"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0" name="Google Shape;1152;p64">
                <a:extLst>
                  <a:ext uri="{FF2B5EF4-FFF2-40B4-BE49-F238E27FC236}">
                    <a16:creationId xmlns:a16="http://schemas.microsoft.com/office/drawing/2014/main" id="{D76454D4-9540-0842-12C9-04A6282A285A}"/>
                  </a:ext>
                  <a:ext uri="{C183D7F6-B498-43B3-948B-1728B52AA6E4}">
                    <adec:decorative xmlns:adec="http://schemas.microsoft.com/office/drawing/2017/decorative" val="1"/>
                  </a:ext>
                </a:extLst>
              </p:cNvPr>
              <p:cNvGrpSpPr/>
              <p:nvPr/>
            </p:nvGrpSpPr>
            <p:grpSpPr>
              <a:xfrm>
                <a:off x="26587548" y="8125671"/>
                <a:ext cx="1122930" cy="1122930"/>
                <a:chOff x="4196100" y="4262300"/>
                <a:chExt cx="58000" cy="58000"/>
              </a:xfrm>
              <a:solidFill>
                <a:schemeClr val="accent4">
                  <a:alpha val="25000"/>
                </a:schemeClr>
              </a:solidFill>
            </p:grpSpPr>
            <p:sp>
              <p:nvSpPr>
                <p:cNvPr id="175" name="Google Shape;1153;p64">
                  <a:extLst>
                    <a:ext uri="{FF2B5EF4-FFF2-40B4-BE49-F238E27FC236}">
                      <a16:creationId xmlns:a16="http://schemas.microsoft.com/office/drawing/2014/main" id="{650ECB31-12DD-612A-F3E7-77D7C3AF729E}"/>
                    </a:ext>
                  </a:extLst>
                </p:cNvPr>
                <p:cNvSpPr/>
                <p:nvPr/>
              </p:nvSpPr>
              <p:spPr>
                <a:xfrm>
                  <a:off x="4196100" y="4262300"/>
                  <a:ext cx="57375" cy="24325"/>
                </a:xfrm>
                <a:custGeom>
                  <a:avLst/>
                  <a:gdLst/>
                  <a:ahLst/>
                  <a:cxnLst/>
                  <a:rect l="l" t="t" r="r" b="b"/>
                  <a:pathLst>
                    <a:path w="2295" h="973" extrusionOk="0">
                      <a:moveTo>
                        <a:pt x="1165" y="1"/>
                      </a:moveTo>
                      <a:cubicBezTo>
                        <a:pt x="735" y="1"/>
                        <a:pt x="364" y="229"/>
                        <a:pt x="161" y="574"/>
                      </a:cubicBezTo>
                      <a:lnTo>
                        <a:pt x="161" y="389"/>
                      </a:lnTo>
                      <a:cubicBezTo>
                        <a:pt x="161" y="347"/>
                        <a:pt x="127" y="313"/>
                        <a:pt x="77" y="313"/>
                      </a:cubicBezTo>
                      <a:cubicBezTo>
                        <a:pt x="35" y="313"/>
                        <a:pt x="1" y="347"/>
                        <a:pt x="1" y="389"/>
                      </a:cubicBezTo>
                      <a:lnTo>
                        <a:pt x="1" y="785"/>
                      </a:lnTo>
                      <a:cubicBezTo>
                        <a:pt x="1" y="844"/>
                        <a:pt x="51" y="895"/>
                        <a:pt x="111" y="895"/>
                      </a:cubicBezTo>
                      <a:lnTo>
                        <a:pt x="498" y="895"/>
                      </a:lnTo>
                      <a:cubicBezTo>
                        <a:pt x="549" y="895"/>
                        <a:pt x="583" y="861"/>
                        <a:pt x="583" y="810"/>
                      </a:cubicBezTo>
                      <a:cubicBezTo>
                        <a:pt x="583" y="768"/>
                        <a:pt x="549" y="735"/>
                        <a:pt x="498" y="735"/>
                      </a:cubicBezTo>
                      <a:lnTo>
                        <a:pt x="254" y="735"/>
                      </a:lnTo>
                      <a:cubicBezTo>
                        <a:pt x="414" y="389"/>
                        <a:pt x="760" y="153"/>
                        <a:pt x="1165" y="153"/>
                      </a:cubicBezTo>
                      <a:cubicBezTo>
                        <a:pt x="1628" y="153"/>
                        <a:pt x="2025" y="482"/>
                        <a:pt x="2134" y="912"/>
                      </a:cubicBezTo>
                      <a:cubicBezTo>
                        <a:pt x="2142" y="948"/>
                        <a:pt x="2175" y="972"/>
                        <a:pt x="2211" y="972"/>
                      </a:cubicBezTo>
                      <a:cubicBezTo>
                        <a:pt x="2216" y="972"/>
                        <a:pt x="2222" y="972"/>
                        <a:pt x="2227" y="971"/>
                      </a:cubicBezTo>
                      <a:cubicBezTo>
                        <a:pt x="2269" y="962"/>
                        <a:pt x="2295" y="920"/>
                        <a:pt x="2286" y="878"/>
                      </a:cubicBezTo>
                      <a:cubicBezTo>
                        <a:pt x="2160" y="372"/>
                        <a:pt x="1704" y="1"/>
                        <a:pt x="1165"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6" name="Google Shape;1154;p64">
                  <a:extLst>
                    <a:ext uri="{FF2B5EF4-FFF2-40B4-BE49-F238E27FC236}">
                      <a16:creationId xmlns:a16="http://schemas.microsoft.com/office/drawing/2014/main" id="{290828F9-D961-20F1-BD19-98D794A84FFB}"/>
                    </a:ext>
                  </a:extLst>
                </p:cNvPr>
                <p:cNvSpPr/>
                <p:nvPr/>
              </p:nvSpPr>
              <p:spPr>
                <a:xfrm>
                  <a:off x="4196750" y="4295800"/>
                  <a:ext cx="57350" cy="24500"/>
                </a:xfrm>
                <a:custGeom>
                  <a:avLst/>
                  <a:gdLst/>
                  <a:ahLst/>
                  <a:cxnLst/>
                  <a:rect l="l" t="t" r="r" b="b"/>
                  <a:pathLst>
                    <a:path w="2294" h="980" extrusionOk="0">
                      <a:moveTo>
                        <a:pt x="84" y="0"/>
                      </a:moveTo>
                      <a:cubicBezTo>
                        <a:pt x="79" y="0"/>
                        <a:pt x="73" y="1"/>
                        <a:pt x="68" y="2"/>
                      </a:cubicBezTo>
                      <a:cubicBezTo>
                        <a:pt x="25" y="10"/>
                        <a:pt x="0" y="61"/>
                        <a:pt x="9" y="103"/>
                      </a:cubicBezTo>
                      <a:cubicBezTo>
                        <a:pt x="135" y="600"/>
                        <a:pt x="590" y="980"/>
                        <a:pt x="1139" y="980"/>
                      </a:cubicBezTo>
                      <a:cubicBezTo>
                        <a:pt x="1560" y="980"/>
                        <a:pt x="1931" y="744"/>
                        <a:pt x="2134" y="398"/>
                      </a:cubicBezTo>
                      <a:lnTo>
                        <a:pt x="2134" y="584"/>
                      </a:lnTo>
                      <a:cubicBezTo>
                        <a:pt x="2134" y="626"/>
                        <a:pt x="2167" y="659"/>
                        <a:pt x="2218" y="659"/>
                      </a:cubicBezTo>
                      <a:cubicBezTo>
                        <a:pt x="2260" y="659"/>
                        <a:pt x="2294" y="626"/>
                        <a:pt x="2294" y="584"/>
                      </a:cubicBezTo>
                      <a:lnTo>
                        <a:pt x="2294" y="187"/>
                      </a:lnTo>
                      <a:cubicBezTo>
                        <a:pt x="2294" y="128"/>
                        <a:pt x="2243" y="78"/>
                        <a:pt x="2193" y="78"/>
                      </a:cubicBezTo>
                      <a:lnTo>
                        <a:pt x="1796" y="78"/>
                      </a:lnTo>
                      <a:cubicBezTo>
                        <a:pt x="1746" y="78"/>
                        <a:pt x="1712" y="120"/>
                        <a:pt x="1712" y="162"/>
                      </a:cubicBezTo>
                      <a:cubicBezTo>
                        <a:pt x="1712" y="204"/>
                        <a:pt x="1746" y="238"/>
                        <a:pt x="1796" y="238"/>
                      </a:cubicBezTo>
                      <a:lnTo>
                        <a:pt x="2041" y="238"/>
                      </a:lnTo>
                      <a:cubicBezTo>
                        <a:pt x="1881" y="584"/>
                        <a:pt x="1535" y="820"/>
                        <a:pt x="1139" y="820"/>
                      </a:cubicBezTo>
                      <a:cubicBezTo>
                        <a:pt x="666" y="820"/>
                        <a:pt x="270" y="499"/>
                        <a:pt x="160" y="61"/>
                      </a:cubicBezTo>
                      <a:cubicBezTo>
                        <a:pt x="153" y="24"/>
                        <a:pt x="120" y="0"/>
                        <a:pt x="84"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1" name="Google Shape;1152;p64">
                <a:extLst>
                  <a:ext uri="{FF2B5EF4-FFF2-40B4-BE49-F238E27FC236}">
                    <a16:creationId xmlns:a16="http://schemas.microsoft.com/office/drawing/2014/main" id="{3FB7F5C4-2358-F367-CCE1-8C65F17528D3}"/>
                  </a:ext>
                  <a:ext uri="{C183D7F6-B498-43B3-948B-1728B52AA6E4}">
                    <adec:decorative xmlns:adec="http://schemas.microsoft.com/office/drawing/2017/decorative" val="1"/>
                  </a:ext>
                </a:extLst>
              </p:cNvPr>
              <p:cNvGrpSpPr>
                <a:grpSpLocks noChangeAspect="1"/>
              </p:cNvGrpSpPr>
              <p:nvPr/>
            </p:nvGrpSpPr>
            <p:grpSpPr>
              <a:xfrm>
                <a:off x="23311967" y="13899811"/>
                <a:ext cx="1498647" cy="1498646"/>
                <a:chOff x="4196100" y="4262300"/>
                <a:chExt cx="58000" cy="58000"/>
              </a:xfrm>
              <a:solidFill>
                <a:schemeClr val="accent4"/>
              </a:solidFill>
              <a:scene3d>
                <a:camera prst="isometricTopUp"/>
                <a:lightRig rig="threePt" dir="t"/>
              </a:scene3d>
            </p:grpSpPr>
            <p:sp>
              <p:nvSpPr>
                <p:cNvPr id="173" name="Google Shape;1153;p64">
                  <a:extLst>
                    <a:ext uri="{FF2B5EF4-FFF2-40B4-BE49-F238E27FC236}">
                      <a16:creationId xmlns:a16="http://schemas.microsoft.com/office/drawing/2014/main" id="{4C2B88DE-C986-F1EF-6502-8E629B890B68}"/>
                    </a:ext>
                  </a:extLst>
                </p:cNvPr>
                <p:cNvSpPr/>
                <p:nvPr/>
              </p:nvSpPr>
              <p:spPr>
                <a:xfrm>
                  <a:off x="4196100" y="4262300"/>
                  <a:ext cx="57375" cy="24325"/>
                </a:xfrm>
                <a:custGeom>
                  <a:avLst/>
                  <a:gdLst/>
                  <a:ahLst/>
                  <a:cxnLst/>
                  <a:rect l="l" t="t" r="r" b="b"/>
                  <a:pathLst>
                    <a:path w="2295" h="973" extrusionOk="0">
                      <a:moveTo>
                        <a:pt x="1165" y="1"/>
                      </a:moveTo>
                      <a:cubicBezTo>
                        <a:pt x="735" y="1"/>
                        <a:pt x="364" y="229"/>
                        <a:pt x="161" y="574"/>
                      </a:cubicBezTo>
                      <a:lnTo>
                        <a:pt x="161" y="389"/>
                      </a:lnTo>
                      <a:cubicBezTo>
                        <a:pt x="161" y="347"/>
                        <a:pt x="127" y="313"/>
                        <a:pt x="77" y="313"/>
                      </a:cubicBezTo>
                      <a:cubicBezTo>
                        <a:pt x="35" y="313"/>
                        <a:pt x="1" y="347"/>
                        <a:pt x="1" y="389"/>
                      </a:cubicBezTo>
                      <a:lnTo>
                        <a:pt x="1" y="785"/>
                      </a:lnTo>
                      <a:cubicBezTo>
                        <a:pt x="1" y="844"/>
                        <a:pt x="51" y="895"/>
                        <a:pt x="111" y="895"/>
                      </a:cubicBezTo>
                      <a:lnTo>
                        <a:pt x="498" y="895"/>
                      </a:lnTo>
                      <a:cubicBezTo>
                        <a:pt x="549" y="895"/>
                        <a:pt x="583" y="861"/>
                        <a:pt x="583" y="810"/>
                      </a:cubicBezTo>
                      <a:cubicBezTo>
                        <a:pt x="583" y="768"/>
                        <a:pt x="549" y="735"/>
                        <a:pt x="498" y="735"/>
                      </a:cubicBezTo>
                      <a:lnTo>
                        <a:pt x="254" y="735"/>
                      </a:lnTo>
                      <a:cubicBezTo>
                        <a:pt x="414" y="389"/>
                        <a:pt x="760" y="153"/>
                        <a:pt x="1165" y="153"/>
                      </a:cubicBezTo>
                      <a:cubicBezTo>
                        <a:pt x="1628" y="153"/>
                        <a:pt x="2025" y="482"/>
                        <a:pt x="2134" y="912"/>
                      </a:cubicBezTo>
                      <a:cubicBezTo>
                        <a:pt x="2142" y="948"/>
                        <a:pt x="2175" y="972"/>
                        <a:pt x="2211" y="972"/>
                      </a:cubicBezTo>
                      <a:cubicBezTo>
                        <a:pt x="2216" y="972"/>
                        <a:pt x="2222" y="972"/>
                        <a:pt x="2227" y="971"/>
                      </a:cubicBezTo>
                      <a:cubicBezTo>
                        <a:pt x="2269" y="962"/>
                        <a:pt x="2295" y="920"/>
                        <a:pt x="2286" y="878"/>
                      </a:cubicBezTo>
                      <a:cubicBezTo>
                        <a:pt x="2160" y="372"/>
                        <a:pt x="1704" y="1"/>
                        <a:pt x="1165"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4" name="Google Shape;1154;p64">
                  <a:extLst>
                    <a:ext uri="{FF2B5EF4-FFF2-40B4-BE49-F238E27FC236}">
                      <a16:creationId xmlns:a16="http://schemas.microsoft.com/office/drawing/2014/main" id="{FB254493-9A4D-D467-D997-72ABD7D8895D}"/>
                    </a:ext>
                  </a:extLst>
                </p:cNvPr>
                <p:cNvSpPr/>
                <p:nvPr/>
              </p:nvSpPr>
              <p:spPr>
                <a:xfrm>
                  <a:off x="4196750" y="4295800"/>
                  <a:ext cx="57350" cy="24500"/>
                </a:xfrm>
                <a:custGeom>
                  <a:avLst/>
                  <a:gdLst/>
                  <a:ahLst/>
                  <a:cxnLst/>
                  <a:rect l="l" t="t" r="r" b="b"/>
                  <a:pathLst>
                    <a:path w="2294" h="980" extrusionOk="0">
                      <a:moveTo>
                        <a:pt x="84" y="0"/>
                      </a:moveTo>
                      <a:cubicBezTo>
                        <a:pt x="79" y="0"/>
                        <a:pt x="73" y="1"/>
                        <a:pt x="68" y="2"/>
                      </a:cubicBezTo>
                      <a:cubicBezTo>
                        <a:pt x="25" y="10"/>
                        <a:pt x="0" y="61"/>
                        <a:pt x="9" y="103"/>
                      </a:cubicBezTo>
                      <a:cubicBezTo>
                        <a:pt x="135" y="600"/>
                        <a:pt x="590" y="980"/>
                        <a:pt x="1139" y="980"/>
                      </a:cubicBezTo>
                      <a:cubicBezTo>
                        <a:pt x="1560" y="980"/>
                        <a:pt x="1931" y="744"/>
                        <a:pt x="2134" y="398"/>
                      </a:cubicBezTo>
                      <a:lnTo>
                        <a:pt x="2134" y="584"/>
                      </a:lnTo>
                      <a:cubicBezTo>
                        <a:pt x="2134" y="626"/>
                        <a:pt x="2167" y="659"/>
                        <a:pt x="2218" y="659"/>
                      </a:cubicBezTo>
                      <a:cubicBezTo>
                        <a:pt x="2260" y="659"/>
                        <a:pt x="2294" y="626"/>
                        <a:pt x="2294" y="584"/>
                      </a:cubicBezTo>
                      <a:lnTo>
                        <a:pt x="2294" y="187"/>
                      </a:lnTo>
                      <a:cubicBezTo>
                        <a:pt x="2294" y="128"/>
                        <a:pt x="2243" y="78"/>
                        <a:pt x="2193" y="78"/>
                      </a:cubicBezTo>
                      <a:lnTo>
                        <a:pt x="1796" y="78"/>
                      </a:lnTo>
                      <a:cubicBezTo>
                        <a:pt x="1746" y="78"/>
                        <a:pt x="1712" y="120"/>
                        <a:pt x="1712" y="162"/>
                      </a:cubicBezTo>
                      <a:cubicBezTo>
                        <a:pt x="1712" y="204"/>
                        <a:pt x="1746" y="238"/>
                        <a:pt x="1796" y="238"/>
                      </a:cubicBezTo>
                      <a:lnTo>
                        <a:pt x="2041" y="238"/>
                      </a:lnTo>
                      <a:cubicBezTo>
                        <a:pt x="1881" y="584"/>
                        <a:pt x="1535" y="820"/>
                        <a:pt x="1139" y="820"/>
                      </a:cubicBezTo>
                      <a:cubicBezTo>
                        <a:pt x="666" y="820"/>
                        <a:pt x="270" y="499"/>
                        <a:pt x="160" y="61"/>
                      </a:cubicBezTo>
                      <a:cubicBezTo>
                        <a:pt x="153" y="24"/>
                        <a:pt x="120" y="0"/>
                        <a:pt x="84"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2" name="Google Shape;1130;p64">
                <a:extLst>
                  <a:ext uri="{FF2B5EF4-FFF2-40B4-BE49-F238E27FC236}">
                    <a16:creationId xmlns:a16="http://schemas.microsoft.com/office/drawing/2014/main" id="{25183331-4E21-C0B7-7627-C1CA87A37043}"/>
                  </a:ext>
                  <a:ext uri="{C183D7F6-B498-43B3-948B-1728B52AA6E4}">
                    <adec:decorative xmlns:adec="http://schemas.microsoft.com/office/drawing/2017/decorative" val="1"/>
                  </a:ext>
                </a:extLst>
              </p:cNvPr>
              <p:cNvGrpSpPr/>
              <p:nvPr/>
            </p:nvGrpSpPr>
            <p:grpSpPr>
              <a:xfrm>
                <a:off x="31512518" y="5940099"/>
                <a:ext cx="1098250" cy="1094378"/>
                <a:chOff x="4365400" y="4262950"/>
                <a:chExt cx="56725" cy="56525"/>
              </a:xfrm>
              <a:solidFill>
                <a:schemeClr val="accent4"/>
              </a:solidFill>
            </p:grpSpPr>
            <p:sp>
              <p:nvSpPr>
                <p:cNvPr id="170" name="Google Shape;1131;p64">
                  <a:extLst>
                    <a:ext uri="{FF2B5EF4-FFF2-40B4-BE49-F238E27FC236}">
                      <a16:creationId xmlns:a16="http://schemas.microsoft.com/office/drawing/2014/main" id="{9BF79BF5-F95F-A908-26EB-AB5950AA9516}"/>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1" name="Google Shape;1132;p64">
                  <a:extLst>
                    <a:ext uri="{FF2B5EF4-FFF2-40B4-BE49-F238E27FC236}">
                      <a16:creationId xmlns:a16="http://schemas.microsoft.com/office/drawing/2014/main" id="{5F53B60E-B8C3-BFDA-914F-6298AE795552}"/>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172" name="Google Shape;1133;p64">
                  <a:extLst>
                    <a:ext uri="{FF2B5EF4-FFF2-40B4-BE49-F238E27FC236}">
                      <a16:creationId xmlns:a16="http://schemas.microsoft.com/office/drawing/2014/main" id="{7E56F4DB-18A0-BEEB-B4B8-110FF8451B2B}"/>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3" name="Google Shape;1130;p64">
                <a:extLst>
                  <a:ext uri="{FF2B5EF4-FFF2-40B4-BE49-F238E27FC236}">
                    <a16:creationId xmlns:a16="http://schemas.microsoft.com/office/drawing/2014/main" id="{5274716A-9E30-E77A-6E10-A04267E72E6E}"/>
                  </a:ext>
                  <a:ext uri="{C183D7F6-B498-43B3-948B-1728B52AA6E4}">
                    <adec:decorative xmlns:adec="http://schemas.microsoft.com/office/drawing/2017/decorative" val="1"/>
                  </a:ext>
                </a:extLst>
              </p:cNvPr>
              <p:cNvGrpSpPr/>
              <p:nvPr/>
            </p:nvGrpSpPr>
            <p:grpSpPr>
              <a:xfrm>
                <a:off x="31512518" y="4512813"/>
                <a:ext cx="1098250" cy="1094378"/>
                <a:chOff x="4365400" y="4262950"/>
                <a:chExt cx="56725" cy="56525"/>
              </a:xfrm>
              <a:solidFill>
                <a:schemeClr val="accent4">
                  <a:alpha val="50000"/>
                </a:schemeClr>
              </a:solidFill>
            </p:grpSpPr>
            <p:sp>
              <p:nvSpPr>
                <p:cNvPr id="79" name="Google Shape;1131;p64">
                  <a:extLst>
                    <a:ext uri="{FF2B5EF4-FFF2-40B4-BE49-F238E27FC236}">
                      <a16:creationId xmlns:a16="http://schemas.microsoft.com/office/drawing/2014/main" id="{1F8930CE-B14E-709D-3940-AD7DAFEEA56C}"/>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80" name="Google Shape;1132;p64">
                  <a:extLst>
                    <a:ext uri="{FF2B5EF4-FFF2-40B4-BE49-F238E27FC236}">
                      <a16:creationId xmlns:a16="http://schemas.microsoft.com/office/drawing/2014/main" id="{E2A9515D-9CD3-804B-4E6E-67E17995B8E4}"/>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87" name="Google Shape;1133;p64">
                  <a:extLst>
                    <a:ext uri="{FF2B5EF4-FFF2-40B4-BE49-F238E27FC236}">
                      <a16:creationId xmlns:a16="http://schemas.microsoft.com/office/drawing/2014/main" id="{37C3E515-289B-9819-3C14-6549E7938F8F}"/>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4" name="Google Shape;1130;p64">
                <a:extLst>
                  <a:ext uri="{FF2B5EF4-FFF2-40B4-BE49-F238E27FC236}">
                    <a16:creationId xmlns:a16="http://schemas.microsoft.com/office/drawing/2014/main" id="{A0E30BB4-45A0-0B2B-E057-39C971D0EE0D}"/>
                  </a:ext>
                  <a:ext uri="{C183D7F6-B498-43B3-948B-1728B52AA6E4}">
                    <adec:decorative xmlns:adec="http://schemas.microsoft.com/office/drawing/2017/decorative" val="1"/>
                  </a:ext>
                </a:extLst>
              </p:cNvPr>
              <p:cNvGrpSpPr/>
              <p:nvPr/>
            </p:nvGrpSpPr>
            <p:grpSpPr>
              <a:xfrm>
                <a:off x="31512518" y="3085533"/>
                <a:ext cx="1098250" cy="1094378"/>
                <a:chOff x="4365400" y="4262950"/>
                <a:chExt cx="56725" cy="56525"/>
              </a:xfrm>
              <a:solidFill>
                <a:schemeClr val="accent4">
                  <a:alpha val="25000"/>
                </a:schemeClr>
              </a:solidFill>
            </p:grpSpPr>
            <p:sp>
              <p:nvSpPr>
                <p:cNvPr id="76" name="Google Shape;1131;p64">
                  <a:extLst>
                    <a:ext uri="{FF2B5EF4-FFF2-40B4-BE49-F238E27FC236}">
                      <a16:creationId xmlns:a16="http://schemas.microsoft.com/office/drawing/2014/main" id="{CB426C90-775C-4AEC-0E42-3F0569ABD825}"/>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7" name="Google Shape;1132;p64">
                  <a:extLst>
                    <a:ext uri="{FF2B5EF4-FFF2-40B4-BE49-F238E27FC236}">
                      <a16:creationId xmlns:a16="http://schemas.microsoft.com/office/drawing/2014/main" id="{66489413-727B-5E3B-36A5-3699E6EA19C0}"/>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8" name="Google Shape;1133;p64">
                  <a:extLst>
                    <a:ext uri="{FF2B5EF4-FFF2-40B4-BE49-F238E27FC236}">
                      <a16:creationId xmlns:a16="http://schemas.microsoft.com/office/drawing/2014/main" id="{23A27672-4BD5-8ACF-2D6D-FAA2B52ECA85}"/>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5" name="Google Shape;1130;p64">
                <a:extLst>
                  <a:ext uri="{FF2B5EF4-FFF2-40B4-BE49-F238E27FC236}">
                    <a16:creationId xmlns:a16="http://schemas.microsoft.com/office/drawing/2014/main" id="{8A64FA92-5625-2504-7997-46BBCED74420}"/>
                  </a:ext>
                  <a:ext uri="{C183D7F6-B498-43B3-948B-1728B52AA6E4}">
                    <adec:decorative xmlns:adec="http://schemas.microsoft.com/office/drawing/2017/decorative" val="1"/>
                  </a:ext>
                </a:extLst>
              </p:cNvPr>
              <p:cNvGrpSpPr>
                <a:grpSpLocks noChangeAspect="1"/>
              </p:cNvGrpSpPr>
              <p:nvPr/>
            </p:nvGrpSpPr>
            <p:grpSpPr>
              <a:xfrm>
                <a:off x="32604959" y="12054869"/>
                <a:ext cx="1503951" cy="1498647"/>
                <a:chOff x="4365400" y="4262950"/>
                <a:chExt cx="56725" cy="56525"/>
              </a:xfrm>
              <a:solidFill>
                <a:schemeClr val="accent4"/>
              </a:solidFill>
              <a:scene3d>
                <a:camera prst="isometricTopUp"/>
                <a:lightRig rig="threePt" dir="t"/>
              </a:scene3d>
            </p:grpSpPr>
            <p:sp>
              <p:nvSpPr>
                <p:cNvPr id="73" name="Google Shape;1131;p64">
                  <a:extLst>
                    <a:ext uri="{FF2B5EF4-FFF2-40B4-BE49-F238E27FC236}">
                      <a16:creationId xmlns:a16="http://schemas.microsoft.com/office/drawing/2014/main" id="{78544255-0BB6-9441-E252-A7AA1B3A8B42}"/>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4" name="Google Shape;1132;p64">
                  <a:extLst>
                    <a:ext uri="{FF2B5EF4-FFF2-40B4-BE49-F238E27FC236}">
                      <a16:creationId xmlns:a16="http://schemas.microsoft.com/office/drawing/2014/main" id="{51D3A10F-52E8-C80E-E2B2-D94D3797C4DA}"/>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5" name="Google Shape;1133;p64">
                  <a:extLst>
                    <a:ext uri="{FF2B5EF4-FFF2-40B4-BE49-F238E27FC236}">
                      <a16:creationId xmlns:a16="http://schemas.microsoft.com/office/drawing/2014/main" id="{B7DB9BFF-54D3-2852-9804-0E543AB57E45}"/>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grpSp>
            <p:nvGrpSpPr>
              <p:cNvPr id="66" name="Google Shape;1130;p64">
                <a:extLst>
                  <a:ext uri="{FF2B5EF4-FFF2-40B4-BE49-F238E27FC236}">
                    <a16:creationId xmlns:a16="http://schemas.microsoft.com/office/drawing/2014/main" id="{67B5F58C-4DD2-D3D6-B20A-DA38DC57EFA3}"/>
                  </a:ext>
                  <a:ext uri="{C183D7F6-B498-43B3-948B-1728B52AA6E4}">
                    <adec:decorative xmlns:adec="http://schemas.microsoft.com/office/drawing/2017/decorative" val="1"/>
                  </a:ext>
                </a:extLst>
              </p:cNvPr>
              <p:cNvGrpSpPr>
                <a:grpSpLocks noChangeAspect="1"/>
              </p:cNvGrpSpPr>
              <p:nvPr/>
            </p:nvGrpSpPr>
            <p:grpSpPr>
              <a:xfrm>
                <a:off x="29604005" y="10188422"/>
                <a:ext cx="1503951" cy="1498647"/>
                <a:chOff x="4365400" y="4262950"/>
                <a:chExt cx="56725" cy="56525"/>
              </a:xfrm>
              <a:solidFill>
                <a:schemeClr val="accent4"/>
              </a:solidFill>
              <a:scene3d>
                <a:camera prst="isometricTopUp"/>
                <a:lightRig rig="threePt" dir="t"/>
              </a:scene3d>
            </p:grpSpPr>
            <p:sp>
              <p:nvSpPr>
                <p:cNvPr id="70" name="Google Shape;1131;p64">
                  <a:extLst>
                    <a:ext uri="{FF2B5EF4-FFF2-40B4-BE49-F238E27FC236}">
                      <a16:creationId xmlns:a16="http://schemas.microsoft.com/office/drawing/2014/main" id="{21215BCF-45B2-6793-8327-D16DFB05EF03}"/>
                    </a:ext>
                  </a:extLst>
                </p:cNvPr>
                <p:cNvSpPr/>
                <p:nvPr/>
              </p:nvSpPr>
              <p:spPr>
                <a:xfrm>
                  <a:off x="4391750" y="4278125"/>
                  <a:ext cx="4025" cy="15825"/>
                </a:xfrm>
                <a:custGeom>
                  <a:avLst/>
                  <a:gdLst/>
                  <a:ahLst/>
                  <a:cxnLst/>
                  <a:rect l="l" t="t" r="r" b="b"/>
                  <a:pathLst>
                    <a:path w="161" h="633" extrusionOk="0">
                      <a:moveTo>
                        <a:pt x="85" y="0"/>
                      </a:moveTo>
                      <a:cubicBezTo>
                        <a:pt x="34" y="0"/>
                        <a:pt x="1" y="34"/>
                        <a:pt x="1" y="76"/>
                      </a:cubicBezTo>
                      <a:lnTo>
                        <a:pt x="1" y="548"/>
                      </a:lnTo>
                      <a:cubicBezTo>
                        <a:pt x="1" y="591"/>
                        <a:pt x="34" y="633"/>
                        <a:pt x="85" y="633"/>
                      </a:cubicBezTo>
                      <a:cubicBezTo>
                        <a:pt x="127" y="633"/>
                        <a:pt x="161" y="591"/>
                        <a:pt x="161" y="548"/>
                      </a:cubicBezTo>
                      <a:lnTo>
                        <a:pt x="161" y="76"/>
                      </a:lnTo>
                      <a:cubicBezTo>
                        <a:pt x="161" y="34"/>
                        <a:pt x="127" y="0"/>
                        <a:pt x="85" y="0"/>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1" name="Google Shape;1132;p64">
                  <a:extLst>
                    <a:ext uri="{FF2B5EF4-FFF2-40B4-BE49-F238E27FC236}">
                      <a16:creationId xmlns:a16="http://schemas.microsoft.com/office/drawing/2014/main" id="{146367D0-1BED-5B17-4552-E0DBCEF975C0}"/>
                    </a:ext>
                  </a:extLst>
                </p:cNvPr>
                <p:cNvSpPr/>
                <p:nvPr/>
              </p:nvSpPr>
              <p:spPr>
                <a:xfrm>
                  <a:off x="4391125" y="4299200"/>
                  <a:ext cx="5300" cy="5300"/>
                </a:xfrm>
                <a:custGeom>
                  <a:avLst/>
                  <a:gdLst/>
                  <a:ahLst/>
                  <a:cxnLst/>
                  <a:rect l="l" t="t" r="r" b="b"/>
                  <a:pathLst>
                    <a:path w="212" h="212" extrusionOk="0">
                      <a:moveTo>
                        <a:pt x="110" y="1"/>
                      </a:moveTo>
                      <a:cubicBezTo>
                        <a:pt x="51" y="1"/>
                        <a:pt x="0" y="43"/>
                        <a:pt x="0" y="102"/>
                      </a:cubicBezTo>
                      <a:cubicBezTo>
                        <a:pt x="0" y="161"/>
                        <a:pt x="51" y="211"/>
                        <a:pt x="110" y="211"/>
                      </a:cubicBezTo>
                      <a:cubicBezTo>
                        <a:pt x="161" y="211"/>
                        <a:pt x="211" y="161"/>
                        <a:pt x="211" y="102"/>
                      </a:cubicBezTo>
                      <a:cubicBezTo>
                        <a:pt x="211" y="43"/>
                        <a:pt x="161" y="1"/>
                        <a:pt x="110" y="1"/>
                      </a:cubicBez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sp>
              <p:nvSpPr>
                <p:cNvPr id="72" name="Google Shape;1133;p64">
                  <a:extLst>
                    <a:ext uri="{FF2B5EF4-FFF2-40B4-BE49-F238E27FC236}">
                      <a16:creationId xmlns:a16="http://schemas.microsoft.com/office/drawing/2014/main" id="{602231E8-4E58-EEC5-58CE-D031E59B90E6}"/>
                    </a:ext>
                  </a:extLst>
                </p:cNvPr>
                <p:cNvSpPr/>
                <p:nvPr/>
              </p:nvSpPr>
              <p:spPr>
                <a:xfrm>
                  <a:off x="4365400" y="4262950"/>
                  <a:ext cx="56725" cy="56525"/>
                </a:xfrm>
                <a:custGeom>
                  <a:avLst/>
                  <a:gdLst/>
                  <a:ahLst/>
                  <a:cxnLst/>
                  <a:rect l="l" t="t" r="r" b="b"/>
                  <a:pathLst>
                    <a:path w="2269" h="2261" extrusionOk="0">
                      <a:moveTo>
                        <a:pt x="641" y="17"/>
                      </a:moveTo>
                      <a:cubicBezTo>
                        <a:pt x="658" y="9"/>
                        <a:pt x="675" y="0"/>
                        <a:pt x="700" y="0"/>
                      </a:cubicBezTo>
                      <a:lnTo>
                        <a:pt x="1569" y="0"/>
                      </a:lnTo>
                      <a:cubicBezTo>
                        <a:pt x="1594" y="0"/>
                        <a:pt x="1611" y="9"/>
                        <a:pt x="1628" y="17"/>
                      </a:cubicBezTo>
                      <a:lnTo>
                        <a:pt x="2244" y="641"/>
                      </a:lnTo>
                      <a:cubicBezTo>
                        <a:pt x="2261" y="650"/>
                        <a:pt x="2269" y="675"/>
                        <a:pt x="2269" y="692"/>
                      </a:cubicBezTo>
                      <a:lnTo>
                        <a:pt x="2269" y="1569"/>
                      </a:lnTo>
                      <a:cubicBezTo>
                        <a:pt x="2269" y="1586"/>
                        <a:pt x="2261" y="1611"/>
                        <a:pt x="2244" y="1619"/>
                      </a:cubicBezTo>
                      <a:lnTo>
                        <a:pt x="1628" y="2243"/>
                      </a:lnTo>
                      <a:cubicBezTo>
                        <a:pt x="1611" y="2252"/>
                        <a:pt x="1594" y="2260"/>
                        <a:pt x="1569" y="2260"/>
                      </a:cubicBezTo>
                      <a:lnTo>
                        <a:pt x="700" y="2260"/>
                      </a:lnTo>
                      <a:cubicBezTo>
                        <a:pt x="675" y="2260"/>
                        <a:pt x="658" y="2252"/>
                        <a:pt x="641" y="2243"/>
                      </a:cubicBezTo>
                      <a:lnTo>
                        <a:pt x="26" y="1619"/>
                      </a:lnTo>
                      <a:cubicBezTo>
                        <a:pt x="9" y="1611"/>
                        <a:pt x="1" y="1586"/>
                        <a:pt x="1" y="1569"/>
                      </a:cubicBezTo>
                      <a:lnTo>
                        <a:pt x="1" y="692"/>
                      </a:lnTo>
                      <a:cubicBezTo>
                        <a:pt x="1" y="675"/>
                        <a:pt x="9" y="650"/>
                        <a:pt x="26" y="641"/>
                      </a:cubicBezTo>
                      <a:close/>
                      <a:moveTo>
                        <a:pt x="734" y="152"/>
                      </a:moveTo>
                      <a:lnTo>
                        <a:pt x="161" y="725"/>
                      </a:lnTo>
                      <a:lnTo>
                        <a:pt x="161" y="1535"/>
                      </a:lnTo>
                      <a:lnTo>
                        <a:pt x="734" y="2108"/>
                      </a:lnTo>
                      <a:lnTo>
                        <a:pt x="1535" y="2108"/>
                      </a:lnTo>
                      <a:lnTo>
                        <a:pt x="2109" y="1535"/>
                      </a:lnTo>
                      <a:lnTo>
                        <a:pt x="2109" y="725"/>
                      </a:lnTo>
                      <a:lnTo>
                        <a:pt x="1535" y="152"/>
                      </a:lnTo>
                      <a:close/>
                    </a:path>
                  </a:pathLst>
                </a:custGeom>
                <a:grpFill/>
                <a:ln>
                  <a:noFill/>
                </a:ln>
              </p:spPr>
              <p:txBody>
                <a:bodyPr spcFirstLastPara="1" wrap="square" lIns="121868" tIns="121868" rIns="121868" bIns="121868" anchor="ctr" anchorCtr="0">
                  <a:noAutofit/>
                </a:bodyPr>
                <a:lstStyle/>
                <a:p>
                  <a:pPr defTabSz="1218682">
                    <a:buClr>
                      <a:srgbClr val="000000"/>
                    </a:buClr>
                    <a:defRPr/>
                  </a:pPr>
                  <a:endParaRPr sz="1999" kern="0">
                    <a:solidFill>
                      <a:srgbClr val="000000"/>
                    </a:solidFill>
                    <a:latin typeface="Mona Sans Display" panose="020B0604020202020204" charset="0"/>
                    <a:cs typeface="Mona Sans Display" panose="020B0604020202020204" charset="0"/>
                    <a:sym typeface="Arial"/>
                  </a:endParaRPr>
                </a:p>
              </p:txBody>
            </p:sp>
          </p:grpSp>
          <p:pic>
            <p:nvPicPr>
              <p:cNvPr id="67" name="Picture 66" descr="A close up of a heart&#10;&#10;AI-generated content may be incorrect.">
                <a:extLst>
                  <a:ext uri="{FF2B5EF4-FFF2-40B4-BE49-F238E27FC236}">
                    <a16:creationId xmlns:a16="http://schemas.microsoft.com/office/drawing/2014/main" id="{0D8663A1-F5F6-4B7B-FB03-832E72A4692F}"/>
                  </a:ext>
                </a:extLst>
              </p:cNvPr>
              <p:cNvPicPr>
                <a:picLocks noChangeAspect="1"/>
              </p:cNvPicPr>
              <p:nvPr/>
            </p:nvPicPr>
            <p:blipFill>
              <a:blip r:embed="rId21" cstate="screen">
                <a:extLst>
                  <a:ext uri="{28A0092B-C50C-407E-A947-70E740481C1C}">
                    <a14:useLocalDpi xmlns:a14="http://schemas.microsoft.com/office/drawing/2010/main"/>
                  </a:ext>
                </a:extLst>
              </a:blip>
              <a:srcRect l="15155"/>
              <a:stretch>
                <a:fillRect/>
              </a:stretch>
            </p:blipFill>
            <p:spPr>
              <a:xfrm>
                <a:off x="26698698" y="14903315"/>
                <a:ext cx="8755554" cy="2852127"/>
              </a:xfrm>
              <a:prstGeom prst="roundRect">
                <a:avLst/>
              </a:prstGeom>
            </p:spPr>
          </p:pic>
          <p:pic>
            <p:nvPicPr>
              <p:cNvPr id="68" name="Picture 67" descr="A close up of a heart&#10;&#10;AI-generated content may be incorrect.">
                <a:extLst>
                  <a:ext uri="{FF2B5EF4-FFF2-40B4-BE49-F238E27FC236}">
                    <a16:creationId xmlns:a16="http://schemas.microsoft.com/office/drawing/2014/main" id="{12562A8A-1BE4-7127-F44A-592C0CCBADDC}"/>
                  </a:ext>
                </a:extLst>
              </p:cNvPr>
              <p:cNvPicPr>
                <a:picLocks noChangeAspect="1"/>
              </p:cNvPicPr>
              <p:nvPr/>
            </p:nvPicPr>
            <p:blipFill>
              <a:blip r:embed="rId22" cstate="screen">
                <a:extLst>
                  <a:ext uri="{28A0092B-C50C-407E-A947-70E740481C1C}">
                    <a14:useLocalDpi xmlns:a14="http://schemas.microsoft.com/office/drawing/2010/main"/>
                  </a:ext>
                </a:extLst>
              </a:blip>
              <a:srcRect l="29617"/>
              <a:stretch>
                <a:fillRect/>
              </a:stretch>
            </p:blipFill>
            <p:spPr>
              <a:xfrm flipV="1">
                <a:off x="26862515" y="1142999"/>
                <a:ext cx="8591739" cy="3369657"/>
              </a:xfrm>
              <a:prstGeom prst="roundRect">
                <a:avLst/>
              </a:prstGeom>
              <a:ln>
                <a:noFill/>
              </a:ln>
            </p:spPr>
          </p:pic>
          <p:pic>
            <p:nvPicPr>
              <p:cNvPr id="69" name="Picture 68" descr="A close up of a heart&#10;&#10;AI-generated content may be incorrect.">
                <a:extLst>
                  <a:ext uri="{FF2B5EF4-FFF2-40B4-BE49-F238E27FC236}">
                    <a16:creationId xmlns:a16="http://schemas.microsoft.com/office/drawing/2014/main" id="{38353995-C2CC-0E51-0568-FBF6BD3D7634}"/>
                  </a:ext>
                </a:extLst>
              </p:cNvPr>
              <p:cNvPicPr>
                <a:picLocks noChangeAspect="1"/>
              </p:cNvPicPr>
              <p:nvPr/>
            </p:nvPicPr>
            <p:blipFill>
              <a:blip r:embed="rId23" cstate="screen">
                <a:extLst>
                  <a:ext uri="{28A0092B-C50C-407E-A947-70E740481C1C}">
                    <a14:useLocalDpi xmlns:a14="http://schemas.microsoft.com/office/drawing/2010/main"/>
                  </a:ext>
                </a:extLst>
              </a:blip>
              <a:srcRect l="24824"/>
              <a:stretch>
                <a:fillRect/>
              </a:stretch>
            </p:blipFill>
            <p:spPr>
              <a:xfrm flipH="1">
                <a:off x="18535512" y="15230238"/>
                <a:ext cx="6866346" cy="2525202"/>
              </a:xfrm>
              <a:prstGeom prst="roundRect">
                <a:avLst/>
              </a:prstGeom>
              <a:ln>
                <a:noFill/>
              </a:ln>
            </p:spPr>
          </p:pic>
        </p:grpSp>
        <p:sp>
          <p:nvSpPr>
            <p:cNvPr id="227" name="Rounded Rectangle 226">
              <a:extLst>
                <a:ext uri="{FF2B5EF4-FFF2-40B4-BE49-F238E27FC236}">
                  <a16:creationId xmlns:a16="http://schemas.microsoft.com/office/drawing/2014/main" id="{20673861-8BAC-2FA5-B921-866735C1C14A}"/>
                </a:ext>
              </a:extLst>
            </p:cNvPr>
            <p:cNvSpPr/>
            <p:nvPr/>
          </p:nvSpPr>
          <p:spPr>
            <a:xfrm>
              <a:off x="25181505" y="8208429"/>
              <a:ext cx="4547883" cy="942354"/>
            </a:xfrm>
            <a:prstGeom prst="roundRect">
              <a:avLst>
                <a:gd name="adj" fmla="val 50000"/>
              </a:avLst>
            </a:prstGeom>
            <a:solidFill>
              <a:schemeClr val="tx1"/>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defTabSz="2742103">
                <a:defRPr/>
              </a:pPr>
              <a:r>
                <a:rPr lang="pt-BR" sz="1050">
                  <a:solidFill>
                    <a:srgbClr val="000000"/>
                  </a:solidFill>
                  <a:latin typeface="Mona Sans Display" panose="020B0604020202020204" charset="0"/>
                  <a:cs typeface="Mona Sans Display" panose="020B0604020202020204" charset="0"/>
                </a:rPr>
                <a:t>Times + agentes</a:t>
              </a:r>
            </a:p>
          </p:txBody>
        </p:sp>
      </p:grpSp>
      <p:grpSp>
        <p:nvGrpSpPr>
          <p:cNvPr id="231" name="Group 230">
            <a:extLst>
              <a:ext uri="{FF2B5EF4-FFF2-40B4-BE49-F238E27FC236}">
                <a16:creationId xmlns:a16="http://schemas.microsoft.com/office/drawing/2014/main" id="{B648C9BA-A310-FA0E-6424-133BBE4B3EF5}"/>
              </a:ext>
            </a:extLst>
          </p:cNvPr>
          <p:cNvGrpSpPr/>
          <p:nvPr/>
        </p:nvGrpSpPr>
        <p:grpSpPr>
          <a:xfrm>
            <a:off x="3513022" y="2168416"/>
            <a:ext cx="2144393" cy="87384"/>
            <a:chOff x="19681044" y="6268685"/>
            <a:chExt cx="6434857" cy="262221"/>
          </a:xfrm>
        </p:grpSpPr>
        <p:sp>
          <p:nvSpPr>
            <p:cNvPr id="232" name="Rectangle 231">
              <a:extLst>
                <a:ext uri="{FF2B5EF4-FFF2-40B4-BE49-F238E27FC236}">
                  <a16:creationId xmlns:a16="http://schemas.microsoft.com/office/drawing/2014/main" id="{9EA6BEDE-EFDF-5175-C3AF-5036BB092A7C}"/>
                </a:ext>
              </a:extLst>
            </p:cNvPr>
            <p:cNvSpPr/>
            <p:nvPr/>
          </p:nvSpPr>
          <p:spPr>
            <a:xfrm>
              <a:off x="19681044" y="6373575"/>
              <a:ext cx="6434857" cy="52442"/>
            </a:xfrm>
            <a:prstGeom prst="rect">
              <a:avLst/>
            </a:prstGeom>
            <a:gradFill flip="none" rotWithShape="1">
              <a:gsLst>
                <a:gs pos="0">
                  <a:srgbClr val="5FED83">
                    <a:alpha val="0"/>
                  </a:srgbClr>
                </a:gs>
                <a:gs pos="100000">
                  <a:srgbClr val="5FED83">
                    <a:alpha val="0"/>
                  </a:srgbClr>
                </a:gs>
                <a:gs pos="50000">
                  <a:srgbClr val="5FED8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sp>
          <p:nvSpPr>
            <p:cNvPr id="233" name="Oval 232">
              <a:extLst>
                <a:ext uri="{FF2B5EF4-FFF2-40B4-BE49-F238E27FC236}">
                  <a16:creationId xmlns:a16="http://schemas.microsoft.com/office/drawing/2014/main" id="{37D5E86E-DCF9-13B5-1EC6-107B18043E48}"/>
                </a:ext>
              </a:extLst>
            </p:cNvPr>
            <p:cNvSpPr>
              <a:spLocks noChangeAspect="1"/>
            </p:cNvSpPr>
            <p:nvPr/>
          </p:nvSpPr>
          <p:spPr>
            <a:xfrm>
              <a:off x="22767362" y="6268685"/>
              <a:ext cx="262221" cy="262221"/>
            </a:xfrm>
            <a:prstGeom prst="ellipse">
              <a:avLst/>
            </a:prstGeom>
            <a:solidFill>
              <a:srgbClr val="5FED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742103">
                <a:defRPr/>
              </a:pPr>
              <a:endParaRPr lang="en-US" sz="4799">
                <a:solidFill>
                  <a:srgbClr val="FFFFFF"/>
                </a:solidFill>
                <a:latin typeface="Mona Sans Display" panose="020B0604020202020204" charset="0"/>
                <a:cs typeface="Mona Sans Display" panose="020B0604020202020204" charset="0"/>
              </a:endParaRPr>
            </a:p>
          </p:txBody>
        </p:sp>
      </p:grpSp>
    </p:spTree>
    <p:extLst>
      <p:ext uri="{BB962C8B-B14F-4D97-AF65-F5344CB8AC3E}">
        <p14:creationId xmlns:p14="http://schemas.microsoft.com/office/powerpoint/2010/main" val="323807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1A103B-7E5C-29DF-66C6-C233FE76FD56}"/>
              </a:ext>
            </a:extLst>
          </p:cNvPr>
          <p:cNvPicPr>
            <a:picLocks noChangeAspect="1"/>
          </p:cNvPicPr>
          <p:nvPr/>
        </p:nvPicPr>
        <p:blipFill>
          <a:blip r:embed="rId3"/>
          <a:stretch>
            <a:fillRect/>
          </a:stretch>
        </p:blipFill>
        <p:spPr>
          <a:xfrm>
            <a:off x="779335" y="3296840"/>
            <a:ext cx="10633329" cy="3176707"/>
          </a:xfrm>
          <a:prstGeom prst="rect">
            <a:avLst/>
          </a:prstGeom>
        </p:spPr>
      </p:pic>
      <p:pic>
        <p:nvPicPr>
          <p:cNvPr id="11" name="Picture 10">
            <a:extLst>
              <a:ext uri="{FF2B5EF4-FFF2-40B4-BE49-F238E27FC236}">
                <a16:creationId xmlns:a16="http://schemas.microsoft.com/office/drawing/2014/main" id="{6B680CBA-453A-04E3-9069-16E01A262632}"/>
              </a:ext>
            </a:extLst>
          </p:cNvPr>
          <p:cNvPicPr>
            <a:picLocks noChangeAspect="1"/>
          </p:cNvPicPr>
          <p:nvPr/>
        </p:nvPicPr>
        <p:blipFill>
          <a:blip r:embed="rId4"/>
          <a:stretch>
            <a:fillRect/>
          </a:stretch>
        </p:blipFill>
        <p:spPr>
          <a:xfrm>
            <a:off x="2759222" y="1708486"/>
            <a:ext cx="6673556" cy="1565308"/>
          </a:xfrm>
          <a:prstGeom prst="rect">
            <a:avLst/>
          </a:prstGeom>
        </p:spPr>
      </p:pic>
      <p:pic>
        <p:nvPicPr>
          <p:cNvPr id="13" name="Picture 12">
            <a:extLst>
              <a:ext uri="{FF2B5EF4-FFF2-40B4-BE49-F238E27FC236}">
                <a16:creationId xmlns:a16="http://schemas.microsoft.com/office/drawing/2014/main" id="{B6CB7A22-443C-9953-39F3-4EF3A057D7BB}"/>
              </a:ext>
            </a:extLst>
          </p:cNvPr>
          <p:cNvPicPr>
            <a:picLocks noChangeAspect="1"/>
          </p:cNvPicPr>
          <p:nvPr/>
        </p:nvPicPr>
        <p:blipFill>
          <a:blip r:embed="rId5"/>
          <a:stretch>
            <a:fillRect/>
          </a:stretch>
        </p:blipFill>
        <p:spPr>
          <a:xfrm>
            <a:off x="4505164" y="581971"/>
            <a:ext cx="3181673" cy="1103470"/>
          </a:xfrm>
          <a:prstGeom prst="rect">
            <a:avLst/>
          </a:prstGeom>
        </p:spPr>
      </p:pic>
      <p:pic>
        <p:nvPicPr>
          <p:cNvPr id="17" name="Picture 16">
            <a:extLst>
              <a:ext uri="{FF2B5EF4-FFF2-40B4-BE49-F238E27FC236}">
                <a16:creationId xmlns:a16="http://schemas.microsoft.com/office/drawing/2014/main" id="{F0337D73-B8F1-2BE0-39DD-76AEB78AC8CD}"/>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97297" y="-911823"/>
            <a:ext cx="4340823" cy="4340823"/>
          </a:xfrm>
          <a:prstGeom prst="rect">
            <a:avLst/>
          </a:prstGeom>
        </p:spPr>
      </p:pic>
      <p:pic>
        <p:nvPicPr>
          <p:cNvPr id="18" name="Picture 17" descr="VS Code Copilot agent mode showing 4 files changed with Keep/Undo options and an &quot;Edit files in your workspace in agent mode&quot; prompt.">
            <a:extLst>
              <a:ext uri="{FF2B5EF4-FFF2-40B4-BE49-F238E27FC236}">
                <a16:creationId xmlns:a16="http://schemas.microsoft.com/office/drawing/2014/main" id="{245B1F65-080C-80F6-02E3-FCDC86394E6D}"/>
              </a:ext>
            </a:extLst>
          </p:cNvPr>
          <p:cNvPicPr>
            <a:picLocks noChangeAspect="1"/>
          </p:cNvPicPr>
          <p:nvPr/>
        </p:nvPicPr>
        <p:blipFill>
          <a:blip r:embed="rId7"/>
          <a:stretch>
            <a:fillRect/>
          </a:stretch>
        </p:blipFill>
        <p:spPr>
          <a:xfrm>
            <a:off x="9677215" y="935428"/>
            <a:ext cx="4274100" cy="2338366"/>
          </a:xfrm>
          <a:prstGeom prst="rect">
            <a:avLst/>
          </a:prstGeom>
        </p:spPr>
      </p:pic>
    </p:spTree>
    <p:extLst>
      <p:ext uri="{BB962C8B-B14F-4D97-AF65-F5344CB8AC3E}">
        <p14:creationId xmlns:p14="http://schemas.microsoft.com/office/powerpoint/2010/main" val="97751453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E9DC8-5FC7-94D1-9461-EF20063A9DD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7250BEFD-4D8F-DE04-0B11-D4F1AF2F1252}"/>
              </a:ext>
            </a:extLst>
          </p:cNvPr>
          <p:cNvSpPr>
            <a:spLocks noGrp="1"/>
          </p:cNvSpPr>
          <p:nvPr>
            <p:ph type="ctrTitle"/>
          </p:nvPr>
        </p:nvSpPr>
        <p:spPr/>
        <p:txBody>
          <a:bodyPr/>
          <a:lstStyle/>
          <a:p>
            <a:r>
              <a:rPr lang="pt-BR" b="0">
                <a:latin typeface="Mona Sans Display" panose="020B0604020202020204" charset="0"/>
                <a:cs typeface="Mona Sans Display" panose="020B0604020202020204" charset="0"/>
              </a:rPr>
              <a:t>Um só GitHub Copilot, </a:t>
            </a:r>
            <a:br>
              <a:rPr lang="en-US" b="0">
                <a:latin typeface="Mona Sans Display" panose="020B0604020202020204" charset="0"/>
                <a:cs typeface="Mona Sans Display" panose="020B0604020202020204" charset="0"/>
              </a:rPr>
            </a:br>
            <a:r>
              <a:rPr lang="pt-BR" b="0">
                <a:latin typeface="Mona Sans Display" panose="020B0604020202020204" charset="0"/>
                <a:cs typeface="Mona Sans Display" panose="020B0604020202020204" charset="0"/>
              </a:rPr>
              <a:t>onde quer que você programe</a:t>
            </a:r>
          </a:p>
        </p:txBody>
      </p:sp>
    </p:spTree>
    <p:extLst>
      <p:ext uri="{BB962C8B-B14F-4D97-AF65-F5344CB8AC3E}">
        <p14:creationId xmlns:p14="http://schemas.microsoft.com/office/powerpoint/2010/main" val="3474706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BCF18-05CD-E2BC-8189-A0787329C578}"/>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D22E4364-5270-FC65-8934-F68545030F06}"/>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a:fillRect/>
          </a:stretch>
        </p:blipFill>
        <p:spPr bwMode="auto">
          <a:xfrm>
            <a:off x="4070625" y="1231225"/>
            <a:ext cx="4041612" cy="1696106"/>
          </a:xfrm>
          <a:prstGeom prst="rect">
            <a:avLst/>
          </a:prstGeom>
          <a:solidFill>
            <a:srgbClr val="000000"/>
          </a:solidFill>
          <a:ln w="12700">
            <a:noFill/>
          </a:ln>
        </p:spPr>
      </p:pic>
      <p:pic>
        <p:nvPicPr>
          <p:cNvPr id="1026" name="Picture 2">
            <a:extLst>
              <a:ext uri="{FF2B5EF4-FFF2-40B4-BE49-F238E27FC236}">
                <a16:creationId xmlns:a16="http://schemas.microsoft.com/office/drawing/2014/main" id="{7771899E-B174-2820-D44C-1610EFD3CA95}"/>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a:fillRect/>
          </a:stretch>
        </p:blipFill>
        <p:spPr bwMode="auto">
          <a:xfrm>
            <a:off x="10725" y="1238732"/>
            <a:ext cx="4023334" cy="1691993"/>
          </a:xfrm>
          <a:prstGeom prst="rect">
            <a:avLst/>
          </a:prstGeom>
          <a:solidFill>
            <a:srgbClr val="000000"/>
          </a:solidFill>
          <a:ln w="12700">
            <a:noFill/>
          </a:ln>
        </p:spPr>
      </p:pic>
      <p:pic>
        <p:nvPicPr>
          <p:cNvPr id="2" name="Picture 2" descr="Jetbrains, Eclipse, and Xcode IDE logos">
            <a:extLst>
              <a:ext uri="{FF2B5EF4-FFF2-40B4-BE49-F238E27FC236}">
                <a16:creationId xmlns:a16="http://schemas.microsoft.com/office/drawing/2014/main" id="{2F463535-7D0F-C570-3B10-DFD15E514280}"/>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a:fillRect/>
          </a:stretch>
        </p:blipFill>
        <p:spPr bwMode="auto">
          <a:xfrm>
            <a:off x="8157943" y="1231223"/>
            <a:ext cx="4039909" cy="169610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Placeholder 25" descr="A screenshot of a computer&#10;&#10;AI-generated content may be incorrect.">
            <a:extLst>
              <a:ext uri="{FF2B5EF4-FFF2-40B4-BE49-F238E27FC236}">
                <a16:creationId xmlns:a16="http://schemas.microsoft.com/office/drawing/2014/main" id="{1C38CCD7-7590-9CEF-A623-F52CC59F5190}"/>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8157942" y="4132416"/>
            <a:ext cx="4032472" cy="1696108"/>
          </a:xfrm>
          <a:prstGeom prst="roundRect">
            <a:avLst>
              <a:gd name="adj" fmla="val 0"/>
            </a:avLst>
          </a:prstGeom>
          <a:ln>
            <a:noFill/>
          </a:ln>
        </p:spPr>
      </p:pic>
      <p:sp>
        <p:nvSpPr>
          <p:cNvPr id="98" name="TextBox 97">
            <a:extLst>
              <a:ext uri="{FF2B5EF4-FFF2-40B4-BE49-F238E27FC236}">
                <a16:creationId xmlns:a16="http://schemas.microsoft.com/office/drawing/2014/main" id="{2A8A5036-FCB8-CEB3-5C61-7C6B1959308B}"/>
              </a:ext>
            </a:extLst>
          </p:cNvPr>
          <p:cNvSpPr txBox="1"/>
          <p:nvPr/>
        </p:nvSpPr>
        <p:spPr>
          <a:xfrm>
            <a:off x="121987" y="354634"/>
            <a:ext cx="11042135" cy="646163"/>
          </a:xfrm>
          <a:prstGeom prst="rect">
            <a:avLst/>
          </a:prstGeom>
          <a:noFill/>
          <a:ln w="12700">
            <a:noFill/>
          </a:ln>
        </p:spPr>
        <p:txBody>
          <a:bodyPr wrap="square" rtlCol="0">
            <a:spAutoFit/>
          </a:bodyPr>
          <a:lstStyle/>
          <a:p>
            <a:r>
              <a:rPr lang="pt-BR" sz="3599" spc="-150">
                <a:latin typeface="Mona Sans Display" panose="020B0604020202020204" charset="0"/>
                <a:cs typeface="Mona Sans Display" panose="020B0604020202020204" charset="0"/>
              </a:rPr>
              <a:t>GitHub Copilot disponível em IDEs, web e mobile</a:t>
            </a:r>
          </a:p>
        </p:txBody>
      </p:sp>
      <p:sp>
        <p:nvSpPr>
          <p:cNvPr id="6" name="Rectangle 5">
            <a:extLst>
              <a:ext uri="{FF2B5EF4-FFF2-40B4-BE49-F238E27FC236}">
                <a16:creationId xmlns:a16="http://schemas.microsoft.com/office/drawing/2014/main" id="{8BB41AFA-2B9F-012C-2C32-91945243E00C}"/>
              </a:ext>
            </a:extLst>
          </p:cNvPr>
          <p:cNvSpPr/>
          <p:nvPr/>
        </p:nvSpPr>
        <p:spPr>
          <a:xfrm>
            <a:off x="1588" y="1203799"/>
            <a:ext cx="12188825" cy="27425"/>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grpSp>
        <p:nvGrpSpPr>
          <p:cNvPr id="122" name="Group 121">
            <a:extLst>
              <a:ext uri="{FF2B5EF4-FFF2-40B4-BE49-F238E27FC236}">
                <a16:creationId xmlns:a16="http://schemas.microsoft.com/office/drawing/2014/main" id="{C535F596-3A6E-2DC1-9974-0A3BB29D705F}"/>
              </a:ext>
            </a:extLst>
          </p:cNvPr>
          <p:cNvGrpSpPr/>
          <p:nvPr/>
        </p:nvGrpSpPr>
        <p:grpSpPr>
          <a:xfrm>
            <a:off x="4043198" y="1203799"/>
            <a:ext cx="4114744" cy="5653309"/>
            <a:chOff x="4042663" y="1668726"/>
            <a:chExt cx="4115816" cy="5189274"/>
          </a:xfrm>
        </p:grpSpPr>
        <p:sp>
          <p:nvSpPr>
            <p:cNvPr id="7" name="Rectangle 6">
              <a:extLst>
                <a:ext uri="{FF2B5EF4-FFF2-40B4-BE49-F238E27FC236}">
                  <a16:creationId xmlns:a16="http://schemas.microsoft.com/office/drawing/2014/main" id="{A46F3085-8D39-A58A-CABA-10816A1008BE}"/>
                </a:ext>
              </a:extLst>
            </p:cNvPr>
            <p:cNvSpPr/>
            <p:nvPr/>
          </p:nvSpPr>
          <p:spPr>
            <a:xfrm>
              <a:off x="8121903" y="1668726"/>
              <a:ext cx="36576" cy="5189274"/>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sp>
          <p:nvSpPr>
            <p:cNvPr id="22" name="Rectangle 21">
              <a:extLst>
                <a:ext uri="{FF2B5EF4-FFF2-40B4-BE49-F238E27FC236}">
                  <a16:creationId xmlns:a16="http://schemas.microsoft.com/office/drawing/2014/main" id="{BA96698E-8989-CFC9-6396-BF10724C8B57}"/>
                </a:ext>
              </a:extLst>
            </p:cNvPr>
            <p:cNvSpPr/>
            <p:nvPr/>
          </p:nvSpPr>
          <p:spPr>
            <a:xfrm>
              <a:off x="4042663" y="1668726"/>
              <a:ext cx="36576" cy="5189274"/>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grpSp>
      <p:sp>
        <p:nvSpPr>
          <p:cNvPr id="44" name="TextBox 43">
            <a:extLst>
              <a:ext uri="{FF2B5EF4-FFF2-40B4-BE49-F238E27FC236}">
                <a16:creationId xmlns:a16="http://schemas.microsoft.com/office/drawing/2014/main" id="{56552BDA-67C3-1E0F-81CF-52883E4F3757}"/>
              </a:ext>
            </a:extLst>
          </p:cNvPr>
          <p:cNvSpPr txBox="1"/>
          <p:nvPr/>
        </p:nvSpPr>
        <p:spPr>
          <a:xfrm>
            <a:off x="344853" y="3090154"/>
            <a:ext cx="2402661" cy="276999"/>
          </a:xfrm>
          <a:prstGeom prst="rect">
            <a:avLst/>
          </a:prstGeom>
          <a:noFill/>
        </p:spPr>
        <p:txBody>
          <a:bodyPr wrap="square" lIns="91440" tIns="45720" rIns="91440" bIns="45720" rtlCol="0" anchor="t">
            <a:spAutoFit/>
          </a:bodyPr>
          <a:lstStyle/>
          <a:p>
            <a:r>
              <a:rPr lang="pt-BR" sz="1200">
                <a:solidFill>
                  <a:srgbClr val="5EEC83"/>
                </a:solidFill>
                <a:latin typeface="Mona Sans Display" panose="020B0604020202020204" charset="0"/>
                <a:ea typeface="Consolas" panose="02000009000000000000" pitchFamily="49" charset="77"/>
                <a:cs typeface="Mona Sans Display" panose="020B0604020202020204" charset="0"/>
              </a:rPr>
              <a:t>GitHub.com e apps móveis do GitHub</a:t>
            </a:r>
          </a:p>
        </p:txBody>
      </p:sp>
      <p:sp>
        <p:nvSpPr>
          <p:cNvPr id="45" name="TextBox 44">
            <a:extLst>
              <a:ext uri="{FF2B5EF4-FFF2-40B4-BE49-F238E27FC236}">
                <a16:creationId xmlns:a16="http://schemas.microsoft.com/office/drawing/2014/main" id="{7308B704-9399-77B2-A9C5-5E8FC84BF1EE}"/>
              </a:ext>
            </a:extLst>
          </p:cNvPr>
          <p:cNvSpPr txBox="1"/>
          <p:nvPr/>
        </p:nvSpPr>
        <p:spPr>
          <a:xfrm>
            <a:off x="377063" y="6230093"/>
            <a:ext cx="2595086"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Terminal (Copilot CLI)</a:t>
            </a:r>
          </a:p>
        </p:txBody>
      </p:sp>
      <p:sp>
        <p:nvSpPr>
          <p:cNvPr id="46" name="TextBox 45">
            <a:extLst>
              <a:ext uri="{FF2B5EF4-FFF2-40B4-BE49-F238E27FC236}">
                <a16:creationId xmlns:a16="http://schemas.microsoft.com/office/drawing/2014/main" id="{A7701757-E5E8-E631-2DC6-5C5EDA00C851}"/>
              </a:ext>
            </a:extLst>
          </p:cNvPr>
          <p:cNvSpPr txBox="1"/>
          <p:nvPr/>
        </p:nvSpPr>
        <p:spPr>
          <a:xfrm>
            <a:off x="4465835" y="3090154"/>
            <a:ext cx="1033932"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VS Code</a:t>
            </a:r>
          </a:p>
        </p:txBody>
      </p:sp>
      <p:sp>
        <p:nvSpPr>
          <p:cNvPr id="47" name="TextBox 46">
            <a:extLst>
              <a:ext uri="{FF2B5EF4-FFF2-40B4-BE49-F238E27FC236}">
                <a16:creationId xmlns:a16="http://schemas.microsoft.com/office/drawing/2014/main" id="{A4ACBC29-F27C-F556-E028-F10E744DBDA5}"/>
              </a:ext>
            </a:extLst>
          </p:cNvPr>
          <p:cNvSpPr txBox="1"/>
          <p:nvPr/>
        </p:nvSpPr>
        <p:spPr>
          <a:xfrm>
            <a:off x="4465836" y="6022295"/>
            <a:ext cx="1633773"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Slack &amp; Teams</a:t>
            </a:r>
          </a:p>
        </p:txBody>
      </p:sp>
      <p:sp>
        <p:nvSpPr>
          <p:cNvPr id="110" name="TextBox 109">
            <a:extLst>
              <a:ext uri="{FF2B5EF4-FFF2-40B4-BE49-F238E27FC236}">
                <a16:creationId xmlns:a16="http://schemas.microsoft.com/office/drawing/2014/main" id="{758EB650-A6D2-FD3D-C803-03DD69BC56F3}"/>
              </a:ext>
            </a:extLst>
          </p:cNvPr>
          <p:cNvSpPr txBox="1"/>
          <p:nvPr/>
        </p:nvSpPr>
        <p:spPr>
          <a:xfrm>
            <a:off x="8550232" y="3138215"/>
            <a:ext cx="2726319" cy="830781"/>
          </a:xfrm>
          <a:prstGeom prst="rect">
            <a:avLst/>
          </a:prstGeom>
          <a:noFill/>
        </p:spPr>
        <p:txBody>
          <a:bodyPr wrap="square" lIns="91440" tIns="45720" rIns="91440" bIns="45720" rtlCol="0" anchor="t">
            <a:spAutoFit/>
          </a:bodyPr>
          <a:lstStyle/>
          <a:p>
            <a:r>
              <a:rPr lang="pt-BR" sz="1200">
                <a:solidFill>
                  <a:srgbClr val="5EEC83"/>
                </a:solidFill>
                <a:latin typeface="Mona Sans Display" panose="020B0604020202020204" charset="0"/>
                <a:ea typeface="Consolas" panose="02000009000000000000" pitchFamily="49" charset="77"/>
                <a:cs typeface="Mona Sans Display" panose="020B0604020202020204" charset="0"/>
              </a:rPr>
              <a:t>IDEs JetBrains, Eclipse, </a:t>
            </a:r>
          </a:p>
          <a:p>
            <a:endParaRPr lang="en-US" sz="1200">
              <a:solidFill>
                <a:srgbClr val="5EEC83"/>
              </a:solidFill>
              <a:latin typeface="Mona Sans Display" panose="020B0604020202020204" charset="0"/>
              <a:ea typeface="Consolas" panose="02000009000000000000" pitchFamily="49" charset="77"/>
              <a:cs typeface="Mona Sans Display" panose="020B0604020202020204" charset="0"/>
            </a:endParaRPr>
          </a:p>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Vim, Visual Studio, Xcode</a:t>
            </a:r>
          </a:p>
          <a:p>
            <a:endParaRPr lang="en-US" sz="1200">
              <a:solidFill>
                <a:srgbClr val="5EEC83"/>
              </a:solidFill>
              <a:latin typeface="Mona Sans Display" panose="020B0604020202020204" charset="0"/>
              <a:ea typeface="Consolas" panose="02000009000000000000" pitchFamily="49" charset="77"/>
              <a:cs typeface="Mona Sans Display" panose="020B0604020202020204" charset="0"/>
            </a:endParaRPr>
          </a:p>
        </p:txBody>
      </p:sp>
      <p:sp>
        <p:nvSpPr>
          <p:cNvPr id="111" name="TextBox 110">
            <a:extLst>
              <a:ext uri="{FF2B5EF4-FFF2-40B4-BE49-F238E27FC236}">
                <a16:creationId xmlns:a16="http://schemas.microsoft.com/office/drawing/2014/main" id="{2EBF335B-8B1D-0BCE-B51E-D0416B7721DB}"/>
              </a:ext>
            </a:extLst>
          </p:cNvPr>
          <p:cNvSpPr txBox="1"/>
          <p:nvPr/>
        </p:nvSpPr>
        <p:spPr>
          <a:xfrm>
            <a:off x="8550231" y="6022294"/>
            <a:ext cx="3111010" cy="276999"/>
          </a:xfrm>
          <a:prstGeom prst="rect">
            <a:avLst/>
          </a:prstGeom>
          <a:noFill/>
        </p:spPr>
        <p:txBody>
          <a:bodyPr wrap="square" lIns="91440" tIns="45720" rIns="91440" bIns="45720" rtlCol="0" anchor="t">
            <a:spAutoFit/>
          </a:bodyPr>
          <a:lstStyle/>
          <a:p>
            <a:r>
              <a:rPr lang="en-US" sz="1200">
                <a:solidFill>
                  <a:srgbClr val="5EEC83"/>
                </a:solidFill>
                <a:latin typeface="Mona Sans Display" panose="020B0604020202020204" charset="0"/>
                <a:ea typeface="Consolas" panose="02000009000000000000" pitchFamily="49" charset="77"/>
                <a:cs typeface="Mona Sans Display" panose="020B0604020202020204" charset="0"/>
              </a:rPr>
              <a:t>Azure DevOps Boards, Linear, Jira</a:t>
            </a:r>
          </a:p>
        </p:txBody>
      </p:sp>
      <p:pic>
        <p:nvPicPr>
          <p:cNvPr id="12" name="Picture 4" descr="Screenshot of user working on a bug using the GitHub app for Microsoft Teams">
            <a:extLst>
              <a:ext uri="{FF2B5EF4-FFF2-40B4-BE49-F238E27FC236}">
                <a16:creationId xmlns:a16="http://schemas.microsoft.com/office/drawing/2014/main" id="{E473AF37-446B-67ED-C16A-381FF699D388}"/>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l="50718" t="37334" r="8782" b="30361"/>
          <a:stretch>
            <a:fillRect/>
          </a:stretch>
        </p:blipFill>
        <p:spPr bwMode="auto">
          <a:xfrm>
            <a:off x="4096337" y="4123726"/>
            <a:ext cx="4025038" cy="1704799"/>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F56BEFAA-3181-041F-EA92-2B2A8411A649}"/>
              </a:ext>
            </a:extLst>
          </p:cNvPr>
          <p:cNvSpPr/>
          <p:nvPr/>
        </p:nvSpPr>
        <p:spPr>
          <a:xfrm>
            <a:off x="1588" y="4094164"/>
            <a:ext cx="12188825" cy="27425"/>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7">
              <a:latin typeface="Mona Sans Display" panose="020B0604020202020204" charset="0"/>
              <a:cs typeface="Mona Sans Display" panose="020B0604020202020204" charset="0"/>
            </a:endParaRPr>
          </a:p>
        </p:txBody>
      </p:sp>
      <p:pic>
        <p:nvPicPr>
          <p:cNvPr id="5" name="Picture 4">
            <a:extLst>
              <a:ext uri="{FF2B5EF4-FFF2-40B4-BE49-F238E27FC236}">
                <a16:creationId xmlns:a16="http://schemas.microsoft.com/office/drawing/2014/main" id="{47E167F3-64F1-9B1E-0545-D831886907E7}"/>
              </a:ext>
            </a:extLst>
          </p:cNvPr>
          <p:cNvPicPr>
            <a:picLocks noChangeAspect="1"/>
          </p:cNvPicPr>
          <p:nvPr/>
        </p:nvPicPr>
        <p:blipFill>
          <a:blip r:embed="rId8"/>
          <a:stretch>
            <a:fillRect/>
          </a:stretch>
        </p:blipFill>
        <p:spPr>
          <a:xfrm>
            <a:off x="83505" y="4107876"/>
            <a:ext cx="3877774" cy="2084178"/>
          </a:xfrm>
          <a:prstGeom prst="rect">
            <a:avLst/>
          </a:prstGeom>
        </p:spPr>
      </p:pic>
    </p:spTree>
    <p:extLst>
      <p:ext uri="{BB962C8B-B14F-4D97-AF65-F5344CB8AC3E}">
        <p14:creationId xmlns:p14="http://schemas.microsoft.com/office/powerpoint/2010/main" val="389256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53FB6D9-C2A7-698E-C94A-C53B460E0D30}"/>
              </a:ext>
            </a:extLst>
          </p:cNvPr>
          <p:cNvSpPr>
            <a:spLocks noGrp="1"/>
          </p:cNvSpPr>
          <p:nvPr>
            <p:ph type="body" sz="quarter" idx="35"/>
          </p:nvPr>
        </p:nvSpPr>
        <p:spPr>
          <a:xfrm>
            <a:off x="3450625" y="596502"/>
            <a:ext cx="5290750" cy="448550"/>
          </a:xfrm>
        </p:spPr>
        <p:txBody>
          <a:bodyPr/>
          <a:lstStyle/>
          <a:p>
            <a:r>
              <a:rPr lang="pt-BR">
                <a:latin typeface="Mona Sans Mono"/>
                <a:cs typeface="Segoe UI"/>
              </a:rPr>
              <a:t>Menos // TODO, mais </a:t>
            </a:r>
            <a:r>
              <a:rPr lang="pt-BR">
                <a:latin typeface="Mona Sans Mono"/>
              </a:rPr>
              <a:t>entregas</a:t>
            </a:r>
            <a:endParaRPr lang="en-US"/>
          </a:p>
        </p:txBody>
      </p:sp>
      <p:sp>
        <p:nvSpPr>
          <p:cNvPr id="4" name="Text Placeholder 3">
            <a:extLst>
              <a:ext uri="{FF2B5EF4-FFF2-40B4-BE49-F238E27FC236}">
                <a16:creationId xmlns:a16="http://schemas.microsoft.com/office/drawing/2014/main" id="{96607450-B0AD-564D-CD64-A86CBFE0B6B3}"/>
              </a:ext>
            </a:extLst>
          </p:cNvPr>
          <p:cNvSpPr>
            <a:spLocks noGrp="1"/>
          </p:cNvSpPr>
          <p:nvPr>
            <p:ph type="body" sz="quarter" idx="36"/>
          </p:nvPr>
        </p:nvSpPr>
        <p:spPr/>
        <p:txBody>
          <a:bodyPr/>
          <a:lstStyle/>
          <a:p>
            <a:r>
              <a:rPr lang="en-US">
                <a:latin typeface="Mona Sans Display"/>
                <a:cs typeface="Mona Sans Display"/>
              </a:rPr>
              <a:t>GitHub Copilot CLI</a:t>
            </a:r>
            <a:endParaRPr lang="en-US"/>
          </a:p>
        </p:txBody>
      </p:sp>
      <p:pic>
        <p:nvPicPr>
          <p:cNvPr id="2" name="copilot-cli">
            <a:hlinkClick r:id="" action="ppaction://media"/>
            <a:extLst>
              <a:ext uri="{FF2B5EF4-FFF2-40B4-BE49-F238E27FC236}">
                <a16:creationId xmlns:a16="http://schemas.microsoft.com/office/drawing/2014/main" id="{1FA1D2BC-9170-6308-E5C2-E541202E95F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18457" y="2405743"/>
            <a:ext cx="10747828" cy="5921828"/>
          </a:xfrm>
          <a:prstGeom prst="rect">
            <a:avLst/>
          </a:prstGeom>
        </p:spPr>
      </p:pic>
    </p:spTree>
    <p:extLst>
      <p:ext uri="{BB962C8B-B14F-4D97-AF65-F5344CB8AC3E}">
        <p14:creationId xmlns:p14="http://schemas.microsoft.com/office/powerpoint/2010/main" val="2910346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E8F7-A6D1-F009-6A68-C4A12500928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6EA601-A8AF-0EE5-8769-AF4DF4149CFD}"/>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A12B40B7-249F-702C-7870-ED2B12EFBA22}"/>
              </a:ext>
            </a:extLst>
          </p:cNvPr>
          <p:cNvSpPr>
            <a:spLocks noGrp="1"/>
          </p:cNvSpPr>
          <p:nvPr>
            <p:ph type="title"/>
          </p:nvPr>
        </p:nvSpPr>
        <p:spPr>
          <a:xfrm>
            <a:off x="6487010" y="1912930"/>
            <a:ext cx="5329526" cy="581717"/>
          </a:xfrm>
        </p:spPr>
        <p:txBody>
          <a:bodyPr>
            <a:normAutofit fontScale="90000"/>
          </a:bodyPr>
          <a:lstStyle/>
          <a:p>
            <a:r>
              <a:rPr lang="pt-BR" spc="-150">
                <a:cs typeface="Aptos" pitchFamily="2" charset="77"/>
              </a:rPr>
              <a:t>Principais recursos</a:t>
            </a:r>
          </a:p>
        </p:txBody>
      </p:sp>
      <p:grpSp>
        <p:nvGrpSpPr>
          <p:cNvPr id="2" name="Group 1">
            <a:extLst>
              <a:ext uri="{FF2B5EF4-FFF2-40B4-BE49-F238E27FC236}">
                <a16:creationId xmlns:a16="http://schemas.microsoft.com/office/drawing/2014/main" id="{7B53DDA9-459F-6459-B4EC-2466101231C0}"/>
              </a:ext>
            </a:extLst>
          </p:cNvPr>
          <p:cNvGrpSpPr/>
          <p:nvPr/>
        </p:nvGrpSpPr>
        <p:grpSpPr>
          <a:xfrm>
            <a:off x="6487010" y="1176890"/>
            <a:ext cx="2084561" cy="415936"/>
            <a:chOff x="19461029" y="4145700"/>
            <a:chExt cx="6253683" cy="1247808"/>
          </a:xfrm>
        </p:grpSpPr>
        <p:sp>
          <p:nvSpPr>
            <p:cNvPr id="10" name="Rounded Rectangle 9">
              <a:extLst>
                <a:ext uri="{FF2B5EF4-FFF2-40B4-BE49-F238E27FC236}">
                  <a16:creationId xmlns:a16="http://schemas.microsoft.com/office/drawing/2014/main" id="{2DC3803D-891B-C923-E74D-D0D1AA3BA7D2}"/>
                </a:ext>
              </a:extLst>
            </p:cNvPr>
            <p:cNvSpPr/>
            <p:nvPr/>
          </p:nvSpPr>
          <p:spPr>
            <a:xfrm>
              <a:off x="19461029" y="4145700"/>
              <a:ext cx="625368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lang="pt-BR" sz="1400">
                  <a:solidFill>
                    <a:srgbClr val="FFFFFF"/>
                  </a:solidFill>
                  <a:latin typeface="Aptos" pitchFamily="2" charset="77"/>
                </a:rPr>
                <a:t>O que inclui</a:t>
              </a:r>
              <a:r>
                <a:rPr kumimoji="0" lang="pt-BR" sz="1400" b="0" i="0" u="none" strike="noStrike" kern="1200" cap="none" spc="0" normalizeH="0" baseline="0" noProof="0">
                  <a:ln>
                    <a:noFill/>
                  </a:ln>
                  <a:solidFill>
                    <a:srgbClr val="FFFFFF"/>
                  </a:solidFill>
                  <a:effectLst/>
                  <a:uLnTx/>
                  <a:uFillTx/>
                  <a:latin typeface="Aptos" pitchFamily="2" charset="77"/>
                  <a:ea typeface="+mn-ea"/>
                  <a:cs typeface="+mn-cs"/>
                </a:rPr>
                <a:t/>
              </a:r>
            </a:p>
          </p:txBody>
        </p:sp>
        <p:grpSp>
          <p:nvGrpSpPr>
            <p:cNvPr id="16" name="Google Shape;407;p27">
              <a:extLst>
                <a:ext uri="{FF2B5EF4-FFF2-40B4-BE49-F238E27FC236}">
                  <a16:creationId xmlns:a16="http://schemas.microsoft.com/office/drawing/2014/main" id="{33D0C404-6D7E-D322-AE7A-646EE6577AA9}"/>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C2157B60-5FD7-830E-A1F7-63B2B9781614}"/>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8" name="Google Shape;409;p27">
                <a:extLst>
                  <a:ext uri="{FF2B5EF4-FFF2-40B4-BE49-F238E27FC236}">
                    <a16:creationId xmlns:a16="http://schemas.microsoft.com/office/drawing/2014/main" id="{9AEFCA0D-1AE2-7214-677C-2F0D395BBEE6}"/>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9" name="Google Shape;410;p27">
                <a:extLst>
                  <a:ext uri="{FF2B5EF4-FFF2-40B4-BE49-F238E27FC236}">
                    <a16:creationId xmlns:a16="http://schemas.microsoft.com/office/drawing/2014/main" id="{EBA9B2A2-E74E-C55B-B316-7A02DCBB5680}"/>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grpSp>
      </p:grpSp>
      <p:pic>
        <p:nvPicPr>
          <p:cNvPr id="25" name="Picture 24" descr="A screenshot of a phone&#10;&#10;AI-generated content may be incorrect.">
            <a:extLst>
              <a:ext uri="{FF2B5EF4-FFF2-40B4-BE49-F238E27FC236}">
                <a16:creationId xmlns:a16="http://schemas.microsoft.com/office/drawing/2014/main" id="{5AA71F5B-F152-9991-A217-A715D38CE123}"/>
              </a:ext>
            </a:extLst>
          </p:cNvPr>
          <p:cNvPicPr>
            <a:picLocks noChangeAspect="1"/>
          </p:cNvPicPr>
          <p:nvPr/>
        </p:nvPicPr>
        <p:blipFill>
          <a:blip r:embed="rId3"/>
          <a:stretch>
            <a:fillRect/>
          </a:stretch>
        </p:blipFill>
        <p:spPr>
          <a:xfrm>
            <a:off x="2431778" y="3385105"/>
            <a:ext cx="1827177" cy="1554464"/>
          </a:xfrm>
          <a:prstGeom prst="rect">
            <a:avLst/>
          </a:prstGeom>
        </p:spPr>
      </p:pic>
      <p:sp>
        <p:nvSpPr>
          <p:cNvPr id="30" name="Picture Placeholder 29">
            <a:extLst>
              <a:ext uri="{FF2B5EF4-FFF2-40B4-BE49-F238E27FC236}">
                <a16:creationId xmlns:a16="http://schemas.microsoft.com/office/drawing/2014/main" id="{3DF63CCB-DBA7-63B3-E069-A2D1D94260A5}"/>
              </a:ext>
            </a:extLst>
          </p:cNvPr>
          <p:cNvSpPr>
            <a:spLocks noGrp="1"/>
          </p:cNvSpPr>
          <p:nvPr>
            <p:ph type="pic" sz="quarter" idx="33"/>
          </p:nvPr>
        </p:nvSpPr>
        <p:spPr/>
        <p:txBody>
          <a:bodyPr/>
          <a:lstStyle/>
          <a:p>
            <a:endParaRPr lang="en-US"/>
          </a:p>
        </p:txBody>
      </p:sp>
      <p:pic>
        <p:nvPicPr>
          <p:cNvPr id="8" name="Picture 7">
            <a:extLst>
              <a:ext uri="{FF2B5EF4-FFF2-40B4-BE49-F238E27FC236}">
                <a16:creationId xmlns:a16="http://schemas.microsoft.com/office/drawing/2014/main" id="{BC17D62E-F35F-45AD-3F57-CAF8256C0E77}"/>
              </a:ext>
            </a:extLst>
          </p:cNvPr>
          <p:cNvPicPr>
            <a:picLocks noChangeAspect="1"/>
          </p:cNvPicPr>
          <p:nvPr/>
        </p:nvPicPr>
        <p:blipFill>
          <a:blip r:embed="rId4"/>
          <a:stretch>
            <a:fillRect/>
          </a:stretch>
        </p:blipFill>
        <p:spPr>
          <a:xfrm>
            <a:off x="154172" y="2087519"/>
            <a:ext cx="5787656" cy="3110678"/>
          </a:xfrm>
          <a:prstGeom prst="roundRect">
            <a:avLst>
              <a:gd name="adj" fmla="val 5031"/>
            </a:avLst>
          </a:prstGeom>
        </p:spPr>
      </p:pic>
      <p:sp>
        <p:nvSpPr>
          <p:cNvPr id="9" name="Google Shape;727;p90">
            <a:extLst>
              <a:ext uri="{FF2B5EF4-FFF2-40B4-BE49-F238E27FC236}">
                <a16:creationId xmlns:a16="http://schemas.microsoft.com/office/drawing/2014/main" id="{131BE565-7189-51B4-E444-5BC84153A078}"/>
              </a:ext>
            </a:extLst>
          </p:cNvPr>
          <p:cNvSpPr txBox="1">
            <a:spLocks/>
          </p:cNvSpPr>
          <p:nvPr/>
        </p:nvSpPr>
        <p:spPr>
          <a:xfrm>
            <a:off x="6305260" y="4106501"/>
            <a:ext cx="3238856" cy="457081"/>
          </a:xfrm>
          <a:prstGeom prst="rect">
            <a:avLst/>
          </a:prstGeom>
        </p:spPr>
        <p:txBody>
          <a:bodyPr spcFirstLastPara="1" wrap="square" lIns="91401" tIns="45688" rIns="91401" bIns="45688"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64" indent="-285664">
              <a:buFont typeface="Arial" panose="020B0604020202020204" pitchFamily="34" charset="0"/>
              <a:buChar char="•"/>
            </a:pPr>
            <a:r>
              <a:rPr lang="pt-BR" sz="1600"/>
              <a:t>Contexto de </a:t>
            </a:r>
            <a:br>
              <a:rPr lang="en-US" sz="1600"/>
            </a:br>
            <a:r>
              <a:rPr lang="pt-BR" sz="1600"/>
              <a:t>múltiplos arquivos</a:t>
            </a:r>
          </a:p>
        </p:txBody>
      </p:sp>
      <p:sp>
        <p:nvSpPr>
          <p:cNvPr id="22" name="Google Shape;730;p90">
            <a:extLst>
              <a:ext uri="{FF2B5EF4-FFF2-40B4-BE49-F238E27FC236}">
                <a16:creationId xmlns:a16="http://schemas.microsoft.com/office/drawing/2014/main" id="{5BCB47A5-78C3-C811-A4BD-5A3AE136414E}"/>
              </a:ext>
            </a:extLst>
          </p:cNvPr>
          <p:cNvSpPr txBox="1">
            <a:spLocks/>
          </p:cNvSpPr>
          <p:nvPr/>
        </p:nvSpPr>
        <p:spPr>
          <a:xfrm>
            <a:off x="6258110" y="3503278"/>
            <a:ext cx="3762310" cy="457081"/>
          </a:xfrm>
          <a:prstGeom prst="rect">
            <a:avLst/>
          </a:prstGeom>
        </p:spPr>
        <p:txBody>
          <a:bodyPr spcFirstLastPara="1" wrap="square" lIns="91401" tIns="45688" rIns="91401" bIns="45688"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64" indent="-285664">
              <a:buFont typeface="Arial" panose="020B0604020202020204" pitchFamily="34" charset="0"/>
              <a:buChar char="•"/>
            </a:pPr>
            <a:r>
              <a:rPr lang="pt-BR" sz="1600"/>
              <a:t>Geração e </a:t>
            </a:r>
            <a:br>
              <a:rPr lang="en-US" sz="1600"/>
            </a:br>
            <a:r>
              <a:rPr lang="pt-BR" sz="1600"/>
              <a:t>modificação de código</a:t>
            </a:r>
          </a:p>
        </p:txBody>
      </p:sp>
      <p:sp>
        <p:nvSpPr>
          <p:cNvPr id="24" name="Google Shape;738;p91">
            <a:extLst>
              <a:ext uri="{FF2B5EF4-FFF2-40B4-BE49-F238E27FC236}">
                <a16:creationId xmlns:a16="http://schemas.microsoft.com/office/drawing/2014/main" id="{CCD08D58-D8F6-6EED-FFDC-A478F424F7EA}"/>
              </a:ext>
            </a:extLst>
          </p:cNvPr>
          <p:cNvSpPr txBox="1">
            <a:spLocks/>
          </p:cNvSpPr>
          <p:nvPr/>
        </p:nvSpPr>
        <p:spPr>
          <a:xfrm>
            <a:off x="6305260" y="2971919"/>
            <a:ext cx="3238856"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pt-BR" sz="1600" kern="0"/>
              <a:t>Assistência</a:t>
            </a:r>
            <a:br>
              <a:rPr lang="en-US" sz="1600" kern="0"/>
            </a:br>
            <a:r>
              <a:rPr lang="pt-BR" sz="1600" kern="0"/>
              <a:t>interativa</a:t>
            </a:r>
          </a:p>
        </p:txBody>
      </p:sp>
      <p:sp>
        <p:nvSpPr>
          <p:cNvPr id="27" name="Google Shape;740;p91">
            <a:extLst>
              <a:ext uri="{FF2B5EF4-FFF2-40B4-BE49-F238E27FC236}">
                <a16:creationId xmlns:a16="http://schemas.microsoft.com/office/drawing/2014/main" id="{91F67899-5648-68BA-3CB8-1C80781CBB71}"/>
              </a:ext>
            </a:extLst>
          </p:cNvPr>
          <p:cNvSpPr txBox="1">
            <a:spLocks/>
          </p:cNvSpPr>
          <p:nvPr/>
        </p:nvSpPr>
        <p:spPr>
          <a:xfrm>
            <a:off x="9198170" y="3489023"/>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pt-BR" sz="1600" kern="0"/>
              <a:t>Ferramentas e </a:t>
            </a:r>
            <a:br>
              <a:rPr lang="en-US" sz="1600" kern="0"/>
            </a:br>
            <a:r>
              <a:rPr lang="pt-BR" sz="1600" kern="0"/>
              <a:t>comandos de shell</a:t>
            </a:r>
          </a:p>
        </p:txBody>
      </p:sp>
      <p:sp>
        <p:nvSpPr>
          <p:cNvPr id="29" name="Google Shape;743;p91">
            <a:extLst>
              <a:ext uri="{FF2B5EF4-FFF2-40B4-BE49-F238E27FC236}">
                <a16:creationId xmlns:a16="http://schemas.microsoft.com/office/drawing/2014/main" id="{326274F0-D8D0-1843-5DF1-BD371BD22BB2}"/>
              </a:ext>
            </a:extLst>
          </p:cNvPr>
          <p:cNvSpPr txBox="1">
            <a:spLocks/>
          </p:cNvSpPr>
          <p:nvPr/>
        </p:nvSpPr>
        <p:spPr>
          <a:xfrm>
            <a:off x="9249055" y="4692623"/>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pt-BR" sz="1600" kern="0"/>
              <a:t>Skills, ferramentas, hooks, MCP</a:t>
            </a:r>
          </a:p>
        </p:txBody>
      </p:sp>
      <p:sp>
        <p:nvSpPr>
          <p:cNvPr id="32" name="Google Shape;743;p91">
            <a:extLst>
              <a:ext uri="{FF2B5EF4-FFF2-40B4-BE49-F238E27FC236}">
                <a16:creationId xmlns:a16="http://schemas.microsoft.com/office/drawing/2014/main" id="{E4C995B0-6B37-9E22-203D-D81398D79131}"/>
              </a:ext>
            </a:extLst>
          </p:cNvPr>
          <p:cNvSpPr txBox="1">
            <a:spLocks/>
          </p:cNvSpPr>
          <p:nvPr/>
        </p:nvSpPr>
        <p:spPr>
          <a:xfrm>
            <a:off x="9249055" y="4083785"/>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pt-BR" sz="1600" kern="0"/>
              <a:t>BYOK/ provedores personalizados</a:t>
            </a:r>
          </a:p>
        </p:txBody>
      </p:sp>
      <p:sp>
        <p:nvSpPr>
          <p:cNvPr id="34" name="Google Shape;727;p90">
            <a:extLst>
              <a:ext uri="{FF2B5EF4-FFF2-40B4-BE49-F238E27FC236}">
                <a16:creationId xmlns:a16="http://schemas.microsoft.com/office/drawing/2014/main" id="{89D07A2B-877A-8234-6CCD-CF6C23C7BFF5}"/>
              </a:ext>
            </a:extLst>
          </p:cNvPr>
          <p:cNvSpPr txBox="1">
            <a:spLocks/>
          </p:cNvSpPr>
          <p:nvPr/>
        </p:nvSpPr>
        <p:spPr>
          <a:xfrm>
            <a:off x="6305260" y="4897537"/>
            <a:ext cx="3238856" cy="457081"/>
          </a:xfrm>
          <a:prstGeom prst="rect">
            <a:avLst/>
          </a:prstGeom>
        </p:spPr>
        <p:txBody>
          <a:bodyPr spcFirstLastPara="1" wrap="square" lIns="91401" tIns="45688" rIns="91401" bIns="45688"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22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664" indent="-285664">
              <a:buFont typeface="Arial" panose="020B0604020202020204" pitchFamily="34" charset="0"/>
              <a:buChar char="•"/>
            </a:pPr>
            <a:r>
              <a:rPr lang="pt-BR" sz="1600"/>
              <a:t>Modos para </a:t>
            </a:r>
            <a:br>
              <a:rPr lang="en-US" sz="1600"/>
            </a:br>
            <a:r>
              <a:rPr lang="pt-BR" sz="1600"/>
              <a:t>várias situações</a:t>
            </a:r>
            <a:br>
              <a:rPr lang="en-US" sz="1600"/>
            </a:br>
            <a:r>
              <a:rPr lang="pt-BR" sz="1600"/>
              <a:t>Plan/Autopilot/etc</a:t>
            </a:r>
          </a:p>
        </p:txBody>
      </p:sp>
      <p:sp>
        <p:nvSpPr>
          <p:cNvPr id="36" name="Google Shape;743;p91">
            <a:extLst>
              <a:ext uri="{FF2B5EF4-FFF2-40B4-BE49-F238E27FC236}">
                <a16:creationId xmlns:a16="http://schemas.microsoft.com/office/drawing/2014/main" id="{D006C55B-FC90-3644-5A7F-08991344E3A8}"/>
              </a:ext>
            </a:extLst>
          </p:cNvPr>
          <p:cNvSpPr txBox="1">
            <a:spLocks/>
          </p:cNvSpPr>
          <p:nvPr/>
        </p:nvSpPr>
        <p:spPr>
          <a:xfrm>
            <a:off x="9249055" y="2965752"/>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pt-BR" sz="1600" kern="0"/>
              <a:t>Automação</a:t>
            </a:r>
            <a:br>
              <a:rPr lang="en-US" sz="1600" kern="0"/>
            </a:br>
            <a:r>
              <a:rPr lang="pt-BR" sz="1600" kern="0"/>
              <a:t>headless</a:t>
            </a:r>
          </a:p>
        </p:txBody>
      </p:sp>
      <p:sp>
        <p:nvSpPr>
          <p:cNvPr id="38" name="Google Shape;743;p91">
            <a:extLst>
              <a:ext uri="{FF2B5EF4-FFF2-40B4-BE49-F238E27FC236}">
                <a16:creationId xmlns:a16="http://schemas.microsoft.com/office/drawing/2014/main" id="{349F0E1E-CD59-13F2-CB66-57811D9193AB}"/>
              </a:ext>
            </a:extLst>
          </p:cNvPr>
          <p:cNvSpPr txBox="1">
            <a:spLocks/>
          </p:cNvSpPr>
          <p:nvPr/>
        </p:nvSpPr>
        <p:spPr>
          <a:xfrm>
            <a:off x="6297324" y="5268035"/>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pt-BR" sz="1600" kern="0"/>
              <a:t>Sessões remotas</a:t>
            </a:r>
          </a:p>
        </p:txBody>
      </p:sp>
      <p:sp>
        <p:nvSpPr>
          <p:cNvPr id="40" name="Google Shape;743;p91">
            <a:extLst>
              <a:ext uri="{FF2B5EF4-FFF2-40B4-BE49-F238E27FC236}">
                <a16:creationId xmlns:a16="http://schemas.microsoft.com/office/drawing/2014/main" id="{A3CAD63D-713D-D09C-DD2C-2F530F578050}"/>
              </a:ext>
            </a:extLst>
          </p:cNvPr>
          <p:cNvSpPr txBox="1">
            <a:spLocks/>
          </p:cNvSpPr>
          <p:nvPr/>
        </p:nvSpPr>
        <p:spPr>
          <a:xfrm>
            <a:off x="6297324" y="5649349"/>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err="1"/>
              <a:t>OpenTelemetry</a:t>
            </a:r>
            <a:endParaRPr lang="en-US" sz="1600" kern="0"/>
          </a:p>
        </p:txBody>
      </p:sp>
      <p:sp>
        <p:nvSpPr>
          <p:cNvPr id="42" name="Google Shape;743;p91">
            <a:extLst>
              <a:ext uri="{FF2B5EF4-FFF2-40B4-BE49-F238E27FC236}">
                <a16:creationId xmlns:a16="http://schemas.microsoft.com/office/drawing/2014/main" id="{FA60CDDA-6ADD-22B8-90E7-AA76F957C71B}"/>
              </a:ext>
            </a:extLst>
          </p:cNvPr>
          <p:cNvSpPr txBox="1">
            <a:spLocks/>
          </p:cNvSpPr>
          <p:nvPr/>
        </p:nvSpPr>
        <p:spPr>
          <a:xfrm>
            <a:off x="9300467" y="5080985"/>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en-US" sz="1600" kern="0"/>
              <a:t>Streaming</a:t>
            </a:r>
          </a:p>
        </p:txBody>
      </p:sp>
      <p:sp>
        <p:nvSpPr>
          <p:cNvPr id="44" name="Google Shape;743;p91">
            <a:extLst>
              <a:ext uri="{FF2B5EF4-FFF2-40B4-BE49-F238E27FC236}">
                <a16:creationId xmlns:a16="http://schemas.microsoft.com/office/drawing/2014/main" id="{9B6A8A2C-0BF5-C25E-7427-3466544D9BD2}"/>
              </a:ext>
            </a:extLst>
          </p:cNvPr>
          <p:cNvSpPr txBox="1">
            <a:spLocks/>
          </p:cNvSpPr>
          <p:nvPr/>
        </p:nvSpPr>
        <p:spPr>
          <a:xfrm>
            <a:off x="9300467" y="5458812"/>
            <a:ext cx="2613184" cy="457081"/>
          </a:xfrm>
          <a:prstGeom prst="rect">
            <a:avLst/>
          </a:prstGeom>
          <a:noFill/>
          <a:ln>
            <a:noFill/>
          </a:ln>
        </p:spPr>
        <p:txBody>
          <a:bodyPr spcFirstLastPara="1" wrap="square" lIns="91401" tIns="45688" rIns="91401" bIns="45688" anchor="b" anchorCtr="0">
            <a:noAutofit/>
          </a:bodyPr>
          <a:lstStyle>
            <a:defPPr marR="0" lvl="0" algn="l" rtl="0">
              <a:lnSpc>
                <a:spcPct val="100000"/>
              </a:lnSpc>
              <a:spcBef>
                <a:spcPts val="0"/>
              </a:spcBef>
              <a:spcAft>
                <a:spcPts val="0"/>
              </a:spcAft>
            </a:defPPr>
            <a:lvl1pPr marL="457189" marR="0" lvl="0" indent="-228594" algn="l" rtl="0">
              <a:lnSpc>
                <a:spcPct val="90000"/>
              </a:lnSpc>
              <a:spcBef>
                <a:spcPts val="10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1pPr>
            <a:lvl2pPr marL="914377" marR="0" lvl="1"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2pPr>
            <a:lvl3pPr marL="1371566" marR="0" lvl="2"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3pPr>
            <a:lvl4pPr marL="1828754" marR="0" lvl="3"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4pPr>
            <a:lvl5pPr marL="2285943" marR="0" lvl="4" indent="-228594" algn="l" rtl="0">
              <a:lnSpc>
                <a:spcPct val="90000"/>
              </a:lnSpc>
              <a:spcBef>
                <a:spcPts val="500"/>
              </a:spcBef>
              <a:spcAft>
                <a:spcPts val="0"/>
              </a:spcAft>
              <a:buClr>
                <a:schemeClr val="lt1"/>
              </a:buClr>
              <a:buSzPts val="1800"/>
              <a:buFont typeface="Aptos"/>
              <a:buNone/>
              <a:defRPr sz="1800" b="0" i="0" u="none" strike="noStrike" cap="none">
                <a:solidFill>
                  <a:schemeClr val="lt1"/>
                </a:solidFill>
                <a:latin typeface="Aptos"/>
                <a:ea typeface="Aptos"/>
                <a:cs typeface="Aptos"/>
                <a:sym typeface="Aptos"/>
              </a:defRPr>
            </a:lvl5pPr>
            <a:lvl6pPr marL="2743131" marR="0" lvl="5"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6pPr>
            <a:lvl7pPr marL="3200320" marR="0" lvl="6"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7pPr>
            <a:lvl8pPr marL="3657509" marR="0" lvl="7"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8pPr>
            <a:lvl9pPr marL="4114697" marR="0" lvl="8" indent="-342891" algn="l" rtl="0">
              <a:lnSpc>
                <a:spcPct val="90000"/>
              </a:lnSpc>
              <a:spcBef>
                <a:spcPts val="500"/>
              </a:spcBef>
              <a:spcAft>
                <a:spcPts val="0"/>
              </a:spcAft>
              <a:buClr>
                <a:schemeClr val="lt1"/>
              </a:buClr>
              <a:buSzPts val="1800"/>
              <a:buFont typeface="Aptos"/>
              <a:buChar char="•"/>
              <a:defRPr sz="1800" b="0" i="0" u="none" strike="noStrike" cap="none">
                <a:solidFill>
                  <a:schemeClr val="lt1"/>
                </a:solidFill>
                <a:latin typeface="Aptos"/>
                <a:ea typeface="Aptos"/>
                <a:cs typeface="Aptos"/>
                <a:sym typeface="Aptos"/>
              </a:defRPr>
            </a:lvl9pPr>
          </a:lstStyle>
          <a:p>
            <a:pPr marL="285664" indent="-285664">
              <a:buFont typeface="Arial" panose="020B0604020202020204" pitchFamily="34" charset="0"/>
              <a:buChar char="•"/>
            </a:pPr>
            <a:r>
              <a:rPr lang="pt-BR" sz="1600" kern="0"/>
              <a:t>Permissões</a:t>
            </a:r>
          </a:p>
        </p:txBody>
      </p:sp>
    </p:spTree>
    <p:extLst>
      <p:ext uri="{BB962C8B-B14F-4D97-AF65-F5344CB8AC3E}">
        <p14:creationId xmlns:p14="http://schemas.microsoft.com/office/powerpoint/2010/main" val="3621248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 Placeholder 1">
            <a:extLst>
              <a:ext uri="{FF2B5EF4-FFF2-40B4-BE49-F238E27FC236}">
                <a16:creationId xmlns:a16="http://schemas.microsoft.com/office/drawing/2014/main" id="{CA7D8FC2-F287-15AA-F2B0-2DD968831C02}"/>
              </a:ext>
            </a:extLst>
          </p:cNvPr>
          <p:cNvSpPr>
            <a:spLocks noGrp="1"/>
          </p:cNvSpPr>
          <p:nvPr>
            <p:ph type="body" sz="quarter" idx="26"/>
          </p:nvPr>
        </p:nvSpPr>
        <p:spPr>
          <a:xfrm>
            <a:off x="781540" y="1037310"/>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/agent</a:t>
            </a:r>
          </a:p>
        </p:txBody>
      </p:sp>
      <p:sp>
        <p:nvSpPr>
          <p:cNvPr id="71" name="Text Placeholder 2">
            <a:extLst>
              <a:ext uri="{FF2B5EF4-FFF2-40B4-BE49-F238E27FC236}">
                <a16:creationId xmlns:a16="http://schemas.microsoft.com/office/drawing/2014/main" id="{12AB47DA-991F-E99F-699B-943738C30199}"/>
              </a:ext>
            </a:extLst>
          </p:cNvPr>
          <p:cNvSpPr>
            <a:spLocks noGrp="1"/>
          </p:cNvSpPr>
          <p:nvPr>
            <p:ph type="body" sz="quarter" idx="27"/>
          </p:nvPr>
        </p:nvSpPr>
        <p:spPr>
          <a:xfrm>
            <a:off x="781541" y="1512259"/>
            <a:ext cx="3239550" cy="429998"/>
          </a:xfrm>
        </p:spPr>
        <p:txBody>
          <a:bodyPr/>
          <a:lstStyle/>
          <a:p>
            <a:r>
              <a:rPr lang="pt-BR"/>
              <a:t>Alternar para um agente personalizado</a:t>
            </a:r>
          </a:p>
        </p:txBody>
      </p:sp>
      <p:sp>
        <p:nvSpPr>
          <p:cNvPr id="72" name="Text Placeholder 4">
            <a:extLst>
              <a:ext uri="{FF2B5EF4-FFF2-40B4-BE49-F238E27FC236}">
                <a16:creationId xmlns:a16="http://schemas.microsoft.com/office/drawing/2014/main" id="{6EC3A0E5-640F-1E40-B467-9764C74274CD}"/>
              </a:ext>
            </a:extLst>
          </p:cNvPr>
          <p:cNvSpPr>
            <a:spLocks noGrp="1"/>
          </p:cNvSpPr>
          <p:nvPr>
            <p:ph type="body" sz="quarter" idx="29"/>
          </p:nvPr>
        </p:nvSpPr>
        <p:spPr>
          <a:xfrm>
            <a:off x="4476224" y="1037310"/>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/model</a:t>
            </a:r>
          </a:p>
        </p:txBody>
      </p:sp>
      <p:sp>
        <p:nvSpPr>
          <p:cNvPr id="73" name="Text Placeholder 5">
            <a:extLst>
              <a:ext uri="{FF2B5EF4-FFF2-40B4-BE49-F238E27FC236}">
                <a16:creationId xmlns:a16="http://schemas.microsoft.com/office/drawing/2014/main" id="{E835F326-6803-5A87-C3BE-F98773B83CC6}"/>
              </a:ext>
            </a:extLst>
          </p:cNvPr>
          <p:cNvSpPr>
            <a:spLocks noGrp="1"/>
          </p:cNvSpPr>
          <p:nvPr>
            <p:ph type="body" sz="quarter" idx="30"/>
          </p:nvPr>
        </p:nvSpPr>
        <p:spPr>
          <a:xfrm>
            <a:off x="4476225" y="1512259"/>
            <a:ext cx="3239550" cy="586767"/>
          </a:xfrm>
        </p:spPr>
        <p:txBody>
          <a:bodyPr/>
          <a:lstStyle/>
          <a:p>
            <a:r>
              <a:rPr lang="pt-BR"/>
              <a:t>Ver os modelos disponíveis e escolher um</a:t>
            </a:r>
          </a:p>
        </p:txBody>
      </p:sp>
      <p:sp>
        <p:nvSpPr>
          <p:cNvPr id="74" name="Text Placeholder 7">
            <a:extLst>
              <a:ext uri="{FF2B5EF4-FFF2-40B4-BE49-F238E27FC236}">
                <a16:creationId xmlns:a16="http://schemas.microsoft.com/office/drawing/2014/main" id="{F51AD104-DC20-76A9-8A2B-2A4FA836F7F5}"/>
              </a:ext>
            </a:extLst>
          </p:cNvPr>
          <p:cNvSpPr>
            <a:spLocks noGrp="1"/>
          </p:cNvSpPr>
          <p:nvPr>
            <p:ph type="body" sz="quarter" idx="32"/>
          </p:nvPr>
        </p:nvSpPr>
        <p:spPr>
          <a:xfrm>
            <a:off x="781540" y="1944180"/>
            <a:ext cx="3239551" cy="4572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/plan</a:t>
            </a:r>
          </a:p>
        </p:txBody>
      </p:sp>
      <p:sp>
        <p:nvSpPr>
          <p:cNvPr id="75" name="Text Placeholder 8">
            <a:extLst>
              <a:ext uri="{FF2B5EF4-FFF2-40B4-BE49-F238E27FC236}">
                <a16:creationId xmlns:a16="http://schemas.microsoft.com/office/drawing/2014/main" id="{A17E3517-A72C-4280-7193-B2EAF2A71941}"/>
              </a:ext>
            </a:extLst>
          </p:cNvPr>
          <p:cNvSpPr>
            <a:spLocks noGrp="1"/>
          </p:cNvSpPr>
          <p:nvPr>
            <p:ph type="body" sz="quarter" idx="33"/>
          </p:nvPr>
        </p:nvSpPr>
        <p:spPr>
          <a:xfrm>
            <a:off x="781541" y="2419129"/>
            <a:ext cx="3239550" cy="616563"/>
          </a:xfrm>
        </p:spPr>
        <p:txBody>
          <a:bodyPr/>
          <a:lstStyle/>
          <a:p>
            <a:r>
              <a:rPr lang="pt-BR"/>
              <a:t>Planejar a implementação antes de escrever código</a:t>
            </a:r>
          </a:p>
        </p:txBody>
      </p:sp>
      <p:sp>
        <p:nvSpPr>
          <p:cNvPr id="14" name="Title 13">
            <a:extLst>
              <a:ext uri="{FF2B5EF4-FFF2-40B4-BE49-F238E27FC236}">
                <a16:creationId xmlns:a16="http://schemas.microsoft.com/office/drawing/2014/main" id="{6252EE3F-90A7-845A-7B55-AD8B27883B0F}"/>
              </a:ext>
            </a:extLst>
          </p:cNvPr>
          <p:cNvSpPr>
            <a:spLocks noGrp="1"/>
          </p:cNvSpPr>
          <p:nvPr>
            <p:ph type="ctrTitle"/>
          </p:nvPr>
        </p:nvSpPr>
        <p:spPr>
          <a:xfrm>
            <a:off x="487706" y="336199"/>
            <a:ext cx="6162476" cy="836582"/>
          </a:xfrm>
        </p:spPr>
        <p:txBody>
          <a:bodyPr/>
          <a:lstStyle/>
          <a:p>
            <a:r>
              <a:rPr lang="pt-BR"/>
              <a:t>Comandos slash</a:t>
            </a:r>
          </a:p>
        </p:txBody>
      </p:sp>
      <p:sp>
        <p:nvSpPr>
          <p:cNvPr id="52" name="Text Placeholder 1">
            <a:extLst>
              <a:ext uri="{FF2B5EF4-FFF2-40B4-BE49-F238E27FC236}">
                <a16:creationId xmlns:a16="http://schemas.microsoft.com/office/drawing/2014/main" id="{79D3C412-5D8A-1142-53E5-2293B24800D9}"/>
              </a:ext>
            </a:extLst>
          </p:cNvPr>
          <p:cNvSpPr txBox="1">
            <a:spLocks/>
          </p:cNvSpPr>
          <p:nvPr/>
        </p:nvSpPr>
        <p:spPr>
          <a:xfrm>
            <a:off x="4476224" y="2099026"/>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a:t>
            </a:r>
            <a:r>
              <a:rPr lang="en-US" err="1">
                <a:latin typeface="Consolas" panose="02000009000000000000" pitchFamily="49" charset="0"/>
                <a:ea typeface="Consolas" panose="02000009000000000000" pitchFamily="49" charset="0"/>
                <a:cs typeface="Consolas" panose="02000009000000000000" pitchFamily="49" charset="0"/>
              </a:rPr>
              <a:t>mcp</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53" name="Text Placeholder 2">
            <a:extLst>
              <a:ext uri="{FF2B5EF4-FFF2-40B4-BE49-F238E27FC236}">
                <a16:creationId xmlns:a16="http://schemas.microsoft.com/office/drawing/2014/main" id="{85729402-4EBE-4CB5-B32B-3BFADD2843FA}"/>
              </a:ext>
            </a:extLst>
          </p:cNvPr>
          <p:cNvSpPr txBox="1">
            <a:spLocks/>
          </p:cNvSpPr>
          <p:nvPr/>
        </p:nvSpPr>
        <p:spPr>
          <a:xfrm>
            <a:off x="4476225" y="2573975"/>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Gerenciar seus servidores MCP</a:t>
            </a:r>
          </a:p>
        </p:txBody>
      </p:sp>
      <p:sp>
        <p:nvSpPr>
          <p:cNvPr id="54" name="Text Placeholder 7">
            <a:extLst>
              <a:ext uri="{FF2B5EF4-FFF2-40B4-BE49-F238E27FC236}">
                <a16:creationId xmlns:a16="http://schemas.microsoft.com/office/drawing/2014/main" id="{F7A0C01A-3602-0D39-09EA-46E29CFF28C5}"/>
              </a:ext>
            </a:extLst>
          </p:cNvPr>
          <p:cNvSpPr txBox="1">
            <a:spLocks/>
          </p:cNvSpPr>
          <p:nvPr/>
        </p:nvSpPr>
        <p:spPr>
          <a:xfrm>
            <a:off x="8170907" y="1077325"/>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latin typeface="Consolas" panose="02000009000000000000" pitchFamily="49" charset="0"/>
                <a:ea typeface="Consolas" panose="02000009000000000000" pitchFamily="49" charset="0"/>
                <a:cs typeface="Consolas" panose="02000009000000000000" pitchFamily="49" charset="0"/>
              </a:rPr>
              <a:t>/</a:t>
            </a:r>
            <a:r>
              <a:rPr lang="pt-BR">
                <a:latin typeface="Consolas" panose="02000009000000000000" pitchFamily="49" charset="0"/>
                <a:ea typeface="Consolas" panose="02000009000000000000" pitchFamily="49" charset="0"/>
                <a:cs typeface="Consolas" panose="02000009000000000000" pitchFamily="49" charset="0"/>
              </a:rPr>
              <a:t>cwd</a:t>
            </a:r>
            <a:r>
              <a:rPr lang="pt-BR">
                <a:latin typeface="Consolas" panose="02000009000000000000" pitchFamily="49" charset="0"/>
                <a:ea typeface="Consolas" panose="02000009000000000000" pitchFamily="49" charset="0"/>
                <a:cs typeface="Consolas" panose="02000009000000000000" pitchFamily="49" charset="0"/>
              </a:rPr>
              <a:t> ou /cd</a:t>
            </a:r>
          </a:p>
        </p:txBody>
      </p:sp>
      <p:sp>
        <p:nvSpPr>
          <p:cNvPr id="55" name="Text Placeholder 8">
            <a:extLst>
              <a:ext uri="{FF2B5EF4-FFF2-40B4-BE49-F238E27FC236}">
                <a16:creationId xmlns:a16="http://schemas.microsoft.com/office/drawing/2014/main" id="{7B67A19C-4443-A8E5-D3B4-EBA3F6061EF8}"/>
              </a:ext>
            </a:extLst>
          </p:cNvPr>
          <p:cNvSpPr txBox="1">
            <a:spLocks/>
          </p:cNvSpPr>
          <p:nvPr/>
        </p:nvSpPr>
        <p:spPr>
          <a:xfrm>
            <a:off x="8170908" y="155227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Mudar o diretório no meio da sessão</a:t>
            </a:r>
          </a:p>
        </p:txBody>
      </p:sp>
      <p:sp>
        <p:nvSpPr>
          <p:cNvPr id="56" name="Text Placeholder 10">
            <a:extLst>
              <a:ext uri="{FF2B5EF4-FFF2-40B4-BE49-F238E27FC236}">
                <a16:creationId xmlns:a16="http://schemas.microsoft.com/office/drawing/2014/main" id="{668166E2-3165-E9BE-C800-908797974695}"/>
              </a:ext>
            </a:extLst>
          </p:cNvPr>
          <p:cNvSpPr txBox="1">
            <a:spLocks/>
          </p:cNvSpPr>
          <p:nvPr/>
        </p:nvSpPr>
        <p:spPr>
          <a:xfrm>
            <a:off x="8170907" y="2121292"/>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/fork</a:t>
            </a:r>
          </a:p>
        </p:txBody>
      </p:sp>
      <p:sp>
        <p:nvSpPr>
          <p:cNvPr id="57" name="Text Placeholder 11">
            <a:extLst>
              <a:ext uri="{FF2B5EF4-FFF2-40B4-BE49-F238E27FC236}">
                <a16:creationId xmlns:a16="http://schemas.microsoft.com/office/drawing/2014/main" id="{7904D236-A598-92DA-FFBD-0606B7EA4AE6}"/>
              </a:ext>
            </a:extLst>
          </p:cNvPr>
          <p:cNvSpPr txBox="1">
            <a:spLocks/>
          </p:cNvSpPr>
          <p:nvPr/>
        </p:nvSpPr>
        <p:spPr>
          <a:xfrm>
            <a:off x="8170908" y="2596241"/>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Fazer fork da sessão atual em uma nova</a:t>
            </a:r>
          </a:p>
        </p:txBody>
      </p:sp>
      <p:sp>
        <p:nvSpPr>
          <p:cNvPr id="58" name="Text Placeholder 4">
            <a:extLst>
              <a:ext uri="{FF2B5EF4-FFF2-40B4-BE49-F238E27FC236}">
                <a16:creationId xmlns:a16="http://schemas.microsoft.com/office/drawing/2014/main" id="{F1F7B78A-CDBC-A3A6-2E94-EE233A02FE4C}"/>
              </a:ext>
            </a:extLst>
          </p:cNvPr>
          <p:cNvSpPr txBox="1">
            <a:spLocks/>
          </p:cNvSpPr>
          <p:nvPr/>
        </p:nvSpPr>
        <p:spPr>
          <a:xfrm>
            <a:off x="4476224" y="3005837"/>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/yolo</a:t>
            </a:r>
          </a:p>
        </p:txBody>
      </p:sp>
      <p:sp>
        <p:nvSpPr>
          <p:cNvPr id="59" name="Text Placeholder 5">
            <a:extLst>
              <a:ext uri="{FF2B5EF4-FFF2-40B4-BE49-F238E27FC236}">
                <a16:creationId xmlns:a16="http://schemas.microsoft.com/office/drawing/2014/main" id="{80ED138D-2FCC-7AFF-B7F6-54A6AE403F1A}"/>
              </a:ext>
            </a:extLst>
          </p:cNvPr>
          <p:cNvSpPr txBox="1">
            <a:spLocks/>
          </p:cNvSpPr>
          <p:nvPr/>
        </p:nvSpPr>
        <p:spPr>
          <a:xfrm>
            <a:off x="4476225" y="3480786"/>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Habilitar todas as permissões</a:t>
            </a:r>
          </a:p>
        </p:txBody>
      </p:sp>
      <p:sp>
        <p:nvSpPr>
          <p:cNvPr id="60" name="Text Placeholder 10">
            <a:extLst>
              <a:ext uri="{FF2B5EF4-FFF2-40B4-BE49-F238E27FC236}">
                <a16:creationId xmlns:a16="http://schemas.microsoft.com/office/drawing/2014/main" id="{6687B382-2D81-8ECD-4FE6-3FA0EE7574D3}"/>
              </a:ext>
            </a:extLst>
          </p:cNvPr>
          <p:cNvSpPr txBox="1">
            <a:spLocks/>
          </p:cNvSpPr>
          <p:nvPr/>
        </p:nvSpPr>
        <p:spPr>
          <a:xfrm>
            <a:off x="8170907" y="3005837"/>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/context</a:t>
            </a:r>
          </a:p>
        </p:txBody>
      </p:sp>
      <p:sp>
        <p:nvSpPr>
          <p:cNvPr id="61" name="Text Placeholder 11">
            <a:extLst>
              <a:ext uri="{FF2B5EF4-FFF2-40B4-BE49-F238E27FC236}">
                <a16:creationId xmlns:a16="http://schemas.microsoft.com/office/drawing/2014/main" id="{61984726-8A30-584D-037A-26E4E9D1C58C}"/>
              </a:ext>
            </a:extLst>
          </p:cNvPr>
          <p:cNvSpPr txBox="1">
            <a:spLocks/>
          </p:cNvSpPr>
          <p:nvPr/>
        </p:nvSpPr>
        <p:spPr>
          <a:xfrm>
            <a:off x="8170908" y="3480786"/>
            <a:ext cx="3727256"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Uso de tokens e janela de contexto</a:t>
            </a:r>
          </a:p>
        </p:txBody>
      </p:sp>
      <p:sp>
        <p:nvSpPr>
          <p:cNvPr id="62" name="Text Placeholder 4">
            <a:extLst>
              <a:ext uri="{FF2B5EF4-FFF2-40B4-BE49-F238E27FC236}">
                <a16:creationId xmlns:a16="http://schemas.microsoft.com/office/drawing/2014/main" id="{F0A99626-B97C-2E5D-D074-066565EC7C87}"/>
              </a:ext>
            </a:extLst>
          </p:cNvPr>
          <p:cNvSpPr txBox="1">
            <a:spLocks/>
          </p:cNvSpPr>
          <p:nvPr/>
        </p:nvSpPr>
        <p:spPr>
          <a:xfrm>
            <a:off x="4476224" y="3877149"/>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/diff</a:t>
            </a:r>
          </a:p>
        </p:txBody>
      </p:sp>
      <p:sp>
        <p:nvSpPr>
          <p:cNvPr id="63" name="Text Placeholder 5">
            <a:extLst>
              <a:ext uri="{FF2B5EF4-FFF2-40B4-BE49-F238E27FC236}">
                <a16:creationId xmlns:a16="http://schemas.microsoft.com/office/drawing/2014/main" id="{20E5248F-6BF1-6A5B-FE3D-7B4F5D4769B3}"/>
              </a:ext>
            </a:extLst>
          </p:cNvPr>
          <p:cNvSpPr txBox="1">
            <a:spLocks/>
          </p:cNvSpPr>
          <p:nvPr/>
        </p:nvSpPr>
        <p:spPr>
          <a:xfrm>
            <a:off x="4476225" y="4352098"/>
            <a:ext cx="369468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Revisar alterações no diretório</a:t>
            </a:r>
          </a:p>
        </p:txBody>
      </p:sp>
      <p:sp>
        <p:nvSpPr>
          <p:cNvPr id="64" name="Text Placeholder 10">
            <a:extLst>
              <a:ext uri="{FF2B5EF4-FFF2-40B4-BE49-F238E27FC236}">
                <a16:creationId xmlns:a16="http://schemas.microsoft.com/office/drawing/2014/main" id="{6437FACA-22B8-2502-A3E0-8E6A602CAA4A}"/>
              </a:ext>
            </a:extLst>
          </p:cNvPr>
          <p:cNvSpPr txBox="1">
            <a:spLocks/>
          </p:cNvSpPr>
          <p:nvPr/>
        </p:nvSpPr>
        <p:spPr>
          <a:xfrm>
            <a:off x="8170907" y="3877149"/>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/review</a:t>
            </a:r>
          </a:p>
        </p:txBody>
      </p:sp>
      <p:sp>
        <p:nvSpPr>
          <p:cNvPr id="65" name="Text Placeholder 11">
            <a:extLst>
              <a:ext uri="{FF2B5EF4-FFF2-40B4-BE49-F238E27FC236}">
                <a16:creationId xmlns:a16="http://schemas.microsoft.com/office/drawing/2014/main" id="{F3DF8AFC-30F3-BC27-8078-C75EDC678454}"/>
              </a:ext>
            </a:extLst>
          </p:cNvPr>
          <p:cNvSpPr txBox="1">
            <a:spLocks/>
          </p:cNvSpPr>
          <p:nvPr/>
        </p:nvSpPr>
        <p:spPr>
          <a:xfrm>
            <a:off x="8170907" y="4352098"/>
            <a:ext cx="3727257"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Rodar um code review das alterações</a:t>
            </a:r>
          </a:p>
        </p:txBody>
      </p:sp>
      <p:sp>
        <p:nvSpPr>
          <p:cNvPr id="66" name="Text Placeholder 4">
            <a:extLst>
              <a:ext uri="{FF2B5EF4-FFF2-40B4-BE49-F238E27FC236}">
                <a16:creationId xmlns:a16="http://schemas.microsoft.com/office/drawing/2014/main" id="{5BDF7A2F-D9D6-F71C-ACD3-9BD7930FC054}"/>
              </a:ext>
            </a:extLst>
          </p:cNvPr>
          <p:cNvSpPr txBox="1">
            <a:spLocks/>
          </p:cNvSpPr>
          <p:nvPr/>
        </p:nvSpPr>
        <p:spPr>
          <a:xfrm>
            <a:off x="4476224" y="4782096"/>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/skills</a:t>
            </a:r>
          </a:p>
        </p:txBody>
      </p:sp>
      <p:sp>
        <p:nvSpPr>
          <p:cNvPr id="67" name="Text Placeholder 5">
            <a:extLst>
              <a:ext uri="{FF2B5EF4-FFF2-40B4-BE49-F238E27FC236}">
                <a16:creationId xmlns:a16="http://schemas.microsoft.com/office/drawing/2014/main" id="{79457E86-F68F-6837-248E-97CAD73DF174}"/>
              </a:ext>
            </a:extLst>
          </p:cNvPr>
          <p:cNvSpPr txBox="1">
            <a:spLocks/>
          </p:cNvSpPr>
          <p:nvPr/>
        </p:nvSpPr>
        <p:spPr>
          <a:xfrm>
            <a:off x="4476225" y="5257045"/>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Gerenciar e chamar skills</a:t>
            </a:r>
          </a:p>
        </p:txBody>
      </p:sp>
      <p:sp>
        <p:nvSpPr>
          <p:cNvPr id="68" name="Text Placeholder 10">
            <a:extLst>
              <a:ext uri="{FF2B5EF4-FFF2-40B4-BE49-F238E27FC236}">
                <a16:creationId xmlns:a16="http://schemas.microsoft.com/office/drawing/2014/main" id="{362EC9A5-58E5-4855-BA8B-D137E0126195}"/>
              </a:ext>
            </a:extLst>
          </p:cNvPr>
          <p:cNvSpPr txBox="1">
            <a:spLocks/>
          </p:cNvSpPr>
          <p:nvPr/>
        </p:nvSpPr>
        <p:spPr>
          <a:xfrm>
            <a:off x="8170907" y="4782096"/>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/sandbox</a:t>
            </a:r>
          </a:p>
        </p:txBody>
      </p:sp>
      <p:sp>
        <p:nvSpPr>
          <p:cNvPr id="69" name="Text Placeholder 11">
            <a:extLst>
              <a:ext uri="{FF2B5EF4-FFF2-40B4-BE49-F238E27FC236}">
                <a16:creationId xmlns:a16="http://schemas.microsoft.com/office/drawing/2014/main" id="{F3E0EA7E-5E6F-3717-6117-2B7613E412EF}"/>
              </a:ext>
            </a:extLst>
          </p:cNvPr>
          <p:cNvSpPr txBox="1">
            <a:spLocks/>
          </p:cNvSpPr>
          <p:nvPr/>
        </p:nvSpPr>
        <p:spPr>
          <a:xfrm>
            <a:off x="8170908" y="5257045"/>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Configurar o sandbox</a:t>
            </a:r>
          </a:p>
        </p:txBody>
      </p:sp>
      <p:sp>
        <p:nvSpPr>
          <p:cNvPr id="2" name="Text Placeholder 7">
            <a:extLst>
              <a:ext uri="{FF2B5EF4-FFF2-40B4-BE49-F238E27FC236}">
                <a16:creationId xmlns:a16="http://schemas.microsoft.com/office/drawing/2014/main" id="{BFE2BE23-FE81-7F79-E3F5-28D250292B2B}"/>
              </a:ext>
            </a:extLst>
          </p:cNvPr>
          <p:cNvSpPr txBox="1">
            <a:spLocks/>
          </p:cNvSpPr>
          <p:nvPr/>
        </p:nvSpPr>
        <p:spPr>
          <a:xfrm>
            <a:off x="781540" y="3035692"/>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/every &amp; /after</a:t>
            </a:r>
          </a:p>
        </p:txBody>
      </p:sp>
      <p:sp>
        <p:nvSpPr>
          <p:cNvPr id="3" name="Text Placeholder 8">
            <a:extLst>
              <a:ext uri="{FF2B5EF4-FFF2-40B4-BE49-F238E27FC236}">
                <a16:creationId xmlns:a16="http://schemas.microsoft.com/office/drawing/2014/main" id="{67838D4F-5316-C88E-3D10-0A42E8D6C499}"/>
              </a:ext>
            </a:extLst>
          </p:cNvPr>
          <p:cNvSpPr txBox="1">
            <a:spLocks/>
          </p:cNvSpPr>
          <p:nvPr/>
        </p:nvSpPr>
        <p:spPr>
          <a:xfrm>
            <a:off x="781541" y="3510641"/>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Agendar prompt ou skill na sessão atual</a:t>
            </a:r>
          </a:p>
        </p:txBody>
      </p:sp>
      <p:sp>
        <p:nvSpPr>
          <p:cNvPr id="4" name="Text Placeholder 7">
            <a:extLst>
              <a:ext uri="{FF2B5EF4-FFF2-40B4-BE49-F238E27FC236}">
                <a16:creationId xmlns:a16="http://schemas.microsoft.com/office/drawing/2014/main" id="{B12A9A06-E90A-1270-AE97-010C0F801931}"/>
              </a:ext>
            </a:extLst>
          </p:cNvPr>
          <p:cNvSpPr txBox="1">
            <a:spLocks/>
          </p:cNvSpPr>
          <p:nvPr/>
        </p:nvSpPr>
        <p:spPr>
          <a:xfrm>
            <a:off x="781538" y="4129183"/>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/rubber-duck</a:t>
            </a:r>
          </a:p>
        </p:txBody>
      </p:sp>
      <p:sp>
        <p:nvSpPr>
          <p:cNvPr id="5" name="Text Placeholder 8">
            <a:extLst>
              <a:ext uri="{FF2B5EF4-FFF2-40B4-BE49-F238E27FC236}">
                <a16:creationId xmlns:a16="http://schemas.microsoft.com/office/drawing/2014/main" id="{0BCCEDCF-3D14-0167-C1F6-C6EA55C94061}"/>
              </a:ext>
            </a:extLst>
          </p:cNvPr>
          <p:cNvSpPr txBox="1">
            <a:spLocks/>
          </p:cNvSpPr>
          <p:nvPr/>
        </p:nvSpPr>
        <p:spPr>
          <a:xfrm>
            <a:off x="781539" y="4604132"/>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Segunda opinião de outro agente</a:t>
            </a:r>
          </a:p>
        </p:txBody>
      </p:sp>
      <p:sp>
        <p:nvSpPr>
          <p:cNvPr id="7" name="Text Placeholder 7">
            <a:extLst>
              <a:ext uri="{FF2B5EF4-FFF2-40B4-BE49-F238E27FC236}">
                <a16:creationId xmlns:a16="http://schemas.microsoft.com/office/drawing/2014/main" id="{74AA2538-1382-6EFF-E512-29E5994ED333}"/>
              </a:ext>
            </a:extLst>
          </p:cNvPr>
          <p:cNvSpPr txBox="1">
            <a:spLocks/>
          </p:cNvSpPr>
          <p:nvPr/>
        </p:nvSpPr>
        <p:spPr>
          <a:xfrm>
            <a:off x="781538" y="5143728"/>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/remote</a:t>
            </a:r>
          </a:p>
        </p:txBody>
      </p:sp>
      <p:sp>
        <p:nvSpPr>
          <p:cNvPr id="9" name="Text Placeholder 8">
            <a:extLst>
              <a:ext uri="{FF2B5EF4-FFF2-40B4-BE49-F238E27FC236}">
                <a16:creationId xmlns:a16="http://schemas.microsoft.com/office/drawing/2014/main" id="{1C443315-5D2E-A742-3537-8483FB8D2360}"/>
              </a:ext>
            </a:extLst>
          </p:cNvPr>
          <p:cNvSpPr txBox="1">
            <a:spLocks/>
          </p:cNvSpPr>
          <p:nvPr/>
        </p:nvSpPr>
        <p:spPr>
          <a:xfrm>
            <a:off x="781539" y="5618677"/>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Comece no terminal e continue pelo GitHub.com ou pelo celular</a:t>
            </a:r>
          </a:p>
        </p:txBody>
      </p:sp>
      <p:sp>
        <p:nvSpPr>
          <p:cNvPr id="11" name="Text Placeholder 4">
            <a:extLst>
              <a:ext uri="{FF2B5EF4-FFF2-40B4-BE49-F238E27FC236}">
                <a16:creationId xmlns:a16="http://schemas.microsoft.com/office/drawing/2014/main" id="{B42893A5-0A2E-6386-A474-DF4A38D11D5D}"/>
              </a:ext>
            </a:extLst>
          </p:cNvPr>
          <p:cNvSpPr txBox="1">
            <a:spLocks/>
          </p:cNvSpPr>
          <p:nvPr/>
        </p:nvSpPr>
        <p:spPr>
          <a:xfrm>
            <a:off x="4476224" y="5714245"/>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/delegate</a:t>
            </a:r>
          </a:p>
        </p:txBody>
      </p:sp>
      <p:sp>
        <p:nvSpPr>
          <p:cNvPr id="13" name="Text Placeholder 5">
            <a:extLst>
              <a:ext uri="{FF2B5EF4-FFF2-40B4-BE49-F238E27FC236}">
                <a16:creationId xmlns:a16="http://schemas.microsoft.com/office/drawing/2014/main" id="{D9FFC34F-B32E-1BEE-F16A-622DA02265C8}"/>
              </a:ext>
            </a:extLst>
          </p:cNvPr>
          <p:cNvSpPr txBox="1">
            <a:spLocks/>
          </p:cNvSpPr>
          <p:nvPr/>
        </p:nvSpPr>
        <p:spPr>
          <a:xfrm>
            <a:off x="4476225" y="618919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Enviar a tarefa ao Copilot cloud agent</a:t>
            </a:r>
          </a:p>
        </p:txBody>
      </p:sp>
      <p:sp>
        <p:nvSpPr>
          <p:cNvPr id="17" name="Text Placeholder 4">
            <a:extLst>
              <a:ext uri="{FF2B5EF4-FFF2-40B4-BE49-F238E27FC236}">
                <a16:creationId xmlns:a16="http://schemas.microsoft.com/office/drawing/2014/main" id="{BC726828-68A8-ABD6-A158-317ED2004C42}"/>
              </a:ext>
            </a:extLst>
          </p:cNvPr>
          <p:cNvSpPr txBox="1">
            <a:spLocks/>
          </p:cNvSpPr>
          <p:nvPr/>
        </p:nvSpPr>
        <p:spPr>
          <a:xfrm>
            <a:off x="8194608" y="5650755"/>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Consolas" panose="02000009000000000000" pitchFamily="49" charset="0"/>
                <a:ea typeface="Consolas" panose="02000009000000000000" pitchFamily="49" charset="0"/>
                <a:cs typeface="Consolas" panose="02000009000000000000" pitchFamily="49" charset="0"/>
              </a:rPr>
              <a:t>/fleet</a:t>
            </a:r>
          </a:p>
        </p:txBody>
      </p:sp>
      <p:sp>
        <p:nvSpPr>
          <p:cNvPr id="19" name="Text Placeholder 5">
            <a:extLst>
              <a:ext uri="{FF2B5EF4-FFF2-40B4-BE49-F238E27FC236}">
                <a16:creationId xmlns:a16="http://schemas.microsoft.com/office/drawing/2014/main" id="{F2DCFDB7-461F-E745-B1E2-275768050053}"/>
              </a:ext>
            </a:extLst>
          </p:cNvPr>
          <p:cNvSpPr txBox="1">
            <a:spLocks/>
          </p:cNvSpPr>
          <p:nvPr/>
        </p:nvSpPr>
        <p:spPr>
          <a:xfrm>
            <a:off x="8194609" y="612570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a:t>Coordenar subagentes</a:t>
            </a:r>
          </a:p>
        </p:txBody>
      </p:sp>
    </p:spTree>
    <p:extLst>
      <p:ext uri="{BB962C8B-B14F-4D97-AF65-F5344CB8AC3E}">
        <p14:creationId xmlns:p14="http://schemas.microsoft.com/office/powerpoint/2010/main" val="59814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AF964-2CA1-AA2A-F700-BD54376F53A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A643933-BE34-106C-F928-187125EF029E}"/>
              </a:ext>
            </a:extLst>
          </p:cNvPr>
          <p:cNvSpPr>
            <a:spLocks noGrp="1"/>
          </p:cNvSpPr>
          <p:nvPr>
            <p:ph type="body" sz="quarter" idx="32"/>
          </p:nvPr>
        </p:nvSpPr>
        <p:spPr>
          <a:prstGeom prst="rect">
            <a:avLst/>
          </a:prstGeom>
        </p:spPr>
        <p:txBody>
          <a:bodyPr vert="horz" lIns="0" tIns="0" rIns="0" bIns="0" rtlCol="0" anchor="t" anchorCtr="0">
            <a:noAutofit/>
          </a:bodyPr>
          <a:lstStyle/>
          <a:p>
            <a:r>
              <a:rPr lang="pt-BR"/>
              <a:t>esboce o trabalho, use /model para comparar abordagens e depois use o modo autopilot para implementar sem aprovação passo a passo.</a:t>
            </a:r>
          </a:p>
          <a:p>
            <a:br>
              <a:rPr lang="en-US"/>
            </a:br>
            <a:endParaRPr lang="en-US"/>
          </a:p>
        </p:txBody>
      </p:sp>
      <p:sp>
        <p:nvSpPr>
          <p:cNvPr id="3" name="Text Placeholder 2">
            <a:extLst>
              <a:ext uri="{FF2B5EF4-FFF2-40B4-BE49-F238E27FC236}">
                <a16:creationId xmlns:a16="http://schemas.microsoft.com/office/drawing/2014/main" id="{AFB87644-5204-BC0F-46C8-F11F552EE0E9}"/>
              </a:ext>
            </a:extLst>
          </p:cNvPr>
          <p:cNvSpPr>
            <a:spLocks noGrp="1"/>
          </p:cNvSpPr>
          <p:nvPr>
            <p:ph type="body" sz="quarter" idx="48"/>
          </p:nvPr>
        </p:nvSpPr>
        <p:spPr/>
        <p:txBody>
          <a:bodyPr vert="horz" lIns="0" tIns="0" rIns="0" bIns="0" rtlCol="0" anchor="t">
            <a:normAutofit/>
          </a:bodyPr>
          <a:lstStyle/>
          <a:p>
            <a:r>
              <a:rPr lang="pt-BR"/>
              <a:t>/plan com um time de agentes</a:t>
            </a:r>
          </a:p>
        </p:txBody>
      </p:sp>
      <p:pic>
        <p:nvPicPr>
          <p:cNvPr id="6" name="Picture 5">
            <a:extLst>
              <a:ext uri="{FF2B5EF4-FFF2-40B4-BE49-F238E27FC236}">
                <a16:creationId xmlns:a16="http://schemas.microsoft.com/office/drawing/2014/main" id="{257CB183-196B-A4AB-F363-CF668A2DC716}"/>
              </a:ext>
            </a:extLst>
          </p:cNvPr>
          <p:cNvPicPr>
            <a:picLocks noChangeAspect="1"/>
          </p:cNvPicPr>
          <p:nvPr/>
        </p:nvPicPr>
        <p:blipFill>
          <a:blip r:embed="rId3">
            <a:extLst>
              <a:ext uri="{28A0092B-C50C-407E-A947-70E740481C1C}">
                <a14:useLocalDpi xmlns:a14="http://schemas.microsoft.com/office/drawing/2010/main" val="0"/>
              </a:ext>
            </a:extLst>
          </a:blip>
          <a:srcRect l="691" t="2937" r="134" b="2574"/>
          <a:stretch>
            <a:fillRect/>
          </a:stretch>
        </p:blipFill>
        <p:spPr>
          <a:xfrm>
            <a:off x="1998133" y="1717309"/>
            <a:ext cx="8195733" cy="4742475"/>
          </a:xfrm>
          <a:prstGeom prst="roundRect">
            <a:avLst>
              <a:gd name="adj" fmla="val 3824"/>
            </a:avLst>
          </a:prstGeom>
          <a:ln>
            <a:solidFill>
              <a:srgbClr val="8A11AF"/>
            </a:solidFill>
          </a:ln>
        </p:spPr>
      </p:pic>
      <p:sp>
        <p:nvSpPr>
          <p:cNvPr id="4" name="Arrow: Right 3">
            <a:extLst>
              <a:ext uri="{FF2B5EF4-FFF2-40B4-BE49-F238E27FC236}">
                <a16:creationId xmlns:a16="http://schemas.microsoft.com/office/drawing/2014/main" id="{C7739F48-FA26-D9E3-07FF-2A9B9EF059CE}"/>
              </a:ext>
            </a:extLst>
          </p:cNvPr>
          <p:cNvSpPr/>
          <p:nvPr/>
        </p:nvSpPr>
        <p:spPr>
          <a:xfrm>
            <a:off x="1043796" y="5963065"/>
            <a:ext cx="1112808" cy="3536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838928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4E3D6-22C7-7B41-2ADC-40F8794646C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7A3EDA5-C53D-3E8A-11B5-72F8AED46F0A}"/>
              </a:ext>
            </a:extLst>
          </p:cNvPr>
          <p:cNvSpPr>
            <a:spLocks noGrp="1"/>
          </p:cNvSpPr>
          <p:nvPr>
            <p:ph type="body" sz="quarter" idx="32"/>
          </p:nvPr>
        </p:nvSpPr>
        <p:spPr>
          <a:prstGeom prst="rect">
            <a:avLst/>
          </a:prstGeom>
        </p:spPr>
        <p:txBody>
          <a:bodyPr vert="horz" lIns="0" tIns="0" rIns="0" bIns="0" rtlCol="0" anchor="t" anchorCtr="0">
            <a:noAutofit/>
          </a:bodyPr>
          <a:lstStyle/>
          <a:p>
            <a:r>
              <a:rPr lang="pt-BR"/>
              <a:t>defina instruções personalizadas e acesso a ferramentas, para que o comportamento se mantenha consistente entre modelos, sessões e trabalho delegado.</a:t>
            </a:r>
          </a:p>
        </p:txBody>
      </p:sp>
      <p:sp>
        <p:nvSpPr>
          <p:cNvPr id="3" name="Text Placeholder 2">
            <a:extLst>
              <a:ext uri="{FF2B5EF4-FFF2-40B4-BE49-F238E27FC236}">
                <a16:creationId xmlns:a16="http://schemas.microsoft.com/office/drawing/2014/main" id="{FC0BB59E-86E9-CA43-C08B-E0C8A3B29A5E}"/>
              </a:ext>
            </a:extLst>
          </p:cNvPr>
          <p:cNvSpPr>
            <a:spLocks noGrp="1"/>
          </p:cNvSpPr>
          <p:nvPr>
            <p:ph type="body" sz="quarter" idx="48"/>
          </p:nvPr>
        </p:nvSpPr>
        <p:spPr/>
        <p:txBody>
          <a:bodyPr vert="horz" lIns="0" tIns="0" rIns="0" bIns="0" rtlCol="0" anchor="t">
            <a:normAutofit/>
          </a:bodyPr>
          <a:lstStyle/>
          <a:p>
            <a:r>
              <a:rPr lang="pt-BR"/>
              <a:t>Molde o agente com /agent e /skills</a:t>
            </a:r>
          </a:p>
          <a:p>
            <a:endParaRPr lang="en-US">
              <a:latin typeface="Mona Sans Display"/>
              <a:cs typeface="Mona Sans Display"/>
            </a:endParaRPr>
          </a:p>
        </p:txBody>
      </p:sp>
      <p:pic>
        <p:nvPicPr>
          <p:cNvPr id="6" name="Picture 5">
            <a:extLst>
              <a:ext uri="{FF2B5EF4-FFF2-40B4-BE49-F238E27FC236}">
                <a16:creationId xmlns:a16="http://schemas.microsoft.com/office/drawing/2014/main" id="{4CC90B26-D6DD-CC5A-2F4A-099804A628C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43677" y="1537471"/>
            <a:ext cx="8104645" cy="4922313"/>
          </a:xfrm>
          <a:prstGeom prst="roundRect">
            <a:avLst>
              <a:gd name="adj" fmla="val 3824"/>
            </a:avLst>
          </a:prstGeom>
          <a:ln>
            <a:solidFill>
              <a:srgbClr val="8A11AF"/>
            </a:solidFill>
          </a:ln>
        </p:spPr>
      </p:pic>
      <p:sp>
        <p:nvSpPr>
          <p:cNvPr id="2" name="Rectangle 1">
            <a:extLst>
              <a:ext uri="{FF2B5EF4-FFF2-40B4-BE49-F238E27FC236}">
                <a16:creationId xmlns:a16="http://schemas.microsoft.com/office/drawing/2014/main" id="{A77592E4-1801-7145-4AB1-A3636D8EE20A}"/>
              </a:ext>
            </a:extLst>
          </p:cNvPr>
          <p:cNvSpPr/>
          <p:nvPr/>
        </p:nvSpPr>
        <p:spPr>
          <a:xfrm>
            <a:off x="2147194" y="3588590"/>
            <a:ext cx="5573448" cy="1731940"/>
          </a:xfrm>
          <a:prstGeom prst="rect">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001144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30A3F75-5025-A204-F553-8732DBAD3DFD}"/>
              </a:ext>
            </a:extLst>
          </p:cNvPr>
          <p:cNvSpPr>
            <a:spLocks noGrp="1"/>
          </p:cNvSpPr>
          <p:nvPr>
            <p:ph type="body" sz="quarter" idx="32"/>
          </p:nvPr>
        </p:nvSpPr>
        <p:spPr>
          <a:prstGeom prst="rect">
            <a:avLst/>
          </a:prstGeom>
        </p:spPr>
        <p:txBody>
          <a:bodyPr vert="horz" lIns="0" tIns="0" rIns="0" bIns="0" rtlCol="0" anchor="t" anchorCtr="0">
            <a:noAutofit/>
          </a:bodyPr>
          <a:lstStyle/>
          <a:p>
            <a:r>
              <a:rPr lang="pt-BR"/>
              <a:t>vá do backlog à implementação sem sair caçando contexto.</a:t>
            </a:r>
          </a:p>
        </p:txBody>
      </p:sp>
      <p:sp>
        <p:nvSpPr>
          <p:cNvPr id="3" name="Text Placeholder 2">
            <a:extLst>
              <a:ext uri="{FF2B5EF4-FFF2-40B4-BE49-F238E27FC236}">
                <a16:creationId xmlns:a16="http://schemas.microsoft.com/office/drawing/2014/main" id="{F50B175B-8D5C-2C6F-CF33-7D819F83890D}"/>
              </a:ext>
            </a:extLst>
          </p:cNvPr>
          <p:cNvSpPr>
            <a:spLocks noGrp="1"/>
          </p:cNvSpPr>
          <p:nvPr>
            <p:ph type="body" sz="quarter" idx="48"/>
          </p:nvPr>
        </p:nvSpPr>
        <p:spPr/>
        <p:txBody>
          <a:bodyPr vert="horz" lIns="0" tIns="0" rIns="0" bIns="0" rtlCol="0" anchor="t">
            <a:normAutofit/>
          </a:bodyPr>
          <a:lstStyle/>
          <a:p>
            <a:r>
              <a:rPr lang="pt-BR"/>
              <a:t>Suas issues, PRs e muito mais</a:t>
            </a:r>
            <a:endParaRPr lang="en-US">
              <a:latin typeface="Mona Sans Display"/>
              <a:cs typeface="Mona Sans Display"/>
            </a:endParaRPr>
          </a:p>
        </p:txBody>
      </p:sp>
      <p:pic>
        <p:nvPicPr>
          <p:cNvPr id="6" name="Picture 5">
            <a:extLst>
              <a:ext uri="{FF2B5EF4-FFF2-40B4-BE49-F238E27FC236}">
                <a16:creationId xmlns:a16="http://schemas.microsoft.com/office/drawing/2014/main" id="{A882ADD3-4A57-4BD7-7311-FFD53DACB1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865" y="1713933"/>
            <a:ext cx="6870097" cy="4172517"/>
          </a:xfrm>
          <a:prstGeom prst="roundRect">
            <a:avLst>
              <a:gd name="adj" fmla="val 3824"/>
            </a:avLst>
          </a:prstGeom>
          <a:ln>
            <a:solidFill>
              <a:srgbClr val="8A11AF"/>
            </a:solidFill>
          </a:ln>
        </p:spPr>
      </p:pic>
      <p:pic>
        <p:nvPicPr>
          <p:cNvPr id="4" name="Picture 3">
            <a:extLst>
              <a:ext uri="{FF2B5EF4-FFF2-40B4-BE49-F238E27FC236}">
                <a16:creationId xmlns:a16="http://schemas.microsoft.com/office/drawing/2014/main" id="{984D2D58-A83E-BB47-9528-D72D0A8E88C4}"/>
              </a:ext>
            </a:extLst>
          </p:cNvPr>
          <p:cNvPicPr>
            <a:picLocks noChangeAspect="1"/>
          </p:cNvPicPr>
          <p:nvPr/>
        </p:nvPicPr>
        <p:blipFill>
          <a:blip r:embed="rId4"/>
          <a:srcRect l="4941" t="5211" r="62450" b="45968"/>
          <a:stretch>
            <a:fillRect/>
          </a:stretch>
        </p:blipFill>
        <p:spPr>
          <a:xfrm>
            <a:off x="7272539" y="1713933"/>
            <a:ext cx="4309861" cy="4172517"/>
          </a:xfrm>
          <a:prstGeom prst="roundRect">
            <a:avLst>
              <a:gd name="adj" fmla="val 3652"/>
            </a:avLst>
          </a:prstGeom>
          <a:ln>
            <a:solidFill>
              <a:srgbClr val="8A11AF"/>
            </a:solidFill>
          </a:ln>
        </p:spPr>
      </p:pic>
      <p:sp>
        <p:nvSpPr>
          <p:cNvPr id="7" name="Arrow: Right 6">
            <a:extLst>
              <a:ext uri="{FF2B5EF4-FFF2-40B4-BE49-F238E27FC236}">
                <a16:creationId xmlns:a16="http://schemas.microsoft.com/office/drawing/2014/main" id="{616E2DA7-372C-FAB0-4169-E89E7A304E3D}"/>
              </a:ext>
            </a:extLst>
          </p:cNvPr>
          <p:cNvSpPr/>
          <p:nvPr/>
        </p:nvSpPr>
        <p:spPr>
          <a:xfrm rot="7658565">
            <a:off x="8781717" y="1662383"/>
            <a:ext cx="771885" cy="4034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349320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2624D-7E4D-308D-20FC-E9921F12DC9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51FEC56-4B6A-257A-C979-8650B0E8F67E}"/>
              </a:ext>
            </a:extLst>
          </p:cNvPr>
          <p:cNvSpPr>
            <a:spLocks noGrp="1"/>
          </p:cNvSpPr>
          <p:nvPr>
            <p:ph type="body" sz="quarter" idx="32"/>
          </p:nvPr>
        </p:nvSpPr>
        <p:spPr>
          <a:prstGeom prst="rect">
            <a:avLst/>
          </a:prstGeom>
        </p:spPr>
        <p:txBody>
          <a:bodyPr vert="horz" lIns="0" tIns="0" rIns="0" bIns="0" rtlCol="0" anchor="t" anchorCtr="0">
            <a:noAutofit/>
          </a:bodyPr>
          <a:lstStyle/>
          <a:p>
            <a:r>
              <a:rPr lang="pt-BR"/>
              <a:t>Crie uma branch, implemente uma alteração e abra um pull request com um único comando. </a:t>
            </a:r>
          </a:p>
        </p:txBody>
      </p:sp>
      <p:sp>
        <p:nvSpPr>
          <p:cNvPr id="3" name="Text Placeholder 2">
            <a:extLst>
              <a:ext uri="{FF2B5EF4-FFF2-40B4-BE49-F238E27FC236}">
                <a16:creationId xmlns:a16="http://schemas.microsoft.com/office/drawing/2014/main" id="{7EA22730-E229-3CDB-280D-9497EE4BC19D}"/>
              </a:ext>
            </a:extLst>
          </p:cNvPr>
          <p:cNvSpPr>
            <a:spLocks noGrp="1"/>
          </p:cNvSpPr>
          <p:nvPr>
            <p:ph type="body" sz="quarter" idx="48"/>
          </p:nvPr>
        </p:nvSpPr>
        <p:spPr/>
        <p:txBody>
          <a:bodyPr vert="horz" lIns="0" tIns="0" rIns="0" bIns="0" rtlCol="0" anchor="t">
            <a:normAutofit/>
          </a:bodyPr>
          <a:lstStyle/>
          <a:p>
            <a:r>
              <a:rPr lang="pt-BR"/>
              <a:t>/delegate: trabalho na nuvem</a:t>
            </a:r>
          </a:p>
        </p:txBody>
      </p:sp>
      <p:pic>
        <p:nvPicPr>
          <p:cNvPr id="6" name="Picture 5">
            <a:extLst>
              <a:ext uri="{FF2B5EF4-FFF2-40B4-BE49-F238E27FC236}">
                <a16:creationId xmlns:a16="http://schemas.microsoft.com/office/drawing/2014/main" id="{FBC8979C-0DF9-49F2-E815-D85FF62E3D5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043677" y="1537471"/>
            <a:ext cx="8104645" cy="4922313"/>
          </a:xfrm>
          <a:prstGeom prst="roundRect">
            <a:avLst>
              <a:gd name="adj" fmla="val 3824"/>
            </a:avLst>
          </a:prstGeom>
          <a:ln>
            <a:solidFill>
              <a:srgbClr val="8A11AF"/>
            </a:solidFill>
          </a:ln>
        </p:spPr>
      </p:pic>
    </p:spTree>
    <p:extLst>
      <p:ext uri="{BB962C8B-B14F-4D97-AF65-F5344CB8AC3E}">
        <p14:creationId xmlns:p14="http://schemas.microsoft.com/office/powerpoint/2010/main" val="383587975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0101"/>
        </a:solidFill>
        <a:effectLst/>
      </p:bgPr>
    </p:bg>
    <p:spTree>
      <p:nvGrpSpPr>
        <p:cNvPr id="1" name="">
          <a:extLst>
            <a:ext uri="{FF2B5EF4-FFF2-40B4-BE49-F238E27FC236}">
              <a16:creationId xmlns:a16="http://schemas.microsoft.com/office/drawing/2014/main" id="{B53C1EC4-C857-78EF-2DBC-9879469D173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1634B44-99FB-96B4-0934-E01EF7AA1593}"/>
              </a:ext>
            </a:extLst>
          </p:cNvPr>
          <p:cNvSpPr>
            <a:spLocks noGrp="1"/>
          </p:cNvSpPr>
          <p:nvPr>
            <p:ph type="body" sz="quarter" idx="32"/>
          </p:nvPr>
        </p:nvSpPr>
        <p:spPr>
          <a:prstGeom prst="rect">
            <a:avLst/>
          </a:prstGeom>
        </p:spPr>
        <p:txBody>
          <a:bodyPr vert="horz" lIns="0" tIns="0" rIns="0" bIns="0" rtlCol="0" anchor="t" anchorCtr="0">
            <a:noAutofit/>
          </a:bodyPr>
          <a:lstStyle/>
          <a:p>
            <a:r>
              <a:rPr lang="pt-BR"/>
              <a:t>Comece no terminal e depois acompanhe, direcione e faça merge pelo GitHub.com ou pelo celular.</a:t>
            </a:r>
          </a:p>
        </p:txBody>
      </p:sp>
      <p:sp>
        <p:nvSpPr>
          <p:cNvPr id="3" name="Text Placeholder 2">
            <a:extLst>
              <a:ext uri="{FF2B5EF4-FFF2-40B4-BE49-F238E27FC236}">
                <a16:creationId xmlns:a16="http://schemas.microsoft.com/office/drawing/2014/main" id="{E6000ADC-014C-6CCC-7E2D-A64FD86B96BF}"/>
              </a:ext>
            </a:extLst>
          </p:cNvPr>
          <p:cNvSpPr>
            <a:spLocks noGrp="1"/>
          </p:cNvSpPr>
          <p:nvPr>
            <p:ph type="body" sz="quarter" idx="48"/>
          </p:nvPr>
        </p:nvSpPr>
        <p:spPr/>
        <p:txBody>
          <a:bodyPr vert="horz" lIns="0" tIns="0" rIns="0" bIns="0" rtlCol="0" anchor="t">
            <a:normAutofit/>
          </a:bodyPr>
          <a:lstStyle/>
          <a:p>
            <a:r>
              <a:rPr lang="pt-BR"/>
              <a:t>/remote em qualquer dispositivo</a:t>
            </a:r>
          </a:p>
        </p:txBody>
      </p:sp>
      <p:pic>
        <p:nvPicPr>
          <p:cNvPr id="6" name="Picture 5">
            <a:extLst>
              <a:ext uri="{FF2B5EF4-FFF2-40B4-BE49-F238E27FC236}">
                <a16:creationId xmlns:a16="http://schemas.microsoft.com/office/drawing/2014/main" id="{D223B4CA-BC41-C742-F003-37E10729E13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627554" y="1695515"/>
            <a:ext cx="8936891" cy="5427773"/>
          </a:xfrm>
          <a:prstGeom prst="roundRect">
            <a:avLst>
              <a:gd name="adj" fmla="val 3824"/>
            </a:avLst>
          </a:prstGeom>
          <a:ln>
            <a:noFill/>
          </a:ln>
        </p:spPr>
      </p:pic>
    </p:spTree>
    <p:extLst>
      <p:ext uri="{BB962C8B-B14F-4D97-AF65-F5344CB8AC3E}">
        <p14:creationId xmlns:p14="http://schemas.microsoft.com/office/powerpoint/2010/main" val="54999013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68D453-3B32-242E-2CE9-D1DC7AAA49B4}"/>
              </a:ext>
            </a:extLst>
          </p:cNvPr>
          <p:cNvSpPr>
            <a:spLocks noGrp="1"/>
          </p:cNvSpPr>
          <p:nvPr>
            <p:ph type="body" sz="quarter" idx="31"/>
          </p:nvPr>
        </p:nvSpPr>
        <p:spPr/>
        <p:txBody>
          <a:bodyPr/>
          <a:lstStyle/>
          <a:p>
            <a:r>
              <a:rPr lang="en-US"/>
              <a:t>GitHub Copilot CLI</a:t>
            </a:r>
          </a:p>
        </p:txBody>
      </p:sp>
      <p:sp>
        <p:nvSpPr>
          <p:cNvPr id="3" name="Text Placeholder 2">
            <a:extLst>
              <a:ext uri="{FF2B5EF4-FFF2-40B4-BE49-F238E27FC236}">
                <a16:creationId xmlns:a16="http://schemas.microsoft.com/office/drawing/2014/main" id="{3E504F11-9D95-C38C-C83F-D8CED18D0595}"/>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/context</a:t>
            </a:r>
          </a:p>
        </p:txBody>
      </p:sp>
      <p:sp>
        <p:nvSpPr>
          <p:cNvPr id="4" name="Text Placeholder 3">
            <a:extLst>
              <a:ext uri="{FF2B5EF4-FFF2-40B4-BE49-F238E27FC236}">
                <a16:creationId xmlns:a16="http://schemas.microsoft.com/office/drawing/2014/main" id="{9749C76D-A31B-529A-09C0-FF6274A0F2B5}"/>
              </a:ext>
            </a:extLst>
          </p:cNvPr>
          <p:cNvSpPr>
            <a:spLocks noGrp="1"/>
          </p:cNvSpPr>
          <p:nvPr>
            <p:ph type="body" sz="quarter" idx="33"/>
          </p:nvPr>
        </p:nvSpPr>
        <p:spPr/>
        <p:txBody>
          <a:bodyPr/>
          <a:lstStyle/>
          <a:p>
            <a:r>
              <a:rPr lang="pt-BR"/>
              <a:t>Visualiza o que está na sua janela de contexto.</a:t>
            </a:r>
          </a:p>
        </p:txBody>
      </p:sp>
      <p:sp>
        <p:nvSpPr>
          <p:cNvPr id="5" name="Text Placeholder 4">
            <a:extLst>
              <a:ext uri="{FF2B5EF4-FFF2-40B4-BE49-F238E27FC236}">
                <a16:creationId xmlns:a16="http://schemas.microsoft.com/office/drawing/2014/main" id="{71E67F5E-149E-D11B-053F-4EB039082E6E}"/>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/compact</a:t>
            </a:r>
          </a:p>
        </p:txBody>
      </p:sp>
      <p:sp>
        <p:nvSpPr>
          <p:cNvPr id="6" name="Text Placeholder 5">
            <a:extLst>
              <a:ext uri="{FF2B5EF4-FFF2-40B4-BE49-F238E27FC236}">
                <a16:creationId xmlns:a16="http://schemas.microsoft.com/office/drawing/2014/main" id="{432CCEA2-41C9-BB72-34A6-70A2B27EB8AA}"/>
              </a:ext>
            </a:extLst>
          </p:cNvPr>
          <p:cNvSpPr>
            <a:spLocks noGrp="1"/>
          </p:cNvSpPr>
          <p:nvPr>
            <p:ph type="body" sz="quarter" idx="36"/>
          </p:nvPr>
        </p:nvSpPr>
        <p:spPr/>
        <p:txBody>
          <a:bodyPr/>
          <a:lstStyle/>
          <a:p>
            <a:r>
              <a:rPr lang="pt-BR"/>
              <a:t>Resume o contexto atual e o compacta para um tamanho menor.</a:t>
            </a:r>
          </a:p>
        </p:txBody>
      </p:sp>
      <p:sp>
        <p:nvSpPr>
          <p:cNvPr id="9" name="Title 8">
            <a:extLst>
              <a:ext uri="{FF2B5EF4-FFF2-40B4-BE49-F238E27FC236}">
                <a16:creationId xmlns:a16="http://schemas.microsoft.com/office/drawing/2014/main" id="{41139FB8-8BE4-9696-E89E-9E0437F65780}"/>
              </a:ext>
            </a:extLst>
          </p:cNvPr>
          <p:cNvSpPr>
            <a:spLocks noGrp="1"/>
          </p:cNvSpPr>
          <p:nvPr>
            <p:ph type="title"/>
          </p:nvPr>
        </p:nvSpPr>
        <p:spPr/>
        <p:txBody>
          <a:bodyPr/>
          <a:lstStyle/>
          <a:p>
            <a:r>
              <a:rPr lang="pt-BR"/>
              <a:t>Contexto</a:t>
            </a:r>
            <a:br>
              <a:rPr lang="en-US"/>
            </a:br>
            <a:br>
              <a:rPr lang="en-US"/>
            </a:br>
            <a:endParaRPr lang="en-US"/>
          </a:p>
        </p:txBody>
      </p:sp>
      <p:sp>
        <p:nvSpPr>
          <p:cNvPr id="10" name="Picture Placeholder 9">
            <a:extLst>
              <a:ext uri="{FF2B5EF4-FFF2-40B4-BE49-F238E27FC236}">
                <a16:creationId xmlns:a16="http://schemas.microsoft.com/office/drawing/2014/main" id="{EF763C8E-2B27-63E6-3552-DA9E2C9DF50A}"/>
              </a:ext>
            </a:extLst>
          </p:cNvPr>
          <p:cNvSpPr>
            <a:spLocks noGrp="1"/>
          </p:cNvSpPr>
          <p:nvPr>
            <p:ph type="pic" sz="quarter" idx="44"/>
          </p:nvPr>
        </p:nvSpPr>
        <p:spPr/>
        <p:txBody>
          <a:bodyPr/>
          <a:lstStyle/>
          <a:p>
            <a:endParaRPr lang="en-US"/>
          </a:p>
        </p:txBody>
      </p:sp>
      <p:sp>
        <p:nvSpPr>
          <p:cNvPr id="11" name="Picture Placeholder 10">
            <a:extLst>
              <a:ext uri="{FF2B5EF4-FFF2-40B4-BE49-F238E27FC236}">
                <a16:creationId xmlns:a16="http://schemas.microsoft.com/office/drawing/2014/main" id="{67D43EEB-C66F-5B37-1F91-BA47700B16DA}"/>
              </a:ext>
            </a:extLst>
          </p:cNvPr>
          <p:cNvSpPr>
            <a:spLocks noGrp="1"/>
          </p:cNvSpPr>
          <p:nvPr>
            <p:ph type="pic" sz="quarter" idx="45"/>
          </p:nvPr>
        </p:nvSpPr>
        <p:spPr/>
        <p:txBody>
          <a:bodyPr/>
          <a:lstStyle/>
          <a:p>
            <a:endParaRPr lang="en-US"/>
          </a:p>
        </p:txBody>
      </p:sp>
      <p:sp>
        <p:nvSpPr>
          <p:cNvPr id="8" name="TextBox 7">
            <a:extLst>
              <a:ext uri="{FF2B5EF4-FFF2-40B4-BE49-F238E27FC236}">
                <a16:creationId xmlns:a16="http://schemas.microsoft.com/office/drawing/2014/main" id="{C5B86CB6-476C-2DF5-9931-B8A6C161104B}"/>
              </a:ext>
            </a:extLst>
          </p:cNvPr>
          <p:cNvSpPr txBox="1"/>
          <p:nvPr/>
        </p:nvSpPr>
        <p:spPr>
          <a:xfrm>
            <a:off x="283070" y="3709526"/>
            <a:ext cx="3955298" cy="1477328"/>
          </a:xfrm>
          <a:prstGeom prst="rect">
            <a:avLst/>
          </a:prstGeom>
          <a:noFill/>
        </p:spPr>
        <p:txBody>
          <a:bodyPr wrap="square">
            <a:spAutoFit/>
          </a:bodyPr>
          <a:lstStyle/>
          <a:p>
            <a:r>
              <a:rPr lang="pt-BR"/>
              <a:t>Com as Infinite Sessions (exclusivas da CLI), você provavelmente nunca vai precisar se preocupar com isso, mas, quando quiser gerenciar o contexto de forma mais direta, você pode usar:</a:t>
            </a:r>
          </a:p>
        </p:txBody>
      </p:sp>
      <p:pic>
        <p:nvPicPr>
          <p:cNvPr id="12" name="Picture 11" descr="The image displays a PowerShell session in a terminal, showing various statistics and options such as sessions, issues, pull requests, gists, and a context usage display.&#10;&#10;AI-generated content may be incorrect.">
            <a:extLst>
              <a:ext uri="{FF2B5EF4-FFF2-40B4-BE49-F238E27FC236}">
                <a16:creationId xmlns:a16="http://schemas.microsoft.com/office/drawing/2014/main" id="{0C78D52F-BC7E-AEB8-A866-732BF7FA8126}"/>
              </a:ext>
            </a:extLst>
          </p:cNvPr>
          <p:cNvPicPr>
            <a:picLocks noChangeAspect="1"/>
          </p:cNvPicPr>
          <p:nvPr/>
        </p:nvPicPr>
        <p:blipFill>
          <a:blip r:embed="rId4"/>
          <a:stretch>
            <a:fillRect/>
          </a:stretch>
        </p:blipFill>
        <p:spPr>
          <a:xfrm>
            <a:off x="5162473" y="10586"/>
            <a:ext cx="6585404" cy="3706567"/>
          </a:xfrm>
          <a:prstGeom prst="rect">
            <a:avLst/>
          </a:prstGeom>
        </p:spPr>
      </p:pic>
    </p:spTree>
    <p:extLst>
      <p:ext uri="{BB962C8B-B14F-4D97-AF65-F5344CB8AC3E}">
        <p14:creationId xmlns:p14="http://schemas.microsoft.com/office/powerpoint/2010/main" val="2227599819"/>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FAD30-11E0-5EF0-C03F-FF58C59230D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25C4C0-240B-26DD-080D-4C09DFCEB66C}"/>
              </a:ext>
            </a:extLst>
          </p:cNvPr>
          <p:cNvSpPr>
            <a:spLocks noGrp="1"/>
          </p:cNvSpPr>
          <p:nvPr>
            <p:ph type="body" sz="quarter" idx="31"/>
          </p:nvPr>
        </p:nvSpPr>
        <p:spPr/>
        <p:txBody>
          <a:bodyPr/>
          <a:lstStyle/>
          <a:p>
            <a:r>
              <a:rPr lang="en-US"/>
              <a:t>GitHub Copilot CLI</a:t>
            </a:r>
          </a:p>
        </p:txBody>
      </p:sp>
      <p:sp>
        <p:nvSpPr>
          <p:cNvPr id="3" name="Text Placeholder 2">
            <a:extLst>
              <a:ext uri="{FF2B5EF4-FFF2-40B4-BE49-F238E27FC236}">
                <a16:creationId xmlns:a16="http://schemas.microsoft.com/office/drawing/2014/main" id="{FF3FC21C-B529-2249-1D0F-73ABA9D9EC67}"/>
              </a:ext>
            </a:extLst>
          </p:cNvPr>
          <p:cNvSpPr>
            <a:spLocks noGrp="1"/>
          </p:cNvSpPr>
          <p:nvPr>
            <p:ph type="body" sz="quarter" idx="32"/>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/model</a:t>
            </a:r>
          </a:p>
        </p:txBody>
      </p:sp>
      <p:sp>
        <p:nvSpPr>
          <p:cNvPr id="4" name="Text Placeholder 3">
            <a:extLst>
              <a:ext uri="{FF2B5EF4-FFF2-40B4-BE49-F238E27FC236}">
                <a16:creationId xmlns:a16="http://schemas.microsoft.com/office/drawing/2014/main" id="{49AAF6F1-2EDC-1391-B693-C45AC0829382}"/>
              </a:ext>
            </a:extLst>
          </p:cNvPr>
          <p:cNvSpPr>
            <a:spLocks noGrp="1"/>
          </p:cNvSpPr>
          <p:nvPr>
            <p:ph type="body" sz="quarter" idx="33"/>
          </p:nvPr>
        </p:nvSpPr>
        <p:spPr/>
        <p:txBody>
          <a:bodyPr/>
          <a:lstStyle/>
          <a:p>
            <a:r>
              <a:rPr lang="pt-BR"/>
              <a:t>Pesquise e selecione o modelo que você quer usar.</a:t>
            </a:r>
          </a:p>
        </p:txBody>
      </p:sp>
      <p:sp>
        <p:nvSpPr>
          <p:cNvPr id="5" name="Text Placeholder 4">
            <a:extLst>
              <a:ext uri="{FF2B5EF4-FFF2-40B4-BE49-F238E27FC236}">
                <a16:creationId xmlns:a16="http://schemas.microsoft.com/office/drawing/2014/main" id="{2AB2253E-6A2F-68AC-2262-36124033A5CC}"/>
              </a:ext>
            </a:extLst>
          </p:cNvPr>
          <p:cNvSpPr>
            <a:spLocks noGrp="1"/>
          </p:cNvSpPr>
          <p:nvPr>
            <p:ph type="body" sz="quarter" idx="35"/>
          </p:nvPr>
        </p:nvSpPr>
        <p:spPr/>
        <p:txBody>
          <a:bodyPr/>
          <a:lstStyle/>
          <a:p>
            <a:r>
              <a:rPr lang="en-US">
                <a:latin typeface="Consolas" panose="02000009000000000000" pitchFamily="49" charset="0"/>
                <a:ea typeface="Consolas" panose="02000009000000000000" pitchFamily="49" charset="0"/>
                <a:cs typeface="Consolas" panose="02000009000000000000" pitchFamily="49" charset="0"/>
              </a:rPr>
              <a:t>/rubber-duck</a:t>
            </a:r>
          </a:p>
        </p:txBody>
      </p:sp>
      <p:sp>
        <p:nvSpPr>
          <p:cNvPr id="6" name="Text Placeholder 5">
            <a:extLst>
              <a:ext uri="{FF2B5EF4-FFF2-40B4-BE49-F238E27FC236}">
                <a16:creationId xmlns:a16="http://schemas.microsoft.com/office/drawing/2014/main" id="{023C5223-3EA8-6B6B-53D9-94EC9FC6E0F4}"/>
              </a:ext>
            </a:extLst>
          </p:cNvPr>
          <p:cNvSpPr>
            <a:spLocks noGrp="1"/>
          </p:cNvSpPr>
          <p:nvPr>
            <p:ph type="body" sz="quarter" idx="36"/>
          </p:nvPr>
        </p:nvSpPr>
        <p:spPr/>
        <p:txBody>
          <a:bodyPr/>
          <a:lstStyle/>
          <a:p>
            <a:r>
              <a:rPr lang="pt-BR"/>
              <a:t>Executa um code review usando um modelo de IA diferente.</a:t>
            </a:r>
          </a:p>
        </p:txBody>
      </p:sp>
      <p:sp>
        <p:nvSpPr>
          <p:cNvPr id="9" name="Title 8">
            <a:extLst>
              <a:ext uri="{FF2B5EF4-FFF2-40B4-BE49-F238E27FC236}">
                <a16:creationId xmlns:a16="http://schemas.microsoft.com/office/drawing/2014/main" id="{FBBA7B63-B697-1074-39A1-AD137B0A37DD}"/>
              </a:ext>
            </a:extLst>
          </p:cNvPr>
          <p:cNvSpPr>
            <a:spLocks noGrp="1"/>
          </p:cNvSpPr>
          <p:nvPr>
            <p:ph type="title"/>
          </p:nvPr>
        </p:nvSpPr>
        <p:spPr/>
        <p:txBody>
          <a:bodyPr/>
          <a:lstStyle/>
          <a:p>
            <a:r>
              <a:rPr lang="pt-BR"/>
              <a:t>Modelos!</a:t>
            </a:r>
            <a:br>
              <a:rPr lang="en-US"/>
            </a:br>
            <a:br>
              <a:rPr lang="en-US"/>
            </a:br>
            <a:endParaRPr lang="en-US"/>
          </a:p>
        </p:txBody>
      </p:sp>
      <p:sp>
        <p:nvSpPr>
          <p:cNvPr id="10" name="Picture Placeholder 9">
            <a:extLst>
              <a:ext uri="{FF2B5EF4-FFF2-40B4-BE49-F238E27FC236}">
                <a16:creationId xmlns:a16="http://schemas.microsoft.com/office/drawing/2014/main" id="{72070DC0-A4B3-091A-3C13-B6645731ABC5}"/>
              </a:ext>
            </a:extLst>
          </p:cNvPr>
          <p:cNvSpPr>
            <a:spLocks noGrp="1"/>
          </p:cNvSpPr>
          <p:nvPr>
            <p:ph type="pic" sz="quarter" idx="44"/>
          </p:nvPr>
        </p:nvSpPr>
        <p:spPr/>
        <p:txBody>
          <a:bodyPr/>
          <a:lstStyle/>
          <a:p>
            <a:endParaRPr lang="en-US"/>
          </a:p>
        </p:txBody>
      </p:sp>
      <p:sp>
        <p:nvSpPr>
          <p:cNvPr id="11" name="Picture Placeholder 10">
            <a:extLst>
              <a:ext uri="{FF2B5EF4-FFF2-40B4-BE49-F238E27FC236}">
                <a16:creationId xmlns:a16="http://schemas.microsoft.com/office/drawing/2014/main" id="{80485033-BDAB-0283-4D5C-60606501422A}"/>
              </a:ext>
            </a:extLst>
          </p:cNvPr>
          <p:cNvSpPr>
            <a:spLocks noGrp="1"/>
          </p:cNvSpPr>
          <p:nvPr>
            <p:ph type="pic" sz="quarter" idx="45"/>
          </p:nvPr>
        </p:nvSpPr>
        <p:spPr/>
        <p:txBody>
          <a:bodyPr/>
          <a:lstStyle/>
          <a:p>
            <a:endParaRPr lang="en-US"/>
          </a:p>
        </p:txBody>
      </p:sp>
      <p:sp>
        <p:nvSpPr>
          <p:cNvPr id="8" name="TextBox 7">
            <a:extLst>
              <a:ext uri="{FF2B5EF4-FFF2-40B4-BE49-F238E27FC236}">
                <a16:creationId xmlns:a16="http://schemas.microsoft.com/office/drawing/2014/main" id="{6DE65DB9-F588-46D4-F053-4A5017241570}"/>
              </a:ext>
            </a:extLst>
          </p:cNvPr>
          <p:cNvSpPr txBox="1"/>
          <p:nvPr/>
        </p:nvSpPr>
        <p:spPr>
          <a:xfrm>
            <a:off x="283070" y="3709526"/>
            <a:ext cx="3955298" cy="1477328"/>
          </a:xfrm>
          <a:prstGeom prst="rect">
            <a:avLst/>
          </a:prstGeom>
          <a:noFill/>
        </p:spPr>
        <p:txBody>
          <a:bodyPr wrap="square">
            <a:spAutoFit/>
          </a:bodyPr>
          <a:lstStyle/>
          <a:p>
            <a:r>
              <a:rPr lang="pt-BR"/>
              <a:t>Modelos de todo tipo de provedor, como Microsoft, Anthropic, OpenAI, Google e Moonshot AI. E você ainda pode usar o seu próprio com Bring Your Own Key!</a:t>
            </a:r>
          </a:p>
        </p:txBody>
      </p:sp>
      <p:pic>
        <p:nvPicPr>
          <p:cNvPr id="12" name="Picture 11" descr="The image displays a PowerShell session with a list of various projects and issues, including GitHub repositories, followed by a sidebar interface with commands and options.&#10;&#10;AI-generated content may be incorrect.">
            <a:extLst>
              <a:ext uri="{FF2B5EF4-FFF2-40B4-BE49-F238E27FC236}">
                <a16:creationId xmlns:a16="http://schemas.microsoft.com/office/drawing/2014/main" id="{026FF2B2-4A83-6B26-6D32-BABFC7B9834F}"/>
              </a:ext>
            </a:extLst>
          </p:cNvPr>
          <p:cNvPicPr>
            <a:picLocks noChangeAspect="1"/>
          </p:cNvPicPr>
          <p:nvPr/>
        </p:nvPicPr>
        <p:blipFill>
          <a:blip r:embed="rId4"/>
          <a:stretch>
            <a:fillRect/>
          </a:stretch>
        </p:blipFill>
        <p:spPr>
          <a:xfrm>
            <a:off x="5159844" y="-15350"/>
            <a:ext cx="6590661" cy="3709526"/>
          </a:xfrm>
          <a:prstGeom prst="rect">
            <a:avLst/>
          </a:prstGeom>
        </p:spPr>
      </p:pic>
    </p:spTree>
    <p:extLst>
      <p:ext uri="{BB962C8B-B14F-4D97-AF65-F5344CB8AC3E}">
        <p14:creationId xmlns:p14="http://schemas.microsoft.com/office/powerpoint/2010/main" val="2614293229"/>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Content Placeholder 29">
            <a:extLst>
              <a:ext uri="{FF2B5EF4-FFF2-40B4-BE49-F238E27FC236}">
                <a16:creationId xmlns:a16="http://schemas.microsoft.com/office/drawing/2014/main" id="{BF630118-E9D6-5340-EDC9-2B961038572F}"/>
              </a:ext>
            </a:extLst>
          </p:cNvPr>
          <p:cNvSpPr>
            <a:spLocks noGrp="1"/>
          </p:cNvSpPr>
          <p:nvPr>
            <p:ph idx="1"/>
          </p:nvPr>
        </p:nvSpPr>
        <p:spPr/>
        <p:txBody>
          <a:bodyPr/>
          <a:lstStyle/>
          <a:p>
            <a:pPr marL="342900" indent="-342900">
              <a:buFont typeface="Arial" panose="020B0604020202020204" pitchFamily="34" charset="0"/>
              <a:buChar char="•"/>
            </a:pPr>
            <a:r>
              <a:rPr lang="pt-BR"/>
              <a:t>Dê contexto ao Copilot mencionando arquivos com @ direto no prompt</a:t>
            </a:r>
          </a:p>
          <a:p>
            <a:pPr marL="342900" indent="-342900">
              <a:buFont typeface="Arial" panose="020B0604020202020204" pitchFamily="34" charset="0"/>
              <a:buChar char="•"/>
            </a:pPr>
            <a:r>
              <a:rPr lang="pt-BR"/>
              <a:t>Mencione vários arquivos de uma vez com @, inclusive imagens</a:t>
            </a:r>
          </a:p>
          <a:p>
            <a:pPr marL="342900" indent="-342900">
              <a:buFont typeface="Arial" panose="020B0604020202020204" pitchFamily="34" charset="0"/>
              <a:buChar char="•"/>
            </a:pPr>
            <a:r>
              <a:rPr lang="pt-BR"/>
              <a:t>Ou arraste e solte ou cole o arquivo ou a imagem para dar contexto</a:t>
            </a:r>
          </a:p>
        </p:txBody>
      </p:sp>
      <p:sp>
        <p:nvSpPr>
          <p:cNvPr id="31" name="Text Placeholder 30">
            <a:extLst>
              <a:ext uri="{FF2B5EF4-FFF2-40B4-BE49-F238E27FC236}">
                <a16:creationId xmlns:a16="http://schemas.microsoft.com/office/drawing/2014/main" id="{E32C66D3-0BF4-15FF-02EA-8F0FA62AEC97}"/>
              </a:ext>
            </a:extLst>
          </p:cNvPr>
          <p:cNvSpPr>
            <a:spLocks noGrp="1"/>
          </p:cNvSpPr>
          <p:nvPr>
            <p:ph type="body" sz="quarter" idx="32"/>
          </p:nvPr>
        </p:nvSpPr>
        <p:spPr/>
        <p:txBody>
          <a:bodyPr/>
          <a:lstStyle/>
          <a:p>
            <a:r>
              <a:rPr lang="en-US"/>
              <a:t>GitHub Copilot CLI</a:t>
            </a:r>
          </a:p>
        </p:txBody>
      </p:sp>
      <p:sp>
        <p:nvSpPr>
          <p:cNvPr id="29" name="Title 28">
            <a:extLst>
              <a:ext uri="{FF2B5EF4-FFF2-40B4-BE49-F238E27FC236}">
                <a16:creationId xmlns:a16="http://schemas.microsoft.com/office/drawing/2014/main" id="{27317C21-C3AF-FEB8-29A9-DD38E1AB07DD}"/>
              </a:ext>
            </a:extLst>
          </p:cNvPr>
          <p:cNvSpPr>
            <a:spLocks noGrp="1"/>
          </p:cNvSpPr>
          <p:nvPr>
            <p:ph type="ctrTitle"/>
          </p:nvPr>
        </p:nvSpPr>
        <p:spPr/>
        <p:txBody>
          <a:bodyPr/>
          <a:lstStyle/>
          <a:p>
            <a:r>
              <a:rPr lang="pt-BR"/>
              <a:t>@ para mencionar arquivos</a:t>
            </a:r>
          </a:p>
        </p:txBody>
      </p:sp>
      <p:sp>
        <p:nvSpPr>
          <p:cNvPr id="3" name="TextBox 2">
            <a:extLst>
              <a:ext uri="{FF2B5EF4-FFF2-40B4-BE49-F238E27FC236}">
                <a16:creationId xmlns:a16="http://schemas.microsoft.com/office/drawing/2014/main" id="{A4B7193F-55AB-5E3C-2379-49524B0247E7}"/>
              </a:ext>
            </a:extLst>
          </p:cNvPr>
          <p:cNvSpPr txBox="1"/>
          <p:nvPr/>
        </p:nvSpPr>
        <p:spPr>
          <a:xfrm>
            <a:off x="838084" y="5353809"/>
            <a:ext cx="6093994" cy="461665"/>
          </a:xfrm>
          <a:prstGeom prst="rect">
            <a:avLst/>
          </a:prstGeom>
          <a:noFill/>
        </p:spPr>
        <p:txBody>
          <a:bodyPr wrap="square">
            <a:spAutoFit/>
          </a:bodyPr>
          <a:lstStyle/>
          <a:p>
            <a:pPr algn="r"/>
            <a:r>
              <a:rPr lang="pt-BR" sz="2400"/>
              <a:t>ALT+V / CMD+V para colar imagens na CLI</a:t>
            </a:r>
          </a:p>
        </p:txBody>
      </p:sp>
      <p:pic>
        <p:nvPicPr>
          <p:cNvPr id="4" name="Picture 3">
            <a:extLst>
              <a:ext uri="{FF2B5EF4-FFF2-40B4-BE49-F238E27FC236}">
                <a16:creationId xmlns:a16="http://schemas.microsoft.com/office/drawing/2014/main" id="{BCD43D79-2123-E963-90CB-BAA94B4B80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049726" y="4949689"/>
            <a:ext cx="4619659" cy="1200159"/>
          </a:xfrm>
          <a:prstGeom prst="rect">
            <a:avLst/>
          </a:prstGeom>
        </p:spPr>
      </p:pic>
    </p:spTree>
    <p:extLst>
      <p:ext uri="{BB962C8B-B14F-4D97-AF65-F5344CB8AC3E}">
        <p14:creationId xmlns:p14="http://schemas.microsoft.com/office/powerpoint/2010/main" val="3213305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5EA2-6770-63FB-423B-FE206BDF8F8E}"/>
              </a:ext>
            </a:extLst>
          </p:cNvPr>
          <p:cNvSpPr>
            <a:spLocks noGrp="1"/>
          </p:cNvSpPr>
          <p:nvPr>
            <p:ph type="title"/>
          </p:nvPr>
        </p:nvSpPr>
        <p:spPr/>
        <p:txBody>
          <a:bodyPr/>
          <a:lstStyle/>
          <a:p>
            <a:r>
              <a:rPr lang="pt-BR"/>
              <a:t>Copilot em paralelo</a:t>
            </a:r>
          </a:p>
        </p:txBody>
      </p:sp>
      <p:pic>
        <p:nvPicPr>
          <p:cNvPr id="5" name="Picture 4" descr="The image displays a text-based interface with a GitHub Copilot integration, showing various file and directory listings, and a user navigating through a codebase to explore architectural decisions related to a file explorer with Git integration.&#10;&#10;AI-generated content may be incorrect.">
            <a:extLst>
              <a:ext uri="{FF2B5EF4-FFF2-40B4-BE49-F238E27FC236}">
                <a16:creationId xmlns:a16="http://schemas.microsoft.com/office/drawing/2014/main" id="{62C161AC-78A6-14E6-F647-DB0AF33527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0113" y="1405024"/>
            <a:ext cx="8262257" cy="4047951"/>
          </a:xfrm>
          <a:prstGeom prst="rect">
            <a:avLst/>
          </a:prstGeom>
        </p:spPr>
      </p:pic>
      <p:pic>
        <p:nvPicPr>
          <p:cNvPr id="7" name="Picture 6" descr="The image displays a terminal session with a user requesting the installation of project dependencies, followed by the initiation of a development server and web UI. The terminal outputs indicate that the project is running and accessible via web and API endpoints.&#10;&#10;AI-generated content may be incorrect.">
            <a:extLst>
              <a:ext uri="{FF2B5EF4-FFF2-40B4-BE49-F238E27FC236}">
                <a16:creationId xmlns:a16="http://schemas.microsoft.com/office/drawing/2014/main" id="{0606E90B-3E4D-F698-D3FE-F9573CA459BB}"/>
              </a:ext>
            </a:extLst>
          </p:cNvPr>
          <p:cNvPicPr>
            <a:picLocks noChangeAspect="1"/>
          </p:cNvPicPr>
          <p:nvPr/>
        </p:nvPicPr>
        <p:blipFill>
          <a:blip r:embed="rId4"/>
          <a:stretch>
            <a:fillRect/>
          </a:stretch>
        </p:blipFill>
        <p:spPr>
          <a:xfrm>
            <a:off x="9389824" y="19534"/>
            <a:ext cx="2346905" cy="5433441"/>
          </a:xfrm>
          <a:prstGeom prst="rect">
            <a:avLst/>
          </a:prstGeom>
        </p:spPr>
      </p:pic>
      <p:sp>
        <p:nvSpPr>
          <p:cNvPr id="8" name="TextBox 7">
            <a:extLst>
              <a:ext uri="{FF2B5EF4-FFF2-40B4-BE49-F238E27FC236}">
                <a16:creationId xmlns:a16="http://schemas.microsoft.com/office/drawing/2014/main" id="{09776AA6-C850-1F46-B11A-182DB344DD44}"/>
              </a:ext>
            </a:extLst>
          </p:cNvPr>
          <p:cNvSpPr txBox="1"/>
          <p:nvPr/>
        </p:nvSpPr>
        <p:spPr>
          <a:xfrm>
            <a:off x="2587096" y="5578998"/>
            <a:ext cx="3828292" cy="369332"/>
          </a:xfrm>
          <a:prstGeom prst="rect">
            <a:avLst/>
          </a:prstGeom>
          <a:noFill/>
        </p:spPr>
        <p:txBody>
          <a:bodyPr wrap="none" rtlCol="0">
            <a:spAutoFit/>
          </a:bodyPr>
          <a:lstStyle/>
          <a:p>
            <a:pPr algn="ctr"/>
            <a:r>
              <a:rPr lang="pt-BR">
                <a:latin typeface="Aptos" pitchFamily="2" charset="0"/>
                <a:cs typeface="Aptos" pitchFamily="2" charset="0"/>
              </a:rPr>
              <a:t>Dois projetos em painéis divididos no terminal</a:t>
            </a:r>
          </a:p>
        </p:txBody>
      </p:sp>
      <p:sp>
        <p:nvSpPr>
          <p:cNvPr id="9" name="TextBox 8">
            <a:extLst>
              <a:ext uri="{FF2B5EF4-FFF2-40B4-BE49-F238E27FC236}">
                <a16:creationId xmlns:a16="http://schemas.microsoft.com/office/drawing/2014/main" id="{86E58C94-4AE2-733B-4BFF-F5976F878998}"/>
              </a:ext>
            </a:extLst>
          </p:cNvPr>
          <p:cNvSpPr txBox="1"/>
          <p:nvPr/>
        </p:nvSpPr>
        <p:spPr>
          <a:xfrm>
            <a:off x="9421781" y="5578998"/>
            <a:ext cx="2282997" cy="369332"/>
          </a:xfrm>
          <a:prstGeom prst="rect">
            <a:avLst/>
          </a:prstGeom>
          <a:noFill/>
        </p:spPr>
        <p:txBody>
          <a:bodyPr wrap="none" rtlCol="0">
            <a:spAutoFit/>
          </a:bodyPr>
          <a:lstStyle/>
          <a:p>
            <a:pPr algn="ctr"/>
            <a:r>
              <a:rPr lang="pt-BR">
                <a:latin typeface="Aptos" pitchFamily="2" charset="0"/>
                <a:cs typeface="Aptos" pitchFamily="2" charset="0"/>
              </a:rPr>
              <a:t>Chat de agente do VS Code</a:t>
            </a:r>
          </a:p>
        </p:txBody>
      </p:sp>
    </p:spTree>
    <p:extLst>
      <p:ext uri="{BB962C8B-B14F-4D97-AF65-F5344CB8AC3E}">
        <p14:creationId xmlns:p14="http://schemas.microsoft.com/office/powerpoint/2010/main" val="317413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BA3E61-E184-A5E9-EFB4-0D649694F96E}"/>
              </a:ext>
            </a:extLst>
          </p:cNvPr>
          <p:cNvSpPr>
            <a:spLocks noGrp="1"/>
          </p:cNvSpPr>
          <p:nvPr>
            <p:ph type="body" sz="quarter" idx="22"/>
          </p:nvPr>
        </p:nvSpPr>
        <p:spPr>
          <a:xfrm>
            <a:off x="674508" y="2303973"/>
            <a:ext cx="3239551" cy="457200"/>
          </a:xfrm>
        </p:spPr>
        <p:txBody>
          <a:bodyPr/>
          <a:lstStyle/>
          <a:p>
            <a:r>
              <a:rPr lang="en-US"/>
              <a:t>Windows (</a:t>
            </a:r>
            <a:r>
              <a:rPr lang="en-US" err="1"/>
              <a:t>WinGet</a:t>
            </a:r>
            <a:r>
              <a:rPr lang="en-US"/>
              <a:t>)</a:t>
            </a:r>
          </a:p>
        </p:txBody>
      </p:sp>
      <p:sp>
        <p:nvSpPr>
          <p:cNvPr id="3" name="Text Placeholder 2">
            <a:extLst>
              <a:ext uri="{FF2B5EF4-FFF2-40B4-BE49-F238E27FC236}">
                <a16:creationId xmlns:a16="http://schemas.microsoft.com/office/drawing/2014/main" id="{784285D1-117E-E712-592A-6A640C5D124B}"/>
              </a:ext>
            </a:extLst>
          </p:cNvPr>
          <p:cNvSpPr>
            <a:spLocks noGrp="1"/>
          </p:cNvSpPr>
          <p:nvPr>
            <p:ph type="body" sz="quarter" idx="23"/>
          </p:nvPr>
        </p:nvSpPr>
        <p:spPr>
          <a:xfrm>
            <a:off x="674508" y="2778922"/>
            <a:ext cx="3488614" cy="914400"/>
          </a:xfrm>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winget</a:t>
            </a:r>
            <a:r>
              <a:rPr lang="en-US">
                <a:latin typeface="Consolas" panose="02000009000000000000" pitchFamily="49" charset="0"/>
                <a:ea typeface="Consolas" panose="02000009000000000000" pitchFamily="49" charset="0"/>
                <a:cs typeface="Consolas" panose="02000009000000000000" pitchFamily="49" charset="0"/>
              </a:rPr>
              <a:t> install </a:t>
            </a:r>
            <a:r>
              <a:rPr lang="en-US" err="1">
                <a:latin typeface="Consolas" panose="02000009000000000000" pitchFamily="49" charset="0"/>
                <a:ea typeface="Consolas" panose="02000009000000000000" pitchFamily="49" charset="0"/>
                <a:cs typeface="Consolas" panose="02000009000000000000" pitchFamily="49" charset="0"/>
              </a:rPr>
              <a:t>GitHub.Copilot</a:t>
            </a:r>
            <a:endParaRPr lang="en-US">
              <a:latin typeface="Consolas" panose="02000009000000000000" pitchFamily="49" charset="0"/>
              <a:ea typeface="Consolas" panose="02000009000000000000" pitchFamily="49" charset="0"/>
              <a:cs typeface="Consolas" panose="02000009000000000000" pitchFamily="49" charset="0"/>
            </a:endParaRPr>
          </a:p>
        </p:txBody>
      </p:sp>
      <p:sp>
        <p:nvSpPr>
          <p:cNvPr id="5" name="Text Placeholder 4">
            <a:extLst>
              <a:ext uri="{FF2B5EF4-FFF2-40B4-BE49-F238E27FC236}">
                <a16:creationId xmlns:a16="http://schemas.microsoft.com/office/drawing/2014/main" id="{32B1D7C9-5293-5897-11AC-F8A6CF595B4D}"/>
              </a:ext>
            </a:extLst>
          </p:cNvPr>
          <p:cNvSpPr>
            <a:spLocks noGrp="1"/>
          </p:cNvSpPr>
          <p:nvPr>
            <p:ph type="body" sz="quarter" idx="26"/>
          </p:nvPr>
        </p:nvSpPr>
        <p:spPr>
          <a:xfrm>
            <a:off x="4478194" y="2302591"/>
            <a:ext cx="3239551" cy="457200"/>
          </a:xfrm>
        </p:spPr>
        <p:txBody>
          <a:bodyPr/>
          <a:lstStyle/>
          <a:p>
            <a:r>
              <a:rPr lang="en-US"/>
              <a:t>macOS / Linux (Homebrew)</a:t>
            </a:r>
          </a:p>
        </p:txBody>
      </p:sp>
      <p:sp>
        <p:nvSpPr>
          <p:cNvPr id="6" name="Text Placeholder 5">
            <a:extLst>
              <a:ext uri="{FF2B5EF4-FFF2-40B4-BE49-F238E27FC236}">
                <a16:creationId xmlns:a16="http://schemas.microsoft.com/office/drawing/2014/main" id="{58A00313-153D-7FD7-2718-3010D5260824}"/>
              </a:ext>
            </a:extLst>
          </p:cNvPr>
          <p:cNvSpPr>
            <a:spLocks noGrp="1"/>
          </p:cNvSpPr>
          <p:nvPr>
            <p:ph type="body" sz="quarter" idx="27"/>
          </p:nvPr>
        </p:nvSpPr>
        <p:spPr>
          <a:xfrm>
            <a:off x="4478195" y="2777540"/>
            <a:ext cx="3239550" cy="914400"/>
          </a:xfrm>
        </p:spPr>
        <p:txBody>
          <a:bodyPr/>
          <a:lstStyle/>
          <a:p>
            <a:r>
              <a:rPr lang="en-US">
                <a:latin typeface="Consolas" panose="02000009000000000000" pitchFamily="49" charset="0"/>
                <a:ea typeface="Consolas" panose="02000009000000000000" pitchFamily="49" charset="0"/>
                <a:cs typeface="Consolas" panose="02000009000000000000" pitchFamily="49" charset="0"/>
              </a:rPr>
              <a:t>brew install copilot-cli</a:t>
            </a:r>
          </a:p>
        </p:txBody>
      </p:sp>
      <p:sp>
        <p:nvSpPr>
          <p:cNvPr id="8" name="Text Placeholder 7">
            <a:extLst>
              <a:ext uri="{FF2B5EF4-FFF2-40B4-BE49-F238E27FC236}">
                <a16:creationId xmlns:a16="http://schemas.microsoft.com/office/drawing/2014/main" id="{51E4E921-DA6F-C643-9A18-956BD3F2A392}"/>
              </a:ext>
            </a:extLst>
          </p:cNvPr>
          <p:cNvSpPr>
            <a:spLocks noGrp="1"/>
          </p:cNvSpPr>
          <p:nvPr>
            <p:ph type="body" sz="quarter" idx="29"/>
          </p:nvPr>
        </p:nvSpPr>
        <p:spPr>
          <a:xfrm>
            <a:off x="8277943" y="2302591"/>
            <a:ext cx="3239551" cy="457200"/>
          </a:xfrm>
        </p:spPr>
        <p:txBody>
          <a:bodyPr/>
          <a:lstStyle/>
          <a:p>
            <a:r>
              <a:rPr lang="pt-BR"/>
              <a:t>Qualquer SO (</a:t>
            </a:r>
            <a:r>
              <a:rPr lang="pt-BR"/>
              <a:t>npm</a:t>
            </a:r>
            <a:r>
              <a:rPr lang="pt-BR"/>
              <a:t>, Node.js ≥ 22)</a:t>
            </a:r>
          </a:p>
        </p:txBody>
      </p:sp>
      <p:sp>
        <p:nvSpPr>
          <p:cNvPr id="9" name="Text Placeholder 8">
            <a:extLst>
              <a:ext uri="{FF2B5EF4-FFF2-40B4-BE49-F238E27FC236}">
                <a16:creationId xmlns:a16="http://schemas.microsoft.com/office/drawing/2014/main" id="{9DA302A3-7F61-68F6-B0EE-EA76EFDEDA62}"/>
              </a:ext>
            </a:extLst>
          </p:cNvPr>
          <p:cNvSpPr>
            <a:spLocks noGrp="1"/>
          </p:cNvSpPr>
          <p:nvPr>
            <p:ph type="body" sz="quarter" idx="30"/>
          </p:nvPr>
        </p:nvSpPr>
        <p:spPr>
          <a:xfrm>
            <a:off x="8277944" y="2777540"/>
            <a:ext cx="3787676" cy="914400"/>
          </a:xfrm>
        </p:spPr>
        <p:txBody>
          <a:bodyPr/>
          <a:lstStyle/>
          <a:p>
            <a:r>
              <a:rPr lang="en-US" err="1">
                <a:latin typeface="Consolas" panose="02000009000000000000" pitchFamily="49" charset="0"/>
                <a:ea typeface="Consolas" panose="02000009000000000000" pitchFamily="49" charset="0"/>
                <a:cs typeface="Consolas" panose="02000009000000000000" pitchFamily="49" charset="0"/>
              </a:rPr>
              <a:t>npm</a:t>
            </a:r>
            <a:r>
              <a:rPr lang="en-US">
                <a:latin typeface="Consolas" panose="02000009000000000000" pitchFamily="49" charset="0"/>
                <a:ea typeface="Consolas" panose="02000009000000000000" pitchFamily="49" charset="0"/>
                <a:cs typeface="Consolas" panose="02000009000000000000" pitchFamily="49" charset="0"/>
              </a:rPr>
              <a:t> install –g @github/copilot</a:t>
            </a:r>
          </a:p>
        </p:txBody>
      </p:sp>
      <p:sp>
        <p:nvSpPr>
          <p:cNvPr id="11" name="Title 10">
            <a:extLst>
              <a:ext uri="{FF2B5EF4-FFF2-40B4-BE49-F238E27FC236}">
                <a16:creationId xmlns:a16="http://schemas.microsoft.com/office/drawing/2014/main" id="{E3E52814-4D98-4863-AE46-1DC351F89F80}"/>
              </a:ext>
            </a:extLst>
          </p:cNvPr>
          <p:cNvSpPr>
            <a:spLocks noGrp="1"/>
          </p:cNvSpPr>
          <p:nvPr>
            <p:ph type="ctrTitle"/>
          </p:nvPr>
        </p:nvSpPr>
        <p:spPr/>
        <p:txBody>
          <a:bodyPr/>
          <a:lstStyle/>
          <a:p>
            <a:r>
              <a:rPr lang="pt-BR"/>
              <a:t>Instalação</a:t>
            </a:r>
          </a:p>
        </p:txBody>
      </p:sp>
      <p:sp>
        <p:nvSpPr>
          <p:cNvPr id="12" name="Text Placeholder 11">
            <a:extLst>
              <a:ext uri="{FF2B5EF4-FFF2-40B4-BE49-F238E27FC236}">
                <a16:creationId xmlns:a16="http://schemas.microsoft.com/office/drawing/2014/main" id="{30EE887A-0BB6-4761-0F85-DA21E7B19184}"/>
              </a:ext>
            </a:extLst>
          </p:cNvPr>
          <p:cNvSpPr>
            <a:spLocks noGrp="1"/>
          </p:cNvSpPr>
          <p:nvPr>
            <p:ph type="body" sz="quarter" idx="32"/>
          </p:nvPr>
        </p:nvSpPr>
        <p:spPr/>
        <p:txBody>
          <a:bodyPr/>
          <a:lstStyle/>
          <a:p>
            <a:r>
              <a:rPr lang="en-US"/>
              <a:t>GitHub Copilot CLI</a:t>
            </a:r>
          </a:p>
        </p:txBody>
      </p:sp>
    </p:spTree>
    <p:extLst>
      <p:ext uri="{BB962C8B-B14F-4D97-AF65-F5344CB8AC3E}">
        <p14:creationId xmlns:p14="http://schemas.microsoft.com/office/powerpoint/2010/main" val="399154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5A1D-5BFC-654B-2127-C089F89EF6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A52AC0-D152-9F8E-8AC5-CD7F48E3E846}"/>
              </a:ext>
            </a:extLst>
          </p:cNvPr>
          <p:cNvSpPr>
            <a:spLocks noGrp="1"/>
          </p:cNvSpPr>
          <p:nvPr>
            <p:ph type="body" sz="quarter" idx="22"/>
          </p:nvPr>
        </p:nvSpPr>
        <p:spPr/>
        <p:txBody>
          <a:bodyPr/>
          <a:lstStyle/>
          <a:p>
            <a:r>
              <a:rPr lang="en-US"/>
              <a:t>GitHub Copilot CLI</a:t>
            </a:r>
          </a:p>
        </p:txBody>
      </p:sp>
      <p:sp>
        <p:nvSpPr>
          <p:cNvPr id="3" name="Text Placeholder 2">
            <a:extLst>
              <a:ext uri="{FF2B5EF4-FFF2-40B4-BE49-F238E27FC236}">
                <a16:creationId xmlns:a16="http://schemas.microsoft.com/office/drawing/2014/main" id="{C9B4FAE6-0A66-C998-5222-4EEBFF6ACA97}"/>
              </a:ext>
            </a:extLst>
          </p:cNvPr>
          <p:cNvSpPr>
            <a:spLocks noGrp="1"/>
          </p:cNvSpPr>
          <p:nvPr>
            <p:ph type="body" sz="quarter" idx="32"/>
          </p:nvPr>
        </p:nvSpPr>
        <p:spPr/>
        <p:txBody>
          <a:bodyPr/>
          <a:lstStyle/>
          <a:p>
            <a:r>
              <a:rPr lang="en-US"/>
              <a:t>GitHub Copilot Dev Days</a:t>
            </a:r>
          </a:p>
        </p:txBody>
      </p:sp>
      <p:sp>
        <p:nvSpPr>
          <p:cNvPr id="4" name="Title 3">
            <a:extLst>
              <a:ext uri="{FF2B5EF4-FFF2-40B4-BE49-F238E27FC236}">
                <a16:creationId xmlns:a16="http://schemas.microsoft.com/office/drawing/2014/main" id="{3DAEC0E7-2FD3-7EED-3FFC-130345B2A55A}"/>
              </a:ext>
            </a:extLst>
          </p:cNvPr>
          <p:cNvSpPr>
            <a:spLocks noGrp="1"/>
          </p:cNvSpPr>
          <p:nvPr>
            <p:ph type="ctrTitle"/>
          </p:nvPr>
        </p:nvSpPr>
        <p:spPr/>
        <p:txBody>
          <a:bodyPr/>
          <a:lstStyle/>
          <a:p>
            <a:r>
              <a:rPr lang="en-US"/>
              <a:t>Demo</a:t>
            </a:r>
          </a:p>
        </p:txBody>
      </p:sp>
    </p:spTree>
    <p:extLst>
      <p:ext uri="{BB962C8B-B14F-4D97-AF65-F5344CB8AC3E}">
        <p14:creationId xmlns:p14="http://schemas.microsoft.com/office/powerpoint/2010/main" val="4146158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10017-7923-DB1A-00C5-300C35B27C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F2A6AD-F7F7-DF0F-2FF8-0B229481DC0B}"/>
              </a:ext>
            </a:extLst>
          </p:cNvPr>
          <p:cNvSpPr>
            <a:spLocks noGrp="1"/>
          </p:cNvSpPr>
          <p:nvPr>
            <p:ph type="ctrTitle"/>
          </p:nvPr>
        </p:nvSpPr>
        <p:spPr>
          <a:xfrm>
            <a:off x="2295236" y="721815"/>
            <a:ext cx="7603918" cy="989058"/>
          </a:xfrm>
        </p:spPr>
        <p:txBody>
          <a:bodyPr/>
          <a:lstStyle/>
          <a:p>
            <a:pPr algn="ctr"/>
            <a:r>
              <a:rPr lang="en-US" b="0">
                <a:latin typeface="Aptos"/>
              </a:rPr>
              <a:t>gh.io/dev-days/feedback</a:t>
            </a:r>
            <a:endParaRPr lang="en-US"/>
          </a:p>
        </p:txBody>
      </p:sp>
      <p:pic>
        <p:nvPicPr>
          <p:cNvPr id="9" name="Picture 8">
            <a:extLst>
              <a:ext uri="{FF2B5EF4-FFF2-40B4-BE49-F238E27FC236}">
                <a16:creationId xmlns:a16="http://schemas.microsoft.com/office/drawing/2014/main" id="{F6645FCF-2CFC-16D8-A6B1-F1099E5CDE26}"/>
              </a:ext>
            </a:extLst>
          </p:cNvPr>
          <p:cNvPicPr>
            <a:picLocks noChangeAspect="1"/>
          </p:cNvPicPr>
          <p:nvPr/>
        </p:nvPicPr>
        <p:blipFill>
          <a:blip r:embed="rId3"/>
          <a:stretch>
            <a:fillRect/>
          </a:stretch>
        </p:blipFill>
        <p:spPr>
          <a:xfrm>
            <a:off x="3583215" y="1533072"/>
            <a:ext cx="5032828" cy="5047342"/>
          </a:xfrm>
          <a:prstGeom prst="roundRect">
            <a:avLst>
              <a:gd name="adj" fmla="val 6285"/>
            </a:avLst>
          </a:prstGeom>
          <a:ln>
            <a:solidFill>
              <a:srgbClr val="8A11AF"/>
            </a:solidFill>
          </a:ln>
        </p:spPr>
      </p:pic>
    </p:spTree>
    <p:extLst>
      <p:ext uri="{BB962C8B-B14F-4D97-AF65-F5344CB8AC3E}">
        <p14:creationId xmlns:p14="http://schemas.microsoft.com/office/powerpoint/2010/main" val="434140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4B1B7E5-017A-5285-A6D4-B0FD2386484B}"/>
              </a:ext>
            </a:extLst>
          </p:cNvPr>
          <p:cNvSpPr>
            <a:spLocks noGrp="1"/>
          </p:cNvSpPr>
          <p:nvPr>
            <p:ph type="body" sz="quarter" idx="10"/>
          </p:nvPr>
        </p:nvSpPr>
        <p:spPr/>
        <p:txBody>
          <a:bodyPr/>
          <a:lstStyle/>
          <a:p>
            <a:endParaRPr lang="en-US"/>
          </a:p>
        </p:txBody>
      </p:sp>
      <p:sp>
        <p:nvSpPr>
          <p:cNvPr id="9" name="Text Placeholder 8">
            <a:extLst>
              <a:ext uri="{FF2B5EF4-FFF2-40B4-BE49-F238E27FC236}">
                <a16:creationId xmlns:a16="http://schemas.microsoft.com/office/drawing/2014/main" id="{959236C9-CDCF-F492-7CD8-D5A1828CD00F}"/>
              </a:ext>
            </a:extLst>
          </p:cNvPr>
          <p:cNvSpPr>
            <a:spLocks noGrp="1"/>
          </p:cNvSpPr>
          <p:nvPr>
            <p:ph type="body" sz="quarter" idx="11"/>
          </p:nvPr>
        </p:nvSpPr>
        <p:spPr/>
        <p:txBody>
          <a:bodyPr/>
          <a:lstStyle/>
          <a:p>
            <a:r>
              <a:rPr lang="pt-BR" sz="3600" dirty="0"/>
              <a:t>Como participante do Dev Days, você tem direito a </a:t>
            </a:r>
            <a:r>
              <a:rPr lang="pt-BR" sz="3600" b="1" dirty="0"/>
              <a:t>10% de desconto</a:t>
            </a:r>
            <a:r>
              <a:rPr lang="pt-BR" sz="3600" dirty="0"/>
              <a:t> no ingresso presencial do </a:t>
            </a:r>
            <a:r>
              <a:rPr lang="pt-BR" sz="3600" b="1" dirty="0"/>
              <a:t>GitHub Universe 2026</a:t>
            </a:r>
            <a:r>
              <a:rPr lang="pt-BR" sz="3600" dirty="0"/>
              <a:t>, em San Francisco, nos dias 28 e 29 de outubro. </a:t>
            </a:r>
          </a:p>
          <a:p>
            <a:endParaRPr lang="en-US" sz="3600" dirty="0"/>
          </a:p>
          <a:p>
            <a:r>
              <a:rPr lang="pt-BR" sz="3600" dirty="0"/>
              <a:t>Use o código de desconto </a:t>
            </a:r>
            <a:r>
              <a:rPr lang="pt-BR" sz="3600" b="1" dirty="0"/>
              <a:t>UNIV26DVDY</a:t>
            </a:r>
            <a:r>
              <a:rPr lang="pt-BR" sz="3600" dirty="0"/>
              <a:t> na inscrição.</a:t>
            </a:r>
          </a:p>
          <a:p>
            <a:endParaRPr lang="en-US" sz="3600" dirty="0"/>
          </a:p>
        </p:txBody>
      </p:sp>
    </p:spTree>
    <p:extLst>
      <p:ext uri="{BB962C8B-B14F-4D97-AF65-F5344CB8AC3E}">
        <p14:creationId xmlns:p14="http://schemas.microsoft.com/office/powerpoint/2010/main" val="248083359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C8FB-EDBE-47A3-2DA8-EE2795092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5564B-54D5-0E60-25D4-3FED841A6F96}"/>
              </a:ext>
            </a:extLst>
          </p:cNvPr>
          <p:cNvSpPr>
            <a:spLocks noGrp="1"/>
          </p:cNvSpPr>
          <p:nvPr>
            <p:ph type="title" idx="4294967295"/>
          </p:nvPr>
        </p:nvSpPr>
        <p:spPr>
          <a:xfrm>
            <a:off x="0" y="-1325563"/>
            <a:ext cx="10515600" cy="1325563"/>
          </a:xfrm>
          <a:prstGeom prst="rect">
            <a:avLst/>
          </a:prstGeom>
        </p:spPr>
        <p:txBody>
          <a:bodyPr anchor="b"/>
          <a:lstStyle/>
          <a:p>
            <a:r>
              <a:rPr lang="pt-BR"/>
              <a:t>Obrigado</a:t>
            </a:r>
          </a:p>
        </p:txBody>
      </p:sp>
    </p:spTree>
    <p:extLst>
      <p:ext uri="{BB962C8B-B14F-4D97-AF65-F5344CB8AC3E}">
        <p14:creationId xmlns:p14="http://schemas.microsoft.com/office/powerpoint/2010/main" val="322331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e 25">
  <a:themeElements>
    <a:clrScheme name="Universe 2025">
      <a:dk1>
        <a:srgbClr val="000000"/>
      </a:dk1>
      <a:lt1>
        <a:srgbClr val="FFFFFF"/>
      </a:lt1>
      <a:dk2>
        <a:srgbClr val="E4EBE5"/>
      </a:dk2>
      <a:lt2>
        <a:srgbClr val="232824"/>
      </a:lt2>
      <a:accent1>
        <a:srgbClr val="BEFFD0"/>
      </a:accent1>
      <a:accent2>
        <a:srgbClr val="8BF1A6"/>
      </a:accent2>
      <a:accent3>
        <a:srgbClr val="5EEC83"/>
      </a:accent3>
      <a:accent4>
        <a:srgbClr val="087827"/>
      </a:accent4>
      <a:accent5>
        <a:srgbClr val="DBFF95"/>
      </a:accent5>
      <a:accent6>
        <a:srgbClr val="D3FA36"/>
      </a:accent6>
      <a:hlink>
        <a:srgbClr val="EEF6FC"/>
      </a:hlink>
      <a:folHlink>
        <a:srgbClr val="56CC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e 25" id="{EBCFF90B-FE23-4DF3-892D-7952A198CC3A}" vid="{44FF69D1-5BFF-4CF0-AEC7-1C55AA229D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2630</Words>
  <Application>Microsoft Office PowerPoint</Application>
  <PresentationFormat>Widescreen</PresentationFormat>
  <Paragraphs>217</Paragraphs>
  <Slides>22</Slides>
  <Notes>21</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Aptos</vt:lpstr>
      <vt:lpstr>Arial</vt:lpstr>
      <vt:lpstr>Arial,Sans-Serif</vt:lpstr>
      <vt:lpstr>Calibri</vt:lpstr>
      <vt:lpstr>Consolas</vt:lpstr>
      <vt:lpstr>Mona Sans</vt:lpstr>
      <vt:lpstr>Mona Sans Display</vt:lpstr>
      <vt:lpstr>Mona Sans Mono</vt:lpstr>
      <vt:lpstr>Segoe UI Semibold</vt:lpstr>
      <vt:lpstr>Segoe UI Variable Display Semibold</vt:lpstr>
      <vt:lpstr>Universe 25</vt:lpstr>
      <vt:lpstr>PowerPoint Presentation</vt:lpstr>
      <vt:lpstr>PowerPoint Presentation</vt:lpstr>
      <vt:lpstr>PowerPoint Presentation</vt:lpstr>
      <vt:lpstr>One GitHub Copilot,  everywhere you code</vt:lpstr>
      <vt:lpstr>PowerPoint Presentation</vt:lpstr>
      <vt:lpstr>PowerPoint Presentation</vt:lpstr>
      <vt:lpstr>Core Features</vt:lpstr>
      <vt:lpstr>Slash commands</vt:lpstr>
      <vt:lpstr>PowerPoint Presentation</vt:lpstr>
      <vt:lpstr>PowerPoint Presentation</vt:lpstr>
      <vt:lpstr>PowerPoint Presentation</vt:lpstr>
      <vt:lpstr>PowerPoint Presentation</vt:lpstr>
      <vt:lpstr>PowerPoint Presentation</vt:lpstr>
      <vt:lpstr>Context  </vt:lpstr>
      <vt:lpstr>Models!  </vt:lpstr>
      <vt:lpstr>@ to mention files</vt:lpstr>
      <vt:lpstr>Parallel Copilot</vt:lpstr>
      <vt:lpstr>Installation</vt:lpstr>
      <vt:lpstr>Demo</vt:lpstr>
      <vt:lpstr>gh.io/dev-days/feedback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Katie Savage</cp:lastModifiedBy>
  <cp:revision>3</cp:revision>
  <dcterms:created xsi:type="dcterms:W3CDTF">2026-03-03T18:56:24Z</dcterms:created>
  <dcterms:modified xsi:type="dcterms:W3CDTF">2026-09-17T23:40:53Z</dcterms:modified>
</cp:coreProperties>
</file>